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sldIdLst>
    <p:sldId id="288" r:id="rId5"/>
    <p:sldId id="291" r:id="rId6"/>
    <p:sldId id="289" r:id="rId7"/>
    <p:sldId id="290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DC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A246F1-8540-FB49-C37A-731D3F612E66}" v="18" dt="2026-09-14T13:51:36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40" autoAdjust="0"/>
  </p:normalViewPr>
  <p:slideViewPr>
    <p:cSldViewPr snapToGrid="0" snapToObjects="1">
      <p:cViewPr>
        <p:scale>
          <a:sx n="88" d="100"/>
          <a:sy n="88" d="100"/>
        </p:scale>
        <p:origin x="1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, Tiffany M Capt USAF USAFA AW/ESCS" userId="a0ed988f-3bd3-448a-ab68-f6eca8eadb00" providerId="ADAL" clId="{D74FDB2A-C6F9-423C-9DA7-5C8A44CC196C}"/>
    <pc:docChg chg="undo redo custSel modSld">
      <pc:chgData name="Phan, Tiffany M Capt USAF USAFA AW/ESCS" userId="a0ed988f-3bd3-448a-ab68-f6eca8eadb00" providerId="ADAL" clId="{D74FDB2A-C6F9-423C-9DA7-5C8A44CC196C}" dt="2026-09-08T08:37:41.606" v="1964" actId="255"/>
      <pc:docMkLst>
        <pc:docMk/>
      </pc:docMkLst>
      <pc:sldChg chg="modSp">
        <pc:chgData name="Phan, Tiffany M Capt USAF USAFA AW/ESCS" userId="a0ed988f-3bd3-448a-ab68-f6eca8eadb00" providerId="ADAL" clId="{D74FDB2A-C6F9-423C-9DA7-5C8A44CC196C}" dt="2026-09-05T22:43:21.478" v="1"/>
        <pc:sldMkLst>
          <pc:docMk/>
          <pc:sldMk cId="0" sldId="260"/>
        </pc:sldMkLst>
        <pc:spChg chg="mod">
          <ac:chgData name="Phan, Tiffany M Capt USAF USAFA AW/ESCS" userId="a0ed988f-3bd3-448a-ab68-f6eca8eadb00" providerId="ADAL" clId="{D74FDB2A-C6F9-423C-9DA7-5C8A44CC196C}" dt="2026-09-05T22:42:52.568" v="0"/>
          <ac:spMkLst>
            <pc:docMk/>
            <pc:sldMk cId="0" sldId="260"/>
            <ac:spMk id="83" creationId="{EAFBA84E-1008-2509-1465-E7300DF873BB}"/>
          </ac:spMkLst>
        </pc:spChg>
        <pc:spChg chg="mod">
          <ac:chgData name="Phan, Tiffany M Capt USAF USAFA AW/ESCS" userId="a0ed988f-3bd3-448a-ab68-f6eca8eadb00" providerId="ADAL" clId="{D74FDB2A-C6F9-423C-9DA7-5C8A44CC196C}" dt="2026-09-05T22:43:21.478" v="1"/>
          <ac:spMkLst>
            <pc:docMk/>
            <pc:sldMk cId="0" sldId="260"/>
            <ac:spMk id="85" creationId="{94FE729A-CEB3-24B5-13E1-4E667F0A2017}"/>
          </ac:spMkLst>
        </pc:spChg>
      </pc:sldChg>
      <pc:sldChg chg="modSp">
        <pc:chgData name="Phan, Tiffany M Capt USAF USAFA AW/ESCS" userId="a0ed988f-3bd3-448a-ab68-f6eca8eadb00" providerId="ADAL" clId="{D74FDB2A-C6F9-423C-9DA7-5C8A44CC196C}" dt="2026-09-05T22:43:56.198" v="4"/>
        <pc:sldMkLst>
          <pc:docMk/>
          <pc:sldMk cId="0" sldId="261"/>
        </pc:sldMkLst>
        <pc:spChg chg="mod">
          <ac:chgData name="Phan, Tiffany M Capt USAF USAFA AW/ESCS" userId="a0ed988f-3bd3-448a-ab68-f6eca8eadb00" providerId="ADAL" clId="{D74FDB2A-C6F9-423C-9DA7-5C8A44CC196C}" dt="2026-09-05T22:43:49.306" v="2"/>
          <ac:spMkLst>
            <pc:docMk/>
            <pc:sldMk cId="0" sldId="261"/>
            <ac:spMk id="20" creationId="{5D3A9FBF-08A9-1AB9-72C1-070856292C87}"/>
          </ac:spMkLst>
        </pc:spChg>
        <pc:spChg chg="mod">
          <ac:chgData name="Phan, Tiffany M Capt USAF USAFA AW/ESCS" userId="a0ed988f-3bd3-448a-ab68-f6eca8eadb00" providerId="ADAL" clId="{D74FDB2A-C6F9-423C-9DA7-5C8A44CC196C}" dt="2026-09-05T22:43:56.198" v="4"/>
          <ac:spMkLst>
            <pc:docMk/>
            <pc:sldMk cId="0" sldId="261"/>
            <ac:spMk id="22" creationId="{125B07AC-E0E3-8782-C0FB-00D0D5DB8483}"/>
          </ac:spMkLst>
        </pc:spChg>
      </pc:sldChg>
      <pc:sldChg chg="modSp">
        <pc:chgData name="Phan, Tiffany M Capt USAF USAFA AW/ESCS" userId="a0ed988f-3bd3-448a-ab68-f6eca8eadb00" providerId="ADAL" clId="{D74FDB2A-C6F9-423C-9DA7-5C8A44CC196C}" dt="2026-09-05T22:51:54.556" v="6"/>
        <pc:sldMkLst>
          <pc:docMk/>
          <pc:sldMk cId="0" sldId="262"/>
        </pc:sldMkLst>
        <pc:spChg chg="mod">
          <ac:chgData name="Phan, Tiffany M Capt USAF USAFA AW/ESCS" userId="a0ed988f-3bd3-448a-ab68-f6eca8eadb00" providerId="ADAL" clId="{D74FDB2A-C6F9-423C-9DA7-5C8A44CC196C}" dt="2026-09-05T22:51:42.897" v="5"/>
          <ac:spMkLst>
            <pc:docMk/>
            <pc:sldMk cId="0" sldId="262"/>
            <ac:spMk id="19" creationId="{05C78FC8-7A5B-9E79-BDDF-B658A7187BF8}"/>
          </ac:spMkLst>
        </pc:spChg>
        <pc:spChg chg="mod">
          <ac:chgData name="Phan, Tiffany M Capt USAF USAFA AW/ESCS" userId="a0ed988f-3bd3-448a-ab68-f6eca8eadb00" providerId="ADAL" clId="{D74FDB2A-C6F9-423C-9DA7-5C8A44CC196C}" dt="2026-09-05T22:51:54.556" v="6"/>
          <ac:spMkLst>
            <pc:docMk/>
            <pc:sldMk cId="0" sldId="262"/>
            <ac:spMk id="21" creationId="{EEA7A444-1F16-FD73-0B59-AC03F1B1D5BC}"/>
          </ac:spMkLst>
        </pc:spChg>
      </pc:sldChg>
      <pc:sldChg chg="addSp delSp modSp">
        <pc:chgData name="Phan, Tiffany M Capt USAF USAFA AW/ESCS" userId="a0ed988f-3bd3-448a-ab68-f6eca8eadb00" providerId="ADAL" clId="{D74FDB2A-C6F9-423C-9DA7-5C8A44CC196C}" dt="2026-09-05T22:57:57.186" v="10"/>
        <pc:sldMkLst>
          <pc:docMk/>
          <pc:sldMk cId="0" sldId="263"/>
        </pc:sldMkLst>
        <pc:spChg chg="mod">
          <ac:chgData name="Phan, Tiffany M Capt USAF USAFA AW/ESCS" userId="a0ed988f-3bd3-448a-ab68-f6eca8eadb00" providerId="ADAL" clId="{D74FDB2A-C6F9-423C-9DA7-5C8A44CC196C}" dt="2026-09-05T22:57:32.500" v="7"/>
          <ac:spMkLst>
            <pc:docMk/>
            <pc:sldMk cId="0" sldId="263"/>
            <ac:spMk id="13" creationId="{35754CB7-5AE1-5630-C1D5-B8BFF9A13846}"/>
          </ac:spMkLst>
        </pc:spChg>
        <pc:spChg chg="mod">
          <ac:chgData name="Phan, Tiffany M Capt USAF USAFA AW/ESCS" userId="a0ed988f-3bd3-448a-ab68-f6eca8eadb00" providerId="ADAL" clId="{D74FDB2A-C6F9-423C-9DA7-5C8A44CC196C}" dt="2026-09-05T22:57:38.729" v="8"/>
          <ac:spMkLst>
            <pc:docMk/>
            <pc:sldMk cId="0" sldId="263"/>
            <ac:spMk id="15" creationId="{35D462BF-14AF-E1BF-0946-7B50B99D91A2}"/>
          </ac:spMkLst>
        </pc:spChg>
      </pc:sldChg>
      <pc:sldChg chg="addSp modSp modAnim">
        <pc:chgData name="Phan, Tiffany M Capt USAF USAFA AW/ESCS" userId="a0ed988f-3bd3-448a-ab68-f6eca8eadb00" providerId="ADAL" clId="{D74FDB2A-C6F9-423C-9DA7-5C8A44CC196C}" dt="2026-09-05T23:08:53.924" v="106"/>
        <pc:sldMkLst>
          <pc:docMk/>
          <pc:sldMk cId="0" sldId="264"/>
        </pc:sldMkLst>
        <pc:spChg chg="add mod">
          <ac:chgData name="Phan, Tiffany M Capt USAF USAFA AW/ESCS" userId="a0ed988f-3bd3-448a-ab68-f6eca8eadb00" providerId="ADAL" clId="{D74FDB2A-C6F9-423C-9DA7-5C8A44CC196C}" dt="2026-09-05T23:07:25.093" v="98" actId="207"/>
          <ac:spMkLst>
            <pc:docMk/>
            <pc:sldMk cId="0" sldId="264"/>
            <ac:spMk id="18" creationId="{A2DFD490-243B-7A68-ADA9-5068FD5FAF9F}"/>
          </ac:spMkLst>
        </pc:spChg>
        <pc:spChg chg="add mod">
          <ac:chgData name="Phan, Tiffany M Capt USAF USAFA AW/ESCS" userId="a0ed988f-3bd3-448a-ab68-f6eca8eadb00" providerId="ADAL" clId="{D74FDB2A-C6F9-423C-9DA7-5C8A44CC196C}" dt="2026-09-05T23:07:08.987" v="95" actId="207"/>
          <ac:spMkLst>
            <pc:docMk/>
            <pc:sldMk cId="0" sldId="264"/>
            <ac:spMk id="19" creationId="{716C9FFA-96F8-5036-563A-7077E358EBDB}"/>
          </ac:spMkLst>
        </pc:spChg>
        <pc:spChg chg="add mod">
          <ac:chgData name="Phan, Tiffany M Capt USAF USAFA AW/ESCS" userId="a0ed988f-3bd3-448a-ab68-f6eca8eadb00" providerId="ADAL" clId="{D74FDB2A-C6F9-423C-9DA7-5C8A44CC196C}" dt="2026-09-05T23:07:13.454" v="96" actId="207"/>
          <ac:spMkLst>
            <pc:docMk/>
            <pc:sldMk cId="0" sldId="264"/>
            <ac:spMk id="20" creationId="{9F3F5733-EA68-74D8-467C-9654D2D5E56F}"/>
          </ac:spMkLst>
        </pc:spChg>
        <pc:spChg chg="add mod">
          <ac:chgData name="Phan, Tiffany M Capt USAF USAFA AW/ESCS" userId="a0ed988f-3bd3-448a-ab68-f6eca8eadb00" providerId="ADAL" clId="{D74FDB2A-C6F9-423C-9DA7-5C8A44CC196C}" dt="2026-09-05T23:07:35.301" v="99" actId="207"/>
          <ac:spMkLst>
            <pc:docMk/>
            <pc:sldMk cId="0" sldId="264"/>
            <ac:spMk id="21" creationId="{650DFA02-749D-27BD-1B58-9E3430CFD1ED}"/>
          </ac:spMkLst>
        </pc:spChg>
        <pc:spChg chg="mod">
          <ac:chgData name="Phan, Tiffany M Capt USAF USAFA AW/ESCS" userId="a0ed988f-3bd3-448a-ab68-f6eca8eadb00" providerId="ADAL" clId="{D74FDB2A-C6F9-423C-9DA7-5C8A44CC196C}" dt="2026-09-05T23:08:48.202" v="105"/>
          <ac:spMkLst>
            <pc:docMk/>
            <pc:sldMk cId="0" sldId="264"/>
            <ac:spMk id="23" creationId="{DBA16218-EAF9-D9C5-AC24-A9A51780621D}"/>
          </ac:spMkLst>
        </pc:spChg>
        <pc:spChg chg="mod">
          <ac:chgData name="Phan, Tiffany M Capt USAF USAFA AW/ESCS" userId="a0ed988f-3bd3-448a-ab68-f6eca8eadb00" providerId="ADAL" clId="{D74FDB2A-C6F9-423C-9DA7-5C8A44CC196C}" dt="2026-09-05T23:08:53.924" v="106"/>
          <ac:spMkLst>
            <pc:docMk/>
            <pc:sldMk cId="0" sldId="264"/>
            <ac:spMk id="25" creationId="{122919B9-7667-59B2-9325-915251A6DF9B}"/>
          </ac:spMkLst>
        </pc:spChg>
      </pc:sldChg>
      <pc:sldChg chg="addSp modSp modAnim">
        <pc:chgData name="Phan, Tiffany M Capt USAF USAFA AW/ESCS" userId="a0ed988f-3bd3-448a-ab68-f6eca8eadb00" providerId="ADAL" clId="{D74FDB2A-C6F9-423C-9DA7-5C8A44CC196C}" dt="2026-09-05T23:09:54.098" v="110" actId="207"/>
        <pc:sldMkLst>
          <pc:docMk/>
          <pc:sldMk cId="0" sldId="265"/>
        </pc:sldMkLst>
        <pc:spChg chg="mod">
          <ac:chgData name="Phan, Tiffany M Capt USAF USAFA AW/ESCS" userId="a0ed988f-3bd3-448a-ab68-f6eca8eadb00" providerId="ADAL" clId="{D74FDB2A-C6F9-423C-9DA7-5C8A44CC196C}" dt="2026-09-05T23:09:24.150" v="107"/>
          <ac:spMkLst>
            <pc:docMk/>
            <pc:sldMk cId="0" sldId="265"/>
            <ac:spMk id="21" creationId="{5A12A26E-5E0E-C771-E528-DB80444F0E29}"/>
          </ac:spMkLst>
        </pc:spChg>
        <pc:spChg chg="mod">
          <ac:chgData name="Phan, Tiffany M Capt USAF USAFA AW/ESCS" userId="a0ed988f-3bd3-448a-ab68-f6eca8eadb00" providerId="ADAL" clId="{D74FDB2A-C6F9-423C-9DA7-5C8A44CC196C}" dt="2026-09-05T23:09:29.498" v="108"/>
          <ac:spMkLst>
            <pc:docMk/>
            <pc:sldMk cId="0" sldId="265"/>
            <ac:spMk id="23" creationId="{A369052A-2EF5-C2A0-66A3-5D05C28B05FD}"/>
          </ac:spMkLst>
        </pc:spChg>
        <pc:spChg chg="add mod">
          <ac:chgData name="Phan, Tiffany M Capt USAF USAFA AW/ESCS" userId="a0ed988f-3bd3-448a-ab68-f6eca8eadb00" providerId="ADAL" clId="{D74FDB2A-C6F9-423C-9DA7-5C8A44CC196C}" dt="2026-09-05T23:09:54.098" v="110" actId="207"/>
          <ac:spMkLst>
            <pc:docMk/>
            <pc:sldMk cId="0" sldId="265"/>
            <ac:spMk id="24" creationId="{5FBACEC9-AA0A-742B-78B9-ACA8A9E90FAE}"/>
          </ac:spMkLst>
        </pc:spChg>
      </pc:sldChg>
      <pc:sldChg chg="modSp mod">
        <pc:chgData name="Phan, Tiffany M Capt USAF USAFA AW/ESCS" userId="a0ed988f-3bd3-448a-ab68-f6eca8eadb00" providerId="ADAL" clId="{D74FDB2A-C6F9-423C-9DA7-5C8A44CC196C}" dt="2026-09-08T06:06:07.841" v="149" actId="166"/>
        <pc:sldMkLst>
          <pc:docMk/>
          <pc:sldMk cId="0" sldId="266"/>
        </pc:sldMkLst>
        <pc:spChg chg="mod">
          <ac:chgData name="Phan, Tiffany M Capt USAF USAFA AW/ESCS" userId="a0ed988f-3bd3-448a-ab68-f6eca8eadb00" providerId="ADAL" clId="{D74FDB2A-C6F9-423C-9DA7-5C8A44CC196C}" dt="2026-09-05T23:11:35.062" v="111"/>
          <ac:spMkLst>
            <pc:docMk/>
            <pc:sldMk cId="0" sldId="266"/>
            <ac:spMk id="29" creationId="{FC277B9E-A4CD-86D0-93ED-0D050D3183B3}"/>
          </ac:spMkLst>
        </pc:spChg>
        <pc:spChg chg="mod">
          <ac:chgData name="Phan, Tiffany M Capt USAF USAFA AW/ESCS" userId="a0ed988f-3bd3-448a-ab68-f6eca8eadb00" providerId="ADAL" clId="{D74FDB2A-C6F9-423C-9DA7-5C8A44CC196C}" dt="2026-09-05T23:11:41.691" v="112"/>
          <ac:spMkLst>
            <pc:docMk/>
            <pc:sldMk cId="0" sldId="266"/>
            <ac:spMk id="31" creationId="{5C01A0F5-9867-BD44-8B03-ED9D591524CE}"/>
          </ac:spMkLst>
        </pc:spChg>
        <pc:spChg chg="mod">
          <ac:chgData name="Phan, Tiffany M Capt USAF USAFA AW/ESCS" userId="a0ed988f-3bd3-448a-ab68-f6eca8eadb00" providerId="ADAL" clId="{D74FDB2A-C6F9-423C-9DA7-5C8A44CC196C}" dt="2026-09-08T06:05:35.732" v="146" actId="1035"/>
          <ac:spMkLst>
            <pc:docMk/>
            <pc:sldMk cId="0" sldId="266"/>
            <ac:spMk id="33" creationId="{A3406CE5-7C46-C097-A497-406161792CA4}"/>
          </ac:spMkLst>
        </pc:spChg>
        <pc:spChg chg="mod">
          <ac:chgData name="Phan, Tiffany M Capt USAF USAFA AW/ESCS" userId="a0ed988f-3bd3-448a-ab68-f6eca8eadb00" providerId="ADAL" clId="{D74FDB2A-C6F9-423C-9DA7-5C8A44CC196C}" dt="2026-09-08T06:05:35.732" v="146" actId="1035"/>
          <ac:spMkLst>
            <pc:docMk/>
            <pc:sldMk cId="0" sldId="266"/>
            <ac:spMk id="35" creationId="{8A5AA455-F139-5920-36EC-8E9CB7E8F1DA}"/>
          </ac:spMkLst>
        </pc:spChg>
        <pc:spChg chg="mod ord">
          <ac:chgData name="Phan, Tiffany M Capt USAF USAFA AW/ESCS" userId="a0ed988f-3bd3-448a-ab68-f6eca8eadb00" providerId="ADAL" clId="{D74FDB2A-C6F9-423C-9DA7-5C8A44CC196C}" dt="2026-09-08T06:06:07.841" v="149" actId="166"/>
          <ac:spMkLst>
            <pc:docMk/>
            <pc:sldMk cId="0" sldId="266"/>
            <ac:spMk id="37" creationId="{8F7171AB-AD60-DF55-5774-F01957FF8A20}"/>
          </ac:spMkLst>
        </pc:spChg>
        <pc:spChg chg="mod">
          <ac:chgData name="Phan, Tiffany M Capt USAF USAFA AW/ESCS" userId="a0ed988f-3bd3-448a-ab68-f6eca8eadb00" providerId="ADAL" clId="{D74FDB2A-C6F9-423C-9DA7-5C8A44CC196C}" dt="2026-09-08T06:05:35.732" v="146" actId="1035"/>
          <ac:spMkLst>
            <pc:docMk/>
            <pc:sldMk cId="0" sldId="266"/>
            <ac:spMk id="39" creationId="{A1A91F08-3BE7-E927-C949-923FA6E3C3D8}"/>
          </ac:spMkLst>
        </pc:spChg>
        <pc:spChg chg="mod">
          <ac:chgData name="Phan, Tiffany M Capt USAF USAFA AW/ESCS" userId="a0ed988f-3bd3-448a-ab68-f6eca8eadb00" providerId="ADAL" clId="{D74FDB2A-C6F9-423C-9DA7-5C8A44CC196C}" dt="2026-09-08T06:05:35.732" v="146" actId="1035"/>
          <ac:spMkLst>
            <pc:docMk/>
            <pc:sldMk cId="0" sldId="266"/>
            <ac:spMk id="43" creationId="{B895E148-EB3C-23D8-041D-4257F3378F6A}"/>
          </ac:spMkLst>
        </pc:spChg>
        <pc:spChg chg="mod">
          <ac:chgData name="Phan, Tiffany M Capt USAF USAFA AW/ESCS" userId="a0ed988f-3bd3-448a-ab68-f6eca8eadb00" providerId="ADAL" clId="{D74FDB2A-C6F9-423C-9DA7-5C8A44CC196C}" dt="2026-09-08T06:05:35.732" v="146" actId="1035"/>
          <ac:spMkLst>
            <pc:docMk/>
            <pc:sldMk cId="0" sldId="266"/>
            <ac:spMk id="45" creationId="{D86608D7-9EFA-5246-4D77-76CDAB3F9954}"/>
          </ac:spMkLst>
        </pc:spChg>
        <pc:spChg chg="mod">
          <ac:chgData name="Phan, Tiffany M Capt USAF USAFA AW/ESCS" userId="a0ed988f-3bd3-448a-ab68-f6eca8eadb00" providerId="ADAL" clId="{D74FDB2A-C6F9-423C-9DA7-5C8A44CC196C}" dt="2026-09-08T06:05:35.732" v="146" actId="1035"/>
          <ac:spMkLst>
            <pc:docMk/>
            <pc:sldMk cId="0" sldId="266"/>
            <ac:spMk id="47" creationId="{D828D17F-6EE3-D2B7-250A-DD071A8E9BC5}"/>
          </ac:spMkLst>
        </pc:spChg>
        <pc:spChg chg="mod">
          <ac:chgData name="Phan, Tiffany M Capt USAF USAFA AW/ESCS" userId="a0ed988f-3bd3-448a-ab68-f6eca8eadb00" providerId="ADAL" clId="{D74FDB2A-C6F9-423C-9DA7-5C8A44CC196C}" dt="2026-09-08T06:05:35.732" v="146" actId="1035"/>
          <ac:spMkLst>
            <pc:docMk/>
            <pc:sldMk cId="0" sldId="266"/>
            <ac:spMk id="49" creationId="{1334477A-FB07-57E8-2B78-C1C94366FDAC}"/>
          </ac:spMkLst>
        </pc:spChg>
        <pc:spChg chg="mod">
          <ac:chgData name="Phan, Tiffany M Capt USAF USAFA AW/ESCS" userId="a0ed988f-3bd3-448a-ab68-f6eca8eadb00" providerId="ADAL" clId="{D74FDB2A-C6F9-423C-9DA7-5C8A44CC196C}" dt="2026-09-08T06:05:35.732" v="146" actId="1035"/>
          <ac:spMkLst>
            <pc:docMk/>
            <pc:sldMk cId="0" sldId="266"/>
            <ac:spMk id="53" creationId="{FDF152EA-FBE8-4398-BBD6-8B0C32982CA4}"/>
          </ac:spMkLst>
        </pc:spChg>
        <pc:spChg chg="mod">
          <ac:chgData name="Phan, Tiffany M Capt USAF USAFA AW/ESCS" userId="a0ed988f-3bd3-448a-ab68-f6eca8eadb00" providerId="ADAL" clId="{D74FDB2A-C6F9-423C-9DA7-5C8A44CC196C}" dt="2026-09-08T06:05:35.732" v="146" actId="1035"/>
          <ac:spMkLst>
            <pc:docMk/>
            <pc:sldMk cId="0" sldId="266"/>
            <ac:spMk id="55" creationId="{4ABF2B06-D3C9-AB9A-3A39-6F6F2D48E094}"/>
          </ac:spMkLst>
        </pc:spChg>
      </pc:sldChg>
      <pc:sldChg chg="addSp delSp modSp mod modAnim">
        <pc:chgData name="Phan, Tiffany M Capt USAF USAFA AW/ESCS" userId="a0ed988f-3bd3-448a-ab68-f6eca8eadb00" providerId="ADAL" clId="{D74FDB2A-C6F9-423C-9DA7-5C8A44CC196C}" dt="2026-09-08T06:10:16.371" v="198" actId="207"/>
        <pc:sldMkLst>
          <pc:docMk/>
          <pc:sldMk cId="0" sldId="267"/>
        </pc:sldMkLst>
        <pc:spChg chg="mod">
          <ac:chgData name="Phan, Tiffany M Capt USAF USAFA AW/ESCS" userId="a0ed988f-3bd3-448a-ab68-f6eca8eadb00" providerId="ADAL" clId="{D74FDB2A-C6F9-423C-9DA7-5C8A44CC196C}" dt="2026-09-08T06:06:45.199" v="152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06:45.199" v="152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07:58.545" v="168" actId="1036"/>
          <ac:spMkLst>
            <pc:docMk/>
            <pc:sldMk cId="0" sldId="267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08:01.434" v="169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07:01.310" v="154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5:33:30.091" v="113"/>
          <ac:spMkLst>
            <pc:docMk/>
            <pc:sldMk cId="0" sldId="267"/>
            <ac:spMk id="12" creationId="{52247A25-DB27-CF76-D177-BACCB8DA3B90}"/>
          </ac:spMkLst>
        </pc:spChg>
        <pc:spChg chg="mod">
          <ac:chgData name="Phan, Tiffany M Capt USAF USAFA AW/ESCS" userId="a0ed988f-3bd3-448a-ab68-f6eca8eadb00" providerId="ADAL" clId="{D74FDB2A-C6F9-423C-9DA7-5C8A44CC196C}" dt="2026-09-08T05:33:37.197" v="114"/>
          <ac:spMkLst>
            <pc:docMk/>
            <pc:sldMk cId="0" sldId="267"/>
            <ac:spMk id="14" creationId="{8DA9B09A-5935-F0C7-827F-5B80F01CC805}"/>
          </ac:spMkLst>
        </pc:spChg>
        <pc:spChg chg="add">
          <ac:chgData name="Phan, Tiffany M Capt USAF USAFA AW/ESCS" userId="a0ed988f-3bd3-448a-ab68-f6eca8eadb00" providerId="ADAL" clId="{D74FDB2A-C6F9-423C-9DA7-5C8A44CC196C}" dt="2026-09-08T06:07:03.232" v="155" actId="22"/>
          <ac:spMkLst>
            <pc:docMk/>
            <pc:sldMk cId="0" sldId="267"/>
            <ac:spMk id="30" creationId="{61E01A0E-EDC4-E5D9-16A6-94FACCD55855}"/>
          </ac:spMkLst>
        </pc:spChg>
        <pc:spChg chg="add">
          <ac:chgData name="Phan, Tiffany M Capt USAF USAFA AW/ESCS" userId="a0ed988f-3bd3-448a-ab68-f6eca8eadb00" providerId="ADAL" clId="{D74FDB2A-C6F9-423C-9DA7-5C8A44CC196C}" dt="2026-09-08T06:07:03.232" v="155" actId="22"/>
          <ac:spMkLst>
            <pc:docMk/>
            <pc:sldMk cId="0" sldId="267"/>
            <ac:spMk id="34" creationId="{F63772A2-A320-E7D3-E513-74C3FD6D57A0}"/>
          </ac:spMkLst>
        </pc:spChg>
        <pc:spChg chg="add">
          <ac:chgData name="Phan, Tiffany M Capt USAF USAFA AW/ESCS" userId="a0ed988f-3bd3-448a-ab68-f6eca8eadb00" providerId="ADAL" clId="{D74FDB2A-C6F9-423C-9DA7-5C8A44CC196C}" dt="2026-09-08T06:07:03.232" v="155" actId="22"/>
          <ac:spMkLst>
            <pc:docMk/>
            <pc:sldMk cId="0" sldId="267"/>
            <ac:spMk id="40" creationId="{91B40751-043E-0E30-37AE-5279F7E8AF67}"/>
          </ac:spMkLst>
        </pc:spChg>
        <pc:spChg chg="add">
          <ac:chgData name="Phan, Tiffany M Capt USAF USAFA AW/ESCS" userId="a0ed988f-3bd3-448a-ab68-f6eca8eadb00" providerId="ADAL" clId="{D74FDB2A-C6F9-423C-9DA7-5C8A44CC196C}" dt="2026-09-08T06:07:03.232" v="155" actId="22"/>
          <ac:spMkLst>
            <pc:docMk/>
            <pc:sldMk cId="0" sldId="267"/>
            <ac:spMk id="42" creationId="{0339942B-D03E-0990-108A-D01BF713481F}"/>
          </ac:spMkLst>
        </pc:spChg>
        <pc:spChg chg="add">
          <ac:chgData name="Phan, Tiffany M Capt USAF USAFA AW/ESCS" userId="a0ed988f-3bd3-448a-ab68-f6eca8eadb00" providerId="ADAL" clId="{D74FDB2A-C6F9-423C-9DA7-5C8A44CC196C}" dt="2026-09-08T06:07:03.232" v="155" actId="22"/>
          <ac:spMkLst>
            <pc:docMk/>
            <pc:sldMk cId="0" sldId="267"/>
            <ac:spMk id="44" creationId="{56495EA3-5D51-1CC8-FB6C-D42630D1E921}"/>
          </ac:spMkLst>
        </pc:spChg>
        <pc:spChg chg="add">
          <ac:chgData name="Phan, Tiffany M Capt USAF USAFA AW/ESCS" userId="a0ed988f-3bd3-448a-ab68-f6eca8eadb00" providerId="ADAL" clId="{D74FDB2A-C6F9-423C-9DA7-5C8A44CC196C}" dt="2026-09-08T06:07:03.232" v="155" actId="22"/>
          <ac:spMkLst>
            <pc:docMk/>
            <pc:sldMk cId="0" sldId="267"/>
            <ac:spMk id="46" creationId="{08358187-244E-9FE3-2323-129A1288EF2B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0:16.371" v="198" actId="207"/>
          <ac:spMkLst>
            <pc:docMk/>
            <pc:sldMk cId="0" sldId="267"/>
            <ac:spMk id="53" creationId="{14C8C1FB-EFD6-6326-2062-768C72796C81}"/>
          </ac:spMkLst>
        </pc:spChg>
      </pc:sldChg>
      <pc:sldChg chg="addSp delSp modSp mod delAnim modAnim modNotesTx">
        <pc:chgData name="Phan, Tiffany M Capt USAF USAFA AW/ESCS" userId="a0ed988f-3bd3-448a-ab68-f6eca8eadb00" providerId="ADAL" clId="{D74FDB2A-C6F9-423C-9DA7-5C8A44CC196C}" dt="2026-09-08T08:29:58.304" v="1872" actId="20577"/>
        <pc:sldMkLst>
          <pc:docMk/>
          <pc:sldMk cId="0" sldId="268"/>
        </pc:sldMkLst>
        <pc:spChg chg="mod">
          <ac:chgData name="Phan, Tiffany M Capt USAF USAFA AW/ESCS" userId="a0ed988f-3bd3-448a-ab68-f6eca8eadb00" providerId="ADAL" clId="{D74FDB2A-C6F9-423C-9DA7-5C8A44CC196C}" dt="2026-09-08T06:09:01.885" v="182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09:01.885" v="182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09:27.606" v="194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09:23.998" v="193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09:18.653" v="192" actId="1076"/>
          <ac:spMkLst>
            <pc:docMk/>
            <pc:sldMk cId="0" sldId="268"/>
            <ac:spMk id="10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8:29:28.883" v="1870" actId="20577"/>
          <ac:spMkLst>
            <pc:docMk/>
            <pc:sldMk cId="0" sldId="268"/>
            <ac:spMk id="12" creationId="{5403266B-A32D-1534-4111-1F88DBBF3D5B}"/>
          </ac:spMkLst>
        </pc:spChg>
        <pc:spChg chg="add mod">
          <ac:chgData name="Phan, Tiffany M Capt USAF USAFA AW/ESCS" userId="a0ed988f-3bd3-448a-ab68-f6eca8eadb00" providerId="ADAL" clId="{D74FDB2A-C6F9-423C-9DA7-5C8A44CC196C}" dt="2026-09-08T06:08:47.361" v="176"/>
          <ac:spMkLst>
            <pc:docMk/>
            <pc:sldMk cId="0" sldId="268"/>
            <ac:spMk id="14" creationId="{86F600A8-9FDF-1037-37C5-D65D67A2A0D8}"/>
          </ac:spMkLst>
        </pc:spChg>
        <pc:spChg chg="add">
          <ac:chgData name="Phan, Tiffany M Capt USAF USAFA AW/ESCS" userId="a0ed988f-3bd3-448a-ab68-f6eca8eadb00" providerId="ADAL" clId="{D74FDB2A-C6F9-423C-9DA7-5C8A44CC196C}" dt="2026-09-08T06:09:35.370" v="195" actId="22"/>
          <ac:spMkLst>
            <pc:docMk/>
            <pc:sldMk cId="0" sldId="268"/>
            <ac:spMk id="16" creationId="{E810057B-E57C-0599-BFEE-6C7659554380}"/>
          </ac:spMkLst>
        </pc:spChg>
        <pc:spChg chg="add">
          <ac:chgData name="Phan, Tiffany M Capt USAF USAFA AW/ESCS" userId="a0ed988f-3bd3-448a-ab68-f6eca8eadb00" providerId="ADAL" clId="{D74FDB2A-C6F9-423C-9DA7-5C8A44CC196C}" dt="2026-09-08T06:09:35.370" v="195" actId="22"/>
          <ac:spMkLst>
            <pc:docMk/>
            <pc:sldMk cId="0" sldId="268"/>
            <ac:spMk id="18" creationId="{7257868F-6F60-D414-89CE-290884CB34F8}"/>
          </ac:spMkLst>
        </pc:spChg>
        <pc:spChg chg="add">
          <ac:chgData name="Phan, Tiffany M Capt USAF USAFA AW/ESCS" userId="a0ed988f-3bd3-448a-ab68-f6eca8eadb00" providerId="ADAL" clId="{D74FDB2A-C6F9-423C-9DA7-5C8A44CC196C}" dt="2026-09-08T06:09:35.370" v="195" actId="22"/>
          <ac:spMkLst>
            <pc:docMk/>
            <pc:sldMk cId="0" sldId="268"/>
            <ac:spMk id="20" creationId="{D5C2B705-C7A9-9010-6C9D-4865B4ED0572}"/>
          </ac:spMkLst>
        </pc:spChg>
        <pc:spChg chg="add">
          <ac:chgData name="Phan, Tiffany M Capt USAF USAFA AW/ESCS" userId="a0ed988f-3bd3-448a-ab68-f6eca8eadb00" providerId="ADAL" clId="{D74FDB2A-C6F9-423C-9DA7-5C8A44CC196C}" dt="2026-09-08T06:09:35.370" v="195" actId="22"/>
          <ac:spMkLst>
            <pc:docMk/>
            <pc:sldMk cId="0" sldId="268"/>
            <ac:spMk id="22" creationId="{23E5E17C-62F6-2DCC-040B-0B0052F7D55E}"/>
          </ac:spMkLst>
        </pc:spChg>
        <pc:spChg chg="add">
          <ac:chgData name="Phan, Tiffany M Capt USAF USAFA AW/ESCS" userId="a0ed988f-3bd3-448a-ab68-f6eca8eadb00" providerId="ADAL" clId="{D74FDB2A-C6F9-423C-9DA7-5C8A44CC196C}" dt="2026-09-08T06:09:35.370" v="195" actId="22"/>
          <ac:spMkLst>
            <pc:docMk/>
            <pc:sldMk cId="0" sldId="268"/>
            <ac:spMk id="26" creationId="{E4E82992-0F2C-51B9-0FDA-0E855B9001DC}"/>
          </ac:spMkLst>
        </pc:spChg>
        <pc:spChg chg="add">
          <ac:chgData name="Phan, Tiffany M Capt USAF USAFA AW/ESCS" userId="a0ed988f-3bd3-448a-ab68-f6eca8eadb00" providerId="ADAL" clId="{D74FDB2A-C6F9-423C-9DA7-5C8A44CC196C}" dt="2026-09-08T06:09:35.370" v="195" actId="22"/>
          <ac:spMkLst>
            <pc:docMk/>
            <pc:sldMk cId="0" sldId="268"/>
            <ac:spMk id="28" creationId="{1522528C-8D1E-3A28-D9C8-582F152EA276}"/>
          </ac:spMkLst>
        </pc:spChg>
        <pc:spChg chg="add">
          <ac:chgData name="Phan, Tiffany M Capt USAF USAFA AW/ESCS" userId="a0ed988f-3bd3-448a-ab68-f6eca8eadb00" providerId="ADAL" clId="{D74FDB2A-C6F9-423C-9DA7-5C8A44CC196C}" dt="2026-09-08T06:09:35.370" v="195" actId="22"/>
          <ac:spMkLst>
            <pc:docMk/>
            <pc:sldMk cId="0" sldId="268"/>
            <ac:spMk id="32" creationId="{BD03DB9C-3941-EA51-4F3C-A053175B344A}"/>
          </ac:spMkLst>
        </pc:spChg>
        <pc:spChg chg="add">
          <ac:chgData name="Phan, Tiffany M Capt USAF USAFA AW/ESCS" userId="a0ed988f-3bd3-448a-ab68-f6eca8eadb00" providerId="ADAL" clId="{D74FDB2A-C6F9-423C-9DA7-5C8A44CC196C}" dt="2026-09-08T06:09:35.370" v="195" actId="22"/>
          <ac:spMkLst>
            <pc:docMk/>
            <pc:sldMk cId="0" sldId="268"/>
            <ac:spMk id="34" creationId="{3E604627-57F5-BF9B-E017-C6E744FE39F9}"/>
          </ac:spMkLst>
        </pc:spChg>
        <pc:spChg chg="add">
          <ac:chgData name="Phan, Tiffany M Capt USAF USAFA AW/ESCS" userId="a0ed988f-3bd3-448a-ab68-f6eca8eadb00" providerId="ADAL" clId="{D74FDB2A-C6F9-423C-9DA7-5C8A44CC196C}" dt="2026-09-08T06:09:35.370" v="195" actId="22"/>
          <ac:spMkLst>
            <pc:docMk/>
            <pc:sldMk cId="0" sldId="268"/>
            <ac:spMk id="36" creationId="{A31BFE0D-518C-D07C-93CB-4CB3F8A54D51}"/>
          </ac:spMkLst>
        </pc:spChg>
        <pc:spChg chg="add">
          <ac:chgData name="Phan, Tiffany M Capt USAF USAFA AW/ESCS" userId="a0ed988f-3bd3-448a-ab68-f6eca8eadb00" providerId="ADAL" clId="{D74FDB2A-C6F9-423C-9DA7-5C8A44CC196C}" dt="2026-09-08T06:09:35.370" v="195" actId="22"/>
          <ac:spMkLst>
            <pc:docMk/>
            <pc:sldMk cId="0" sldId="268"/>
            <ac:spMk id="38" creationId="{39E4DCD7-FB31-CA7D-D1AE-10C942FDB044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6:15:59.859" v="255" actId="1076"/>
        <pc:sldMkLst>
          <pc:docMk/>
          <pc:sldMk cId="0" sldId="269"/>
        </pc:sldMkLst>
        <pc:spChg chg="mod">
          <ac:chgData name="Phan, Tiffany M Capt USAF USAFA AW/ESCS" userId="a0ed988f-3bd3-448a-ab68-f6eca8eadb00" providerId="ADAL" clId="{D74FDB2A-C6F9-423C-9DA7-5C8A44CC196C}" dt="2026-09-08T06:15:56.319" v="254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15:56.319" v="254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15:56.319" v="254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15:56.319" v="254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15:56.319" v="254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15:56.319" v="254" actId="1076"/>
          <ac:spMkLst>
            <pc:docMk/>
            <pc:sldMk cId="0" sldId="269"/>
            <ac:spMk id="20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1:16.939" v="206"/>
          <ac:spMkLst>
            <pc:docMk/>
            <pc:sldMk cId="0" sldId="269"/>
            <ac:spMk id="23" creationId="{94645056-7415-7B28-5038-54E86C76C32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1:21.811" v="209"/>
          <ac:spMkLst>
            <pc:docMk/>
            <pc:sldMk cId="0" sldId="269"/>
            <ac:spMk id="25" creationId="{1C5DC8A9-2AB0-8264-1DB8-826591D90CFA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59.859" v="255" actId="1076"/>
          <ac:spMkLst>
            <pc:docMk/>
            <pc:sldMk cId="0" sldId="269"/>
            <ac:spMk id="27" creationId="{7F4A797F-AC41-8053-FC07-353244CD6DA9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59.859" v="255" actId="1076"/>
          <ac:spMkLst>
            <pc:docMk/>
            <pc:sldMk cId="0" sldId="269"/>
            <ac:spMk id="29" creationId="{E021CB9A-9DBC-F60B-9869-55F6DB5A27C9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59.859" v="255" actId="1076"/>
          <ac:spMkLst>
            <pc:docMk/>
            <pc:sldMk cId="0" sldId="269"/>
            <ac:spMk id="31" creationId="{75E83813-7D20-8DB5-09DE-103C094734FF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59.859" v="255" actId="1076"/>
          <ac:spMkLst>
            <pc:docMk/>
            <pc:sldMk cId="0" sldId="269"/>
            <ac:spMk id="33" creationId="{DFA693AB-DC08-24E2-343F-60F2E08377BD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59.859" v="255" actId="1076"/>
          <ac:spMkLst>
            <pc:docMk/>
            <pc:sldMk cId="0" sldId="269"/>
            <ac:spMk id="35" creationId="{5A77B8CC-23FC-8ED7-D465-E798A3E049E9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59.859" v="255" actId="1076"/>
          <ac:spMkLst>
            <pc:docMk/>
            <pc:sldMk cId="0" sldId="269"/>
            <ac:spMk id="37" creationId="{B5B3D14A-87F8-00A1-20C7-780D6CF618D2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59.859" v="255" actId="1076"/>
          <ac:spMkLst>
            <pc:docMk/>
            <pc:sldMk cId="0" sldId="269"/>
            <ac:spMk id="39" creationId="{93D7E33B-2FEE-DC7F-688B-22DE6CB7DCCE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05.627" v="242" actId="1076"/>
          <ac:spMkLst>
            <pc:docMk/>
            <pc:sldMk cId="0" sldId="269"/>
            <ac:spMk id="43" creationId="{4DA8C768-A11E-4CE1-A46E-6D72F679725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05.627" v="242" actId="1076"/>
          <ac:spMkLst>
            <pc:docMk/>
            <pc:sldMk cId="0" sldId="269"/>
            <ac:spMk id="45" creationId="{0DE1984E-43BE-AB2F-8F1C-56960772D94F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05.627" v="242" actId="1076"/>
          <ac:spMkLst>
            <pc:docMk/>
            <pc:sldMk cId="0" sldId="269"/>
            <ac:spMk id="47" creationId="{65ECE6D3-52D1-C338-E164-108C450E02BE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05.627" v="242" actId="1076"/>
          <ac:spMkLst>
            <pc:docMk/>
            <pc:sldMk cId="0" sldId="269"/>
            <ac:spMk id="49" creationId="{80161F83-ABBA-5580-B45E-3A6A1F3B7ECE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05.627" v="242" actId="1076"/>
          <ac:spMkLst>
            <pc:docMk/>
            <pc:sldMk cId="0" sldId="269"/>
            <ac:spMk id="53" creationId="{30A36A9A-215C-CC6F-7C02-8E6B5D24E0D7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05.627" v="242" actId="1076"/>
          <ac:spMkLst>
            <pc:docMk/>
            <pc:sldMk cId="0" sldId="269"/>
            <ac:spMk id="55" creationId="{6B9D619B-90C9-0C7B-1806-62B12466F537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05.627" v="242" actId="1076"/>
          <ac:spMkLst>
            <pc:docMk/>
            <pc:sldMk cId="0" sldId="269"/>
            <ac:spMk id="57" creationId="{6669F202-75AD-B259-61EF-4626D100AEDD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05.627" v="242" actId="1076"/>
          <ac:spMkLst>
            <pc:docMk/>
            <pc:sldMk cId="0" sldId="269"/>
            <ac:spMk id="59" creationId="{21E31191-2368-5AB1-DDDF-D0C8E25507EF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5:05.627" v="242" actId="1076"/>
          <ac:spMkLst>
            <pc:docMk/>
            <pc:sldMk cId="0" sldId="269"/>
            <ac:spMk id="61" creationId="{52FB03B0-5E99-7314-0D32-24F44245D269}"/>
          </ac:spMkLst>
        </pc:spChg>
        <pc:picChg chg="add mod">
          <ac:chgData name="Phan, Tiffany M Capt USAF USAFA AW/ESCS" userId="a0ed988f-3bd3-448a-ab68-f6eca8eadb00" providerId="ADAL" clId="{D74FDB2A-C6F9-423C-9DA7-5C8A44CC196C}" dt="2026-09-08T06:15:25.407" v="253" actId="14100"/>
          <ac:picMkLst>
            <pc:docMk/>
            <pc:sldMk cId="0" sldId="269"/>
            <ac:picMk id="79" creationId="{4EAA11C3-BB72-6BC7-3E71-0715685186EE}"/>
          </ac:picMkLst>
        </pc:picChg>
      </pc:sldChg>
      <pc:sldChg chg="addSp delSp modSp mod">
        <pc:chgData name="Phan, Tiffany M Capt USAF USAFA AW/ESCS" userId="a0ed988f-3bd3-448a-ab68-f6eca8eadb00" providerId="ADAL" clId="{D74FDB2A-C6F9-423C-9DA7-5C8A44CC196C}" dt="2026-09-08T06:23:50.896" v="301" actId="14100"/>
        <pc:sldMkLst>
          <pc:docMk/>
          <pc:sldMk cId="0" sldId="270"/>
        </pc:sldMkLst>
        <pc:spChg chg="mod">
          <ac:chgData name="Phan, Tiffany M Capt USAF USAFA AW/ESCS" userId="a0ed988f-3bd3-448a-ab68-f6eca8eadb00" providerId="ADAL" clId="{D74FDB2A-C6F9-423C-9DA7-5C8A44CC196C}" dt="2026-09-08T06:23:50.896" v="301" actId="14100"/>
          <ac:spMkLst>
            <pc:docMk/>
            <pc:sldMk cId="0" sldId="270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23:50.896" v="301" actId="14100"/>
          <ac:spMkLst>
            <pc:docMk/>
            <pc:sldMk cId="0" sldId="270"/>
            <ac:spMk id="7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6:19.073" v="259"/>
          <ac:spMkLst>
            <pc:docMk/>
            <pc:sldMk cId="0" sldId="270"/>
            <ac:spMk id="10" creationId="{FAB0016A-3D65-3110-C5FB-828C8CCFD0D5}"/>
          </ac:spMkLst>
        </pc:spChg>
        <pc:spChg chg="add mod">
          <ac:chgData name="Phan, Tiffany M Capt USAF USAFA AW/ESCS" userId="a0ed988f-3bd3-448a-ab68-f6eca8eadb00" providerId="ADAL" clId="{D74FDB2A-C6F9-423C-9DA7-5C8A44CC196C}" dt="2026-09-08T06:16:34.878" v="264" actId="114"/>
          <ac:spMkLst>
            <pc:docMk/>
            <pc:sldMk cId="0" sldId="270"/>
            <ac:spMk id="12" creationId="{6577E12C-B578-1F3F-2797-9F320EF931F7}"/>
          </ac:spMkLst>
        </pc:spChg>
      </pc:sldChg>
      <pc:sldChg chg="addSp delSp modSp mod modNotesTx">
        <pc:chgData name="Phan, Tiffany M Capt USAF USAFA AW/ESCS" userId="a0ed988f-3bd3-448a-ab68-f6eca8eadb00" providerId="ADAL" clId="{D74FDB2A-C6F9-423C-9DA7-5C8A44CC196C}" dt="2026-09-08T08:32:51.446" v="1960" actId="20577"/>
        <pc:sldMkLst>
          <pc:docMk/>
          <pc:sldMk cId="0" sldId="271"/>
        </pc:sldMkLst>
        <pc:spChg chg="mod">
          <ac:chgData name="Phan, Tiffany M Capt USAF USAFA AW/ESCS" userId="a0ed988f-3bd3-448a-ab68-f6eca8eadb00" providerId="ADAL" clId="{D74FDB2A-C6F9-423C-9DA7-5C8A44CC196C}" dt="2026-09-08T06:26:44.987" v="382" actId="114"/>
          <ac:spMkLst>
            <pc:docMk/>
            <pc:sldMk cId="0" sldId="271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25:05.510" v="348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25:05.510" v="348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25:05.510" v="348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25:05.510" v="348" actId="107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25:05.510" v="348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25:10.777" v="350" actId="403"/>
          <ac:spMkLst>
            <pc:docMk/>
            <pc:sldMk cId="0" sldId="271"/>
            <ac:spMk id="12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24:08.209" v="306"/>
          <ac:spMkLst>
            <pc:docMk/>
            <pc:sldMk cId="0" sldId="271"/>
            <ac:spMk id="14" creationId="{272A0983-6548-CE54-8F4E-797318A2EC1D}"/>
          </ac:spMkLst>
        </pc:spChg>
        <pc:spChg chg="add mod">
          <ac:chgData name="Phan, Tiffany M Capt USAF USAFA AW/ESCS" userId="a0ed988f-3bd3-448a-ab68-f6eca8eadb00" providerId="ADAL" clId="{D74FDB2A-C6F9-423C-9DA7-5C8A44CC196C}" dt="2026-09-08T06:24:13.571" v="309"/>
          <ac:spMkLst>
            <pc:docMk/>
            <pc:sldMk cId="0" sldId="271"/>
            <ac:spMk id="16" creationId="{7F30AD19-A035-89CE-7A2F-4E9AC1C05E6A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6:28:06.845" v="447" actId="1035"/>
        <pc:sldMkLst>
          <pc:docMk/>
          <pc:sldMk cId="0" sldId="272"/>
        </pc:sldMkLst>
        <pc:spChg chg="mod">
          <ac:chgData name="Phan, Tiffany M Capt USAF USAFA AW/ESCS" userId="a0ed988f-3bd3-448a-ab68-f6eca8eadb00" providerId="ADAL" clId="{D74FDB2A-C6F9-423C-9DA7-5C8A44CC196C}" dt="2026-09-08T06:28:06.845" v="447" actId="1035"/>
          <ac:spMkLst>
            <pc:docMk/>
            <pc:sldMk cId="0" sldId="272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28:06.845" v="447" actId="1035"/>
          <ac:spMkLst>
            <pc:docMk/>
            <pc:sldMk cId="0" sldId="272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28:06.845" v="447" actId="1035"/>
          <ac:spMkLst>
            <pc:docMk/>
            <pc:sldMk cId="0" sldId="272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27:58.239" v="411" actId="20577"/>
          <ac:spMkLst>
            <pc:docMk/>
            <pc:sldMk cId="0" sldId="272"/>
            <ac:spMk id="9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27:02.418" v="387"/>
          <ac:spMkLst>
            <pc:docMk/>
            <pc:sldMk cId="0" sldId="272"/>
            <ac:spMk id="11" creationId="{209630ED-3717-08F4-A3F5-C698CF2FD689}"/>
          </ac:spMkLst>
        </pc:spChg>
        <pc:spChg chg="add mod">
          <ac:chgData name="Phan, Tiffany M Capt USAF USAFA AW/ESCS" userId="a0ed988f-3bd3-448a-ab68-f6eca8eadb00" providerId="ADAL" clId="{D74FDB2A-C6F9-423C-9DA7-5C8A44CC196C}" dt="2026-09-08T06:27:08.664" v="390"/>
          <ac:spMkLst>
            <pc:docMk/>
            <pc:sldMk cId="0" sldId="272"/>
            <ac:spMk id="13" creationId="{E05ABF9E-FDCB-C63A-2B45-4A59C4948927}"/>
          </ac:spMkLst>
        </pc:spChg>
      </pc:sldChg>
      <pc:sldChg chg="addSp delSp modSp mod modNotesTx">
        <pc:chgData name="Phan, Tiffany M Capt USAF USAFA AW/ESCS" userId="a0ed988f-3bd3-448a-ab68-f6eca8eadb00" providerId="ADAL" clId="{D74FDB2A-C6F9-423C-9DA7-5C8A44CC196C}" dt="2026-09-08T08:31:32.662" v="1903" actId="20577"/>
        <pc:sldMkLst>
          <pc:docMk/>
          <pc:sldMk cId="0" sldId="273"/>
        </pc:sldMkLst>
        <pc:spChg chg="mod">
          <ac:chgData name="Phan, Tiffany M Capt USAF USAFA AW/ESCS" userId="a0ed988f-3bd3-448a-ab68-f6eca8eadb00" providerId="ADAL" clId="{D74FDB2A-C6F9-423C-9DA7-5C8A44CC196C}" dt="2026-09-08T06:30:42.724" v="497" actId="103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30:35.754" v="487" actId="403"/>
          <ac:spMkLst>
            <pc:docMk/>
            <pc:sldMk cId="0" sldId="273"/>
            <ac:spMk id="19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28:48.085" v="453"/>
          <ac:spMkLst>
            <pc:docMk/>
            <pc:sldMk cId="0" sldId="273"/>
            <ac:spMk id="23" creationId="{3D95FDE6-D5E6-D27F-06E4-2382DFA86AC5}"/>
          </ac:spMkLst>
        </pc:spChg>
        <pc:spChg chg="add mod">
          <ac:chgData name="Phan, Tiffany M Capt USAF USAFA AW/ESCS" userId="a0ed988f-3bd3-448a-ab68-f6eca8eadb00" providerId="ADAL" clId="{D74FDB2A-C6F9-423C-9DA7-5C8A44CC196C}" dt="2026-09-08T06:28:54.346" v="456"/>
          <ac:spMkLst>
            <pc:docMk/>
            <pc:sldMk cId="0" sldId="273"/>
            <ac:spMk id="25" creationId="{80585098-9966-10DB-BA93-F816B9B09D0E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0:42.724" v="497" actId="1036"/>
          <ac:spMkLst>
            <pc:docMk/>
            <pc:sldMk cId="0" sldId="273"/>
            <ac:spMk id="27" creationId="{F8665E83-5956-9459-17E3-FD2F38EFB9E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0:42.724" v="497" actId="1036"/>
          <ac:spMkLst>
            <pc:docMk/>
            <pc:sldMk cId="0" sldId="273"/>
            <ac:spMk id="29" creationId="{9836575F-C550-4FB8-7740-F9430825ADD7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0:42.724" v="497" actId="1036"/>
          <ac:spMkLst>
            <pc:docMk/>
            <pc:sldMk cId="0" sldId="273"/>
            <ac:spMk id="31" creationId="{A928554E-1963-27FE-B8EE-03ED7BE8D1B3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0:42.724" v="497" actId="1036"/>
          <ac:spMkLst>
            <pc:docMk/>
            <pc:sldMk cId="0" sldId="273"/>
            <ac:spMk id="33" creationId="{98901582-5359-B261-185B-A4E81ACBAF13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0:42.724" v="497" actId="1036"/>
          <ac:spMkLst>
            <pc:docMk/>
            <pc:sldMk cId="0" sldId="273"/>
            <ac:spMk id="35" creationId="{B41F84FA-9EBF-081B-381B-EC9BC44DD0B5}"/>
          </ac:spMkLst>
        </pc:spChg>
        <pc:spChg chg="mod">
          <ac:chgData name="Phan, Tiffany M Capt USAF USAFA AW/ESCS" userId="a0ed988f-3bd3-448a-ab68-f6eca8eadb00" providerId="ADAL" clId="{D74FDB2A-C6F9-423C-9DA7-5C8A44CC196C}" dt="2026-09-08T06:30:10.083" v="469" actId="207"/>
          <ac:spMkLst>
            <pc:docMk/>
            <pc:sldMk cId="0" sldId="273"/>
            <ac:spMk id="37" creationId="{6764D769-28F2-AD12-AE9D-21D95EECACE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29:41.705" v="467" actId="1076"/>
          <ac:spMkLst>
            <pc:docMk/>
            <pc:sldMk cId="0" sldId="273"/>
            <ac:spMk id="39" creationId="{FC8AFCE7-97BA-0F5B-B84B-20A89324390B}"/>
          </ac:spMkLst>
        </pc:spChg>
        <pc:spChg chg="mod">
          <ac:chgData name="Phan, Tiffany M Capt USAF USAFA AW/ESCS" userId="a0ed988f-3bd3-448a-ab68-f6eca8eadb00" providerId="ADAL" clId="{D74FDB2A-C6F9-423C-9DA7-5C8A44CC196C}" dt="2026-09-08T06:30:10.083" v="469" actId="207"/>
          <ac:spMkLst>
            <pc:docMk/>
            <pc:sldMk cId="0" sldId="273"/>
            <ac:spMk id="41" creationId="{CCFFE019-BFEB-2DFB-24AE-9FF771969D92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0:42.724" v="497" actId="1036"/>
          <ac:spMkLst>
            <pc:docMk/>
            <pc:sldMk cId="0" sldId="273"/>
            <ac:spMk id="43" creationId="{CE73C20F-A2E4-CE3C-5876-EEF2A32C79DC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0:42.724" v="497" actId="1036"/>
          <ac:spMkLst>
            <pc:docMk/>
            <pc:sldMk cId="0" sldId="273"/>
            <ac:spMk id="45" creationId="{3717449D-F97A-AA79-CC5B-88A641F37787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0:42.724" v="497" actId="1036"/>
          <ac:spMkLst>
            <pc:docMk/>
            <pc:sldMk cId="0" sldId="273"/>
            <ac:spMk id="47" creationId="{8D6C6C50-3EBF-618F-4C8A-5FDF51E6D1D7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0:42.724" v="497" actId="1036"/>
          <ac:spMkLst>
            <pc:docMk/>
            <pc:sldMk cId="0" sldId="273"/>
            <ac:spMk id="49" creationId="{04FDB09B-C7C8-ECED-3EF5-4FBB01F00BA8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6:33:13.445" v="583" actId="1076"/>
        <pc:sldMkLst>
          <pc:docMk/>
          <pc:sldMk cId="0" sldId="274"/>
        </pc:sldMkLst>
        <pc:spChg chg="mod">
          <ac:chgData name="Phan, Tiffany M Capt USAF USAFA AW/ESCS" userId="a0ed988f-3bd3-448a-ab68-f6eca8eadb00" providerId="ADAL" clId="{D74FDB2A-C6F9-423C-9DA7-5C8A44CC196C}" dt="2026-09-08T06:32:50.557" v="570" actId="107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32:36.186" v="554" actId="107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32:53.742" v="571" actId="1076"/>
          <ac:spMkLst>
            <pc:docMk/>
            <pc:sldMk cId="0" sldId="274"/>
            <ac:spMk id="3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33:13.445" v="583" actId="1076"/>
          <ac:spMkLst>
            <pc:docMk/>
            <pc:sldMk cId="0" sldId="274"/>
            <ac:spMk id="33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06.176" v="503"/>
          <ac:spMkLst>
            <pc:docMk/>
            <pc:sldMk cId="0" sldId="274"/>
            <ac:spMk id="35" creationId="{774F0762-DC45-33CD-AB79-325B852FB126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12.870" v="506"/>
          <ac:spMkLst>
            <pc:docMk/>
            <pc:sldMk cId="0" sldId="274"/>
            <ac:spMk id="37" creationId="{0CADE472-2221-AD9B-70D1-6FC992795472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22.885" v="507" actId="1076"/>
          <ac:spMkLst>
            <pc:docMk/>
            <pc:sldMk cId="0" sldId="274"/>
            <ac:spMk id="39" creationId="{A4A4E205-1C1E-8CDF-2B3B-42FD7D7841E2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22.885" v="507" actId="1076"/>
          <ac:spMkLst>
            <pc:docMk/>
            <pc:sldMk cId="0" sldId="274"/>
            <ac:spMk id="41" creationId="{A6B76A81-049C-A44F-6A1C-1A6B6DA5C793}"/>
          </ac:spMkLst>
        </pc:spChg>
        <pc:spChg chg="mod">
          <ac:chgData name="Phan, Tiffany M Capt USAF USAFA AW/ESCS" userId="a0ed988f-3bd3-448a-ab68-f6eca8eadb00" providerId="ADAL" clId="{D74FDB2A-C6F9-423C-9DA7-5C8A44CC196C}" dt="2026-09-08T06:31:22.885" v="507" actId="1076"/>
          <ac:spMkLst>
            <pc:docMk/>
            <pc:sldMk cId="0" sldId="274"/>
            <ac:spMk id="43" creationId="{7772B14E-DD3E-4F4F-8FAD-F69101339CEF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22.885" v="507" actId="1076"/>
          <ac:spMkLst>
            <pc:docMk/>
            <pc:sldMk cId="0" sldId="274"/>
            <ac:spMk id="45" creationId="{5009EB00-6C73-5527-8EB4-3974D4DC898A}"/>
          </ac:spMkLst>
        </pc:spChg>
        <pc:spChg chg="mod">
          <ac:chgData name="Phan, Tiffany M Capt USAF USAFA AW/ESCS" userId="a0ed988f-3bd3-448a-ab68-f6eca8eadb00" providerId="ADAL" clId="{D74FDB2A-C6F9-423C-9DA7-5C8A44CC196C}" dt="2026-09-08T06:31:22.885" v="507" actId="1076"/>
          <ac:spMkLst>
            <pc:docMk/>
            <pc:sldMk cId="0" sldId="274"/>
            <ac:spMk id="47" creationId="{4FC71140-F651-86D0-128E-BBCCE6DED754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22.885" v="507" actId="1076"/>
          <ac:spMkLst>
            <pc:docMk/>
            <pc:sldMk cId="0" sldId="274"/>
            <ac:spMk id="53" creationId="{21FF5D04-08ED-75B9-F7DD-66E569DD9B1D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22.885" v="507" actId="1076"/>
          <ac:spMkLst>
            <pc:docMk/>
            <pc:sldMk cId="0" sldId="274"/>
            <ac:spMk id="55" creationId="{BFF6CA03-B80B-6B3A-9939-36E15AC8BDEA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22.885" v="507" actId="1076"/>
          <ac:spMkLst>
            <pc:docMk/>
            <pc:sldMk cId="0" sldId="274"/>
            <ac:spMk id="57" creationId="{704E78AB-8FEA-349C-D664-E72E30A250E9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22.885" v="507" actId="1076"/>
          <ac:spMkLst>
            <pc:docMk/>
            <pc:sldMk cId="0" sldId="274"/>
            <ac:spMk id="59" creationId="{69930BE0-703C-4EC7-CE90-17E0DB4F5BEB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22.885" v="507" actId="1076"/>
          <ac:spMkLst>
            <pc:docMk/>
            <pc:sldMk cId="0" sldId="274"/>
            <ac:spMk id="61" creationId="{42840758-4479-4743-694F-13C91CB74C2A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2:17.906" v="552" actId="207"/>
          <ac:spMkLst>
            <pc:docMk/>
            <pc:sldMk cId="0" sldId="274"/>
            <ac:spMk id="62" creationId="{51EF2358-F777-04B9-F046-73BC59BCA79A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2:17.906" v="552" actId="207"/>
          <ac:spMkLst>
            <pc:docMk/>
            <pc:sldMk cId="0" sldId="274"/>
            <ac:spMk id="63" creationId="{CD795F64-5080-BC3D-07E9-5F3825601C7B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2:17.906" v="552" actId="207"/>
          <ac:spMkLst>
            <pc:docMk/>
            <pc:sldMk cId="0" sldId="274"/>
            <ac:spMk id="65" creationId="{4DDB7D7D-C431-189F-3286-A5C593143FB3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28.935" v="509" actId="1076"/>
          <ac:spMkLst>
            <pc:docMk/>
            <pc:sldMk cId="0" sldId="274"/>
            <ac:spMk id="66" creationId="{C7285078-ED95-749A-768A-35D25202DE7F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2:17.906" v="552" actId="207"/>
          <ac:spMkLst>
            <pc:docMk/>
            <pc:sldMk cId="0" sldId="274"/>
            <ac:spMk id="67" creationId="{4A86ADB3-AEDA-AC56-1973-CED28F092267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1:28.935" v="509" actId="1076"/>
          <ac:spMkLst>
            <pc:docMk/>
            <pc:sldMk cId="0" sldId="274"/>
            <ac:spMk id="68" creationId="{7D6F0015-7711-F0ED-B243-471B6A30038D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2:17.906" v="552" actId="207"/>
          <ac:spMkLst>
            <pc:docMk/>
            <pc:sldMk cId="0" sldId="274"/>
            <ac:spMk id="69" creationId="{C34CD8E9-749B-6181-7A3B-348D12E35B14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2:17.906" v="552" actId="207"/>
          <ac:spMkLst>
            <pc:docMk/>
            <pc:sldMk cId="0" sldId="274"/>
            <ac:spMk id="70" creationId="{324BFD31-B10C-61C3-AFA5-E94E2AE84AB8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2:17.906" v="552" actId="207"/>
          <ac:spMkLst>
            <pc:docMk/>
            <pc:sldMk cId="0" sldId="274"/>
            <ac:spMk id="71" creationId="{E982308B-3550-F425-0C52-D058A908777C}"/>
          </ac:spMkLst>
        </pc:spChg>
        <pc:spChg chg="mod">
          <ac:chgData name="Phan, Tiffany M Capt USAF USAFA AW/ESCS" userId="a0ed988f-3bd3-448a-ab68-f6eca8eadb00" providerId="ADAL" clId="{D74FDB2A-C6F9-423C-9DA7-5C8A44CC196C}" dt="2026-09-08T06:32:17.906" v="552" actId="207"/>
          <ac:spMkLst>
            <pc:docMk/>
            <pc:sldMk cId="0" sldId="274"/>
            <ac:spMk id="72" creationId="{241843BC-E66F-9029-67DE-84BC411BC1A2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2:30.685" v="553" actId="207"/>
          <ac:spMkLst>
            <pc:docMk/>
            <pc:sldMk cId="0" sldId="274"/>
            <ac:spMk id="73" creationId="{EDCBA33D-218B-0FAE-4F59-66F2EC33D424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6:36:16.687" v="663" actId="207"/>
        <pc:sldMkLst>
          <pc:docMk/>
          <pc:sldMk cId="0" sldId="275"/>
        </pc:sldMkLst>
        <pc:spChg chg="mod">
          <ac:chgData name="Phan, Tiffany M Capt USAF USAFA AW/ESCS" userId="a0ed988f-3bd3-448a-ab68-f6eca8eadb00" providerId="ADAL" clId="{D74FDB2A-C6F9-423C-9DA7-5C8A44CC196C}" dt="2026-09-08T06:35:14.337" v="645" actId="1076"/>
          <ac:spMkLst>
            <pc:docMk/>
            <pc:sldMk cId="0" sldId="275"/>
            <ac:spMk id="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35:33.641" v="654" actId="1076"/>
          <ac:spMkLst>
            <pc:docMk/>
            <pc:sldMk cId="0" sldId="275"/>
            <ac:spMk id="3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34:26.596" v="601" actId="20577"/>
          <ac:spMkLst>
            <pc:docMk/>
            <pc:sldMk cId="0" sldId="275"/>
            <ac:spMk id="35" creationId="{9C6F71EE-7B64-BBAD-576F-DEB66309E814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4:30.900" v="603" actId="20577"/>
          <ac:spMkLst>
            <pc:docMk/>
            <pc:sldMk cId="0" sldId="275"/>
            <ac:spMk id="39" creationId="{AF5A2C00-EDEB-432E-A50E-736B4EF20364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3:41.377" v="589"/>
          <ac:spMkLst>
            <pc:docMk/>
            <pc:sldMk cId="0" sldId="275"/>
            <ac:spMk id="41" creationId="{702B73E8-7507-BC32-0256-5FCA302CC0A6}"/>
          </ac:spMkLst>
        </pc:spChg>
        <pc:spChg chg="mod">
          <ac:chgData name="Phan, Tiffany M Capt USAF USAFA AW/ESCS" userId="a0ed988f-3bd3-448a-ab68-f6eca8eadb00" providerId="ADAL" clId="{D74FDB2A-C6F9-423C-9DA7-5C8A44CC196C}" dt="2026-09-08T06:33:47.175" v="592"/>
          <ac:spMkLst>
            <pc:docMk/>
            <pc:sldMk cId="0" sldId="275"/>
            <ac:spMk id="43" creationId="{7667BD6A-1EE1-41FC-9F67-0E58C4786982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4:39.396" v="608" actId="20577"/>
          <ac:spMkLst>
            <pc:docMk/>
            <pc:sldMk cId="0" sldId="275"/>
            <ac:spMk id="69" creationId="{049A852B-DF7D-DC15-D080-4A2671A46C9A}"/>
          </ac:spMkLst>
        </pc:spChg>
        <pc:spChg chg="mod">
          <ac:chgData name="Phan, Tiffany M Capt USAF USAFA AW/ESCS" userId="a0ed988f-3bd3-448a-ab68-f6eca8eadb00" providerId="ADAL" clId="{D74FDB2A-C6F9-423C-9DA7-5C8A44CC196C}" dt="2026-09-08T06:36:16.687" v="663" actId="207"/>
          <ac:spMkLst>
            <pc:docMk/>
            <pc:sldMk cId="0" sldId="275"/>
            <ac:spMk id="71" creationId="{21CD88A5-3589-8B07-E60C-BC8BDF3C7833}"/>
          </ac:spMkLst>
        </pc:spChg>
        <pc:spChg chg="mod">
          <ac:chgData name="Phan, Tiffany M Capt USAF USAFA AW/ESCS" userId="a0ed988f-3bd3-448a-ab68-f6eca8eadb00" providerId="ADAL" clId="{D74FDB2A-C6F9-423C-9DA7-5C8A44CC196C}" dt="2026-09-08T06:35:04.864" v="642" actId="20577"/>
          <ac:spMkLst>
            <pc:docMk/>
            <pc:sldMk cId="0" sldId="275"/>
            <ac:spMk id="75" creationId="{29808866-CE7F-6A3B-CAAB-59A5697C9EF1}"/>
          </ac:spMkLst>
        </pc:spChg>
        <pc:spChg chg="mod">
          <ac:chgData name="Phan, Tiffany M Capt USAF USAFA AW/ESCS" userId="a0ed988f-3bd3-448a-ab68-f6eca8eadb00" providerId="ADAL" clId="{D74FDB2A-C6F9-423C-9DA7-5C8A44CC196C}" dt="2026-09-08T06:36:16.687" v="663" actId="207"/>
          <ac:spMkLst>
            <pc:docMk/>
            <pc:sldMk cId="0" sldId="275"/>
            <ac:spMk id="79" creationId="{46FB23F2-B2E3-26CA-1A1B-0C6A6E297B05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5:02.821" v="640" actId="20577"/>
          <ac:spMkLst>
            <pc:docMk/>
            <pc:sldMk cId="0" sldId="275"/>
            <ac:spMk id="83" creationId="{F4B07697-57CE-8E85-EF7B-701DB435677F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5:00.875" v="638" actId="20577"/>
          <ac:spMkLst>
            <pc:docMk/>
            <pc:sldMk cId="0" sldId="275"/>
            <ac:spMk id="85" creationId="{14511157-7338-0C5C-6282-D816F9AD8E47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4:58.992" v="636" actId="20577"/>
          <ac:spMkLst>
            <pc:docMk/>
            <pc:sldMk cId="0" sldId="275"/>
            <ac:spMk id="87" creationId="{38BE34BD-BFD8-3D6E-94B9-055F7925EA33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4:57.081" v="634" actId="20577"/>
          <ac:spMkLst>
            <pc:docMk/>
            <pc:sldMk cId="0" sldId="275"/>
            <ac:spMk id="89" creationId="{42D3CCFC-1BD1-FFFF-D49A-7B398AF8BDF3}"/>
          </ac:spMkLst>
        </pc:spChg>
        <pc:spChg chg="mod">
          <ac:chgData name="Phan, Tiffany M Capt USAF USAFA AW/ESCS" userId="a0ed988f-3bd3-448a-ab68-f6eca8eadb00" providerId="ADAL" clId="{D74FDB2A-C6F9-423C-9DA7-5C8A44CC196C}" dt="2026-09-08T06:34:48.918" v="623" actId="20577"/>
          <ac:spMkLst>
            <pc:docMk/>
            <pc:sldMk cId="0" sldId="275"/>
            <ac:spMk id="91" creationId="{050B96DC-B2E2-CDAE-88EA-0A65DC78AF29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4:13.186" v="596" actId="167"/>
          <ac:spMkLst>
            <pc:docMk/>
            <pc:sldMk cId="0" sldId="275"/>
            <ac:spMk id="93" creationId="{043C00B4-1AFD-27DD-85B5-2602F2BAEC13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4:13.186" v="596" actId="167"/>
          <ac:spMkLst>
            <pc:docMk/>
            <pc:sldMk cId="0" sldId="275"/>
            <ac:spMk id="95" creationId="{4F7240C1-42A2-B7D1-5C1D-BB03E3B04547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4:13.186" v="596" actId="167"/>
          <ac:spMkLst>
            <pc:docMk/>
            <pc:sldMk cId="0" sldId="275"/>
            <ac:spMk id="99" creationId="{B9C59D32-0145-20DB-1AB8-3E01C6ABC775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4:13.186" v="596" actId="167"/>
          <ac:spMkLst>
            <pc:docMk/>
            <pc:sldMk cId="0" sldId="275"/>
            <ac:spMk id="101" creationId="{5E9C5623-86BE-C055-EF1A-1218CD3A857E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4:13.186" v="596" actId="167"/>
          <ac:spMkLst>
            <pc:docMk/>
            <pc:sldMk cId="0" sldId="275"/>
            <ac:spMk id="103" creationId="{4DE10E16-A20B-0D76-545C-A2785CFA7520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4:13.186" v="596" actId="167"/>
          <ac:spMkLst>
            <pc:docMk/>
            <pc:sldMk cId="0" sldId="275"/>
            <ac:spMk id="105" creationId="{7A566979-6AAC-39F8-F28A-1B732EAB61E0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4:13.186" v="596" actId="167"/>
          <ac:spMkLst>
            <pc:docMk/>
            <pc:sldMk cId="0" sldId="275"/>
            <ac:spMk id="107" creationId="{DC257035-CEF5-D486-6A3A-8522B167BEE5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4:13.186" v="596" actId="167"/>
          <ac:spMkLst>
            <pc:docMk/>
            <pc:sldMk cId="0" sldId="275"/>
            <ac:spMk id="109" creationId="{615FAB03-B867-7F08-B6BA-A70F046B75DE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4:13.186" v="596" actId="167"/>
          <ac:spMkLst>
            <pc:docMk/>
            <pc:sldMk cId="0" sldId="275"/>
            <ac:spMk id="111" creationId="{59A099FA-5C46-18C0-CB61-6D29A80AB268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4:13.186" v="596" actId="167"/>
          <ac:spMkLst>
            <pc:docMk/>
            <pc:sldMk cId="0" sldId="275"/>
            <ac:spMk id="115" creationId="{69E32199-32E7-C268-BB14-691C81CCB5B0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8:12:00.613" v="1396" actId="20577"/>
        <pc:sldMkLst>
          <pc:docMk/>
          <pc:sldMk cId="0" sldId="276"/>
        </pc:sldMkLst>
        <pc:spChg chg="mod">
          <ac:chgData name="Phan, Tiffany M Capt USAF USAFA AW/ESCS" userId="a0ed988f-3bd3-448a-ab68-f6eca8eadb00" providerId="ADAL" clId="{D74FDB2A-C6F9-423C-9DA7-5C8A44CC196C}" dt="2026-09-08T06:38:21.008" v="743" actId="1076"/>
          <ac:spMkLst>
            <pc:docMk/>
            <pc:sldMk cId="0" sldId="276"/>
            <ac:spMk id="33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7:49.779" v="729" actId="20577"/>
          <ac:spMkLst>
            <pc:docMk/>
            <pc:sldMk cId="0" sldId="276"/>
            <ac:spMk id="59" creationId="{90D88CE9-14D9-986F-668F-FDC45C90A735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7:54.998" v="733" actId="20577"/>
          <ac:spMkLst>
            <pc:docMk/>
            <pc:sldMk cId="0" sldId="276"/>
            <ac:spMk id="63" creationId="{4C0024AD-BDC2-9FA4-8592-E2CAA3D6C55B}"/>
          </ac:spMkLst>
        </pc:spChg>
        <pc:spChg chg="mod">
          <ac:chgData name="Phan, Tiffany M Capt USAF USAFA AW/ESCS" userId="a0ed988f-3bd3-448a-ab68-f6eca8eadb00" providerId="ADAL" clId="{D74FDB2A-C6F9-423C-9DA7-5C8A44CC196C}" dt="2026-09-08T06:35:57.544" v="659"/>
          <ac:spMkLst>
            <pc:docMk/>
            <pc:sldMk cId="0" sldId="276"/>
            <ac:spMk id="65" creationId="{04F04B1C-7A04-D9CD-4ECA-44D8EF06C957}"/>
          </ac:spMkLst>
        </pc:spChg>
        <pc:spChg chg="mod">
          <ac:chgData name="Phan, Tiffany M Capt USAF USAFA AW/ESCS" userId="a0ed988f-3bd3-448a-ab68-f6eca8eadb00" providerId="ADAL" clId="{D74FDB2A-C6F9-423C-9DA7-5C8A44CC196C}" dt="2026-09-08T06:36:03.190" v="662"/>
          <ac:spMkLst>
            <pc:docMk/>
            <pc:sldMk cId="0" sldId="276"/>
            <ac:spMk id="67" creationId="{18EE5EC3-8723-FE5E-CCD0-011B068A7A5D}"/>
          </ac:spMkLst>
        </pc:spChg>
        <pc:spChg chg="mod">
          <ac:chgData name="Phan, Tiffany M Capt USAF USAFA AW/ESCS" userId="a0ed988f-3bd3-448a-ab68-f6eca8eadb00" providerId="ADAL" clId="{D74FDB2A-C6F9-423C-9DA7-5C8A44CC196C}" dt="2026-09-08T06:38:31.877" v="744" actId="207"/>
          <ac:spMkLst>
            <pc:docMk/>
            <pc:sldMk cId="0" sldId="276"/>
            <ac:spMk id="69" creationId="{CA011C64-E498-FAFB-8372-D67DBA891662}"/>
          </ac:spMkLst>
        </pc:spChg>
        <pc:spChg chg="mod">
          <ac:chgData name="Phan, Tiffany M Capt USAF USAFA AW/ESCS" userId="a0ed988f-3bd3-448a-ab68-f6eca8eadb00" providerId="ADAL" clId="{D74FDB2A-C6F9-423C-9DA7-5C8A44CC196C}" dt="2026-09-08T08:12:00.613" v="1396" actId="20577"/>
          <ac:spMkLst>
            <pc:docMk/>
            <pc:sldMk cId="0" sldId="276"/>
            <ac:spMk id="71" creationId="{36251937-B34F-0883-1113-425FD928B3F5}"/>
          </ac:spMkLst>
        </pc:spChg>
        <pc:spChg chg="mod">
          <ac:chgData name="Phan, Tiffany M Capt USAF USAFA AW/ESCS" userId="a0ed988f-3bd3-448a-ab68-f6eca8eadb00" providerId="ADAL" clId="{D74FDB2A-C6F9-423C-9DA7-5C8A44CC196C}" dt="2026-09-08T06:37:32.119" v="720" actId="20577"/>
          <ac:spMkLst>
            <pc:docMk/>
            <pc:sldMk cId="0" sldId="276"/>
            <ac:spMk id="75" creationId="{7A68594B-131C-0E55-B818-D47C39999728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7:14.868" v="685" actId="20577"/>
          <ac:spMkLst>
            <pc:docMk/>
            <pc:sldMk cId="0" sldId="276"/>
            <ac:spMk id="79" creationId="{FAD71C2C-575C-025C-1E27-59A44769B6AB}"/>
          </ac:spMkLst>
        </pc:spChg>
        <pc:spChg chg="add">
          <ac:chgData name="Phan, Tiffany M Capt USAF USAFA AW/ESCS" userId="a0ed988f-3bd3-448a-ab68-f6eca8eadb00" providerId="ADAL" clId="{D74FDB2A-C6F9-423C-9DA7-5C8A44CC196C}" dt="2026-09-08T06:35:52.819" v="656" actId="22"/>
          <ac:spMkLst>
            <pc:docMk/>
            <pc:sldMk cId="0" sldId="276"/>
            <ac:spMk id="81" creationId="{6C984558-FE1F-3168-AD38-70D805EC265E}"/>
          </ac:spMkLst>
        </pc:spChg>
        <pc:spChg chg="mod">
          <ac:chgData name="Phan, Tiffany M Capt USAF USAFA AW/ESCS" userId="a0ed988f-3bd3-448a-ab68-f6eca8eadb00" providerId="ADAL" clId="{D74FDB2A-C6F9-423C-9DA7-5C8A44CC196C}" dt="2026-09-08T06:37:28.388" v="712" actId="20577"/>
          <ac:spMkLst>
            <pc:docMk/>
            <pc:sldMk cId="0" sldId="276"/>
            <ac:spMk id="83" creationId="{7B8BA0B2-9B4D-5AA1-5DF9-D4B35074C559}"/>
          </ac:spMkLst>
        </pc:spChg>
        <pc:spChg chg="mod">
          <ac:chgData name="Phan, Tiffany M Capt USAF USAFA AW/ESCS" userId="a0ed988f-3bd3-448a-ab68-f6eca8eadb00" providerId="ADAL" clId="{D74FDB2A-C6F9-423C-9DA7-5C8A44CC196C}" dt="2026-09-08T06:37:24.645" v="704" actId="20577"/>
          <ac:spMkLst>
            <pc:docMk/>
            <pc:sldMk cId="0" sldId="276"/>
            <ac:spMk id="85" creationId="{A763D2B4-9F27-F365-FE0A-FB841BABA1C2}"/>
          </ac:spMkLst>
        </pc:spChg>
        <pc:spChg chg="mod">
          <ac:chgData name="Phan, Tiffany M Capt USAF USAFA AW/ESCS" userId="a0ed988f-3bd3-448a-ab68-f6eca8eadb00" providerId="ADAL" clId="{D74FDB2A-C6F9-423C-9DA7-5C8A44CC196C}" dt="2026-09-08T06:38:31.877" v="744" actId="207"/>
          <ac:spMkLst>
            <pc:docMk/>
            <pc:sldMk cId="0" sldId="276"/>
            <ac:spMk id="87" creationId="{5FE96E20-2BBA-F896-7C5C-48496E56D902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7:20.440" v="696" actId="20577"/>
          <ac:spMkLst>
            <pc:docMk/>
            <pc:sldMk cId="0" sldId="276"/>
            <ac:spMk id="89" creationId="{D30B3F5B-D712-5628-4520-A291277DAB53}"/>
          </ac:spMkLst>
        </pc:spChg>
        <pc:spChg chg="add mod">
          <ac:chgData name="Phan, Tiffany M Capt USAF USAFA AW/ESCS" userId="a0ed988f-3bd3-448a-ab68-f6eca8eadb00" providerId="ADAL" clId="{D74FDB2A-C6F9-423C-9DA7-5C8A44CC196C}" dt="2026-09-08T06:37:10.456" v="679" actId="20577"/>
          <ac:spMkLst>
            <pc:docMk/>
            <pc:sldMk cId="0" sldId="276"/>
            <ac:spMk id="91" creationId="{F85C5F8A-682A-FB69-6707-BF57B86FC3E6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6:47.463" v="669" actId="167"/>
          <ac:spMkLst>
            <pc:docMk/>
            <pc:sldMk cId="0" sldId="276"/>
            <ac:spMk id="119" creationId="{1A546187-15BD-AA9B-91A6-4914B690EE4F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6:47.463" v="669" actId="167"/>
          <ac:spMkLst>
            <pc:docMk/>
            <pc:sldMk cId="0" sldId="276"/>
            <ac:spMk id="121" creationId="{8104A4C2-A263-CC30-9E16-D9EFD557FAEF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6:47.463" v="669" actId="167"/>
          <ac:spMkLst>
            <pc:docMk/>
            <pc:sldMk cId="0" sldId="276"/>
            <ac:spMk id="123" creationId="{91AFDAB2-5921-C02A-4374-95487699FC3D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6:47.463" v="669" actId="167"/>
          <ac:spMkLst>
            <pc:docMk/>
            <pc:sldMk cId="0" sldId="276"/>
            <ac:spMk id="125" creationId="{811369D7-0DDE-210E-3FA0-D023A430E2DA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6:47.463" v="669" actId="167"/>
          <ac:spMkLst>
            <pc:docMk/>
            <pc:sldMk cId="0" sldId="276"/>
            <ac:spMk id="127" creationId="{76387BBF-5A2A-06EB-DAB9-14EB542C6EE6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6:47.463" v="669" actId="167"/>
          <ac:spMkLst>
            <pc:docMk/>
            <pc:sldMk cId="0" sldId="276"/>
            <ac:spMk id="129" creationId="{F0BA55A3-177A-5D3E-7235-71A5790E5434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6:47.463" v="669" actId="167"/>
          <ac:spMkLst>
            <pc:docMk/>
            <pc:sldMk cId="0" sldId="276"/>
            <ac:spMk id="131" creationId="{864E81C9-A1BF-4D36-D0EC-950E76A26706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6:47.463" v="669" actId="167"/>
          <ac:spMkLst>
            <pc:docMk/>
            <pc:sldMk cId="0" sldId="276"/>
            <ac:spMk id="133" creationId="{3DAE34ED-2BF3-5E98-4407-16F7257A1014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6:47.463" v="669" actId="167"/>
          <ac:spMkLst>
            <pc:docMk/>
            <pc:sldMk cId="0" sldId="276"/>
            <ac:spMk id="135" creationId="{DF2956D0-7AE9-5CE7-0C20-8C4F37F2618B}"/>
          </ac:spMkLst>
        </pc:spChg>
        <pc:spChg chg="add mod ord">
          <ac:chgData name="Phan, Tiffany M Capt USAF USAFA AW/ESCS" userId="a0ed988f-3bd3-448a-ab68-f6eca8eadb00" providerId="ADAL" clId="{D74FDB2A-C6F9-423C-9DA7-5C8A44CC196C}" dt="2026-09-08T06:36:47.463" v="669" actId="167"/>
          <ac:spMkLst>
            <pc:docMk/>
            <pc:sldMk cId="0" sldId="276"/>
            <ac:spMk id="139" creationId="{A0470399-DC50-A7CE-60B5-3DCF3550F449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6:40:49.701" v="806" actId="478"/>
        <pc:sldMkLst>
          <pc:docMk/>
          <pc:sldMk cId="0" sldId="277"/>
        </pc:sldMkLst>
        <pc:spChg chg="mod">
          <ac:chgData name="Phan, Tiffany M Capt USAF USAFA AW/ESCS" userId="a0ed988f-3bd3-448a-ab68-f6eca8eadb00" providerId="ADAL" clId="{D74FDB2A-C6F9-423C-9DA7-5C8A44CC196C}" dt="2026-09-08T06:38:45.556" v="746" actId="403"/>
          <ac:spMkLst>
            <pc:docMk/>
            <pc:sldMk cId="0" sldId="277"/>
            <ac:spMk id="58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6:40:49.492" v="801" actId="1076"/>
          <ac:spMkLst>
            <pc:docMk/>
            <pc:sldMk cId="0" sldId="277"/>
            <ac:spMk id="172" creationId="{D98E32A8-B9A1-8335-E46B-CA9597812F32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6:40:49.556" v="802" actId="22"/>
          <ac:spMkLst>
            <pc:docMk/>
            <pc:sldMk cId="0" sldId="277"/>
            <ac:spMk id="174" creationId="{74204750-EBCC-EB52-B650-33D237803068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6:40:49.556" v="802" actId="22"/>
          <ac:spMkLst>
            <pc:docMk/>
            <pc:sldMk cId="0" sldId="277"/>
            <ac:spMk id="176" creationId="{78329222-A2BF-4305-0955-81A7EB19E735}"/>
          </ac:spMkLst>
        </pc:spChg>
        <pc:picChg chg="add del mod">
          <ac:chgData name="Phan, Tiffany M Capt USAF USAFA AW/ESCS" userId="a0ed988f-3bd3-448a-ab68-f6eca8eadb00" providerId="ADAL" clId="{D74FDB2A-C6F9-423C-9DA7-5C8A44CC196C}" dt="2026-09-08T06:40:49.211" v="792" actId="1076"/>
          <ac:picMkLst>
            <pc:docMk/>
            <pc:sldMk cId="0" sldId="277"/>
            <ac:picMk id="114" creationId="{C03A74D3-5D9F-B409-049A-F13C54BB6C0B}"/>
          </ac:picMkLst>
        </pc:picChg>
        <pc:picChg chg="add del mod">
          <ac:chgData name="Phan, Tiffany M Capt USAF USAFA AW/ESCS" userId="a0ed988f-3bd3-448a-ab68-f6eca8eadb00" providerId="ADAL" clId="{D74FDB2A-C6F9-423C-9DA7-5C8A44CC196C}" dt="2026-09-08T06:40:49.366" v="797" actId="1076"/>
          <ac:picMkLst>
            <pc:docMk/>
            <pc:sldMk cId="0" sldId="277"/>
            <ac:picMk id="170" creationId="{F7FBE9C2-E2D3-E9D6-4E69-46D1649910ED}"/>
          </ac:picMkLst>
        </pc:picChg>
      </pc:sldChg>
      <pc:sldChg chg="addSp delSp modSp mod">
        <pc:chgData name="Phan, Tiffany M Capt USAF USAFA AW/ESCS" userId="a0ed988f-3bd3-448a-ab68-f6eca8eadb00" providerId="ADAL" clId="{D74FDB2A-C6F9-423C-9DA7-5C8A44CC196C}" dt="2026-09-08T08:11:16.549" v="1381" actId="20577"/>
        <pc:sldMkLst>
          <pc:docMk/>
          <pc:sldMk cId="0" sldId="278"/>
        </pc:sldMkLst>
        <pc:spChg chg="mod">
          <ac:chgData name="Phan, Tiffany M Capt USAF USAFA AW/ESCS" userId="a0ed988f-3bd3-448a-ab68-f6eca8eadb00" providerId="ADAL" clId="{D74FDB2A-C6F9-423C-9DA7-5C8A44CC196C}" dt="2026-09-08T06:42:43.772" v="840" actId="1076"/>
          <ac:spMkLst>
            <pc:docMk/>
            <pc:sldMk cId="0" sldId="278"/>
            <ac:spMk id="1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43:11.285" v="861" actId="14100"/>
          <ac:spMkLst>
            <pc:docMk/>
            <pc:sldMk cId="0" sldId="278"/>
            <ac:spMk id="1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41:37.148" v="823" actId="113"/>
          <ac:spMkLst>
            <pc:docMk/>
            <pc:sldMk cId="0" sldId="278"/>
            <ac:spMk id="2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41:44.689" v="826" actId="403"/>
          <ac:spMkLst>
            <pc:docMk/>
            <pc:sldMk cId="0" sldId="278"/>
            <ac:spMk id="21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1:03.243" v="810"/>
          <ac:spMkLst>
            <pc:docMk/>
            <pc:sldMk cId="0" sldId="278"/>
            <ac:spMk id="23" creationId="{642819DE-937C-1719-7C41-E9DF8D353886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1:08.755" v="813"/>
          <ac:spMkLst>
            <pc:docMk/>
            <pc:sldMk cId="0" sldId="278"/>
            <ac:spMk id="25" creationId="{8FE24093-DF70-CA4D-38ED-ABB3AFBC6EF7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2:46.230" v="842" actId="20577"/>
          <ac:spMkLst>
            <pc:docMk/>
            <pc:sldMk cId="0" sldId="278"/>
            <ac:spMk id="27" creationId="{F0548C4A-071A-C332-94FE-743DC213EBDB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1:16.549" v="1381" actId="20577"/>
          <ac:spMkLst>
            <pc:docMk/>
            <pc:sldMk cId="0" sldId="278"/>
            <ac:spMk id="29" creationId="{E5C66475-AEF6-FA42-F1B2-9CCBD868DE3A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2:49.371" v="846" actId="20577"/>
          <ac:spMkLst>
            <pc:docMk/>
            <pc:sldMk cId="0" sldId="278"/>
            <ac:spMk id="31" creationId="{74958EC0-43FE-F91E-B127-6ED8E8299106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2:37.820" v="839" actId="1076"/>
          <ac:spMkLst>
            <pc:docMk/>
            <pc:sldMk cId="0" sldId="278"/>
            <ac:spMk id="33" creationId="{85920FF1-6A35-4654-A28C-12C190EB01B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2:55.400" v="852" actId="20577"/>
          <ac:spMkLst>
            <pc:docMk/>
            <pc:sldMk cId="0" sldId="278"/>
            <ac:spMk id="35" creationId="{0EBEBCA5-C3D4-93C0-A568-FD3AE97A6F9E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2:37.820" v="839" actId="1076"/>
          <ac:spMkLst>
            <pc:docMk/>
            <pc:sldMk cId="0" sldId="278"/>
            <ac:spMk id="37" creationId="{6BD41543-918B-C603-4175-4ED4578B1186}"/>
          </ac:spMkLst>
        </pc:spChg>
        <pc:spChg chg="mod">
          <ac:chgData name="Phan, Tiffany M Capt USAF USAFA AW/ESCS" userId="a0ed988f-3bd3-448a-ab68-f6eca8eadb00" providerId="ADAL" clId="{D74FDB2A-C6F9-423C-9DA7-5C8A44CC196C}" dt="2026-09-08T06:42:53.375" v="850" actId="20577"/>
          <ac:spMkLst>
            <pc:docMk/>
            <pc:sldMk cId="0" sldId="278"/>
            <ac:spMk id="39" creationId="{11A5FF6D-CBBD-3D63-B281-72E45922DB56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2:56.971" v="854" actId="20577"/>
          <ac:spMkLst>
            <pc:docMk/>
            <pc:sldMk cId="0" sldId="278"/>
            <ac:spMk id="43" creationId="{8CB988F6-5DFC-1E44-6F62-F2470F384255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2:58.428" v="856" actId="20577"/>
          <ac:spMkLst>
            <pc:docMk/>
            <pc:sldMk cId="0" sldId="278"/>
            <ac:spMk id="45" creationId="{04195773-0326-CF74-D050-449496A1A019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3:00.010" v="858" actId="20577"/>
          <ac:spMkLst>
            <pc:docMk/>
            <pc:sldMk cId="0" sldId="278"/>
            <ac:spMk id="47" creationId="{7A0F5DB5-F181-EA04-8813-867B4D7EF0B9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3:01.392" v="860" actId="20577"/>
          <ac:spMkLst>
            <pc:docMk/>
            <pc:sldMk cId="0" sldId="278"/>
            <ac:spMk id="49" creationId="{8D779E38-5AA9-0E45-C58C-BE790DBCECCF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8:12:28.007" v="1412" actId="164"/>
        <pc:sldMkLst>
          <pc:docMk/>
          <pc:sldMk cId="0" sldId="279"/>
        </pc:sldMkLst>
        <pc:spChg chg="mod">
          <ac:chgData name="Phan, Tiffany M Capt USAF USAFA AW/ESCS" userId="a0ed988f-3bd3-448a-ab68-f6eca8eadb00" providerId="ADAL" clId="{D74FDB2A-C6F9-423C-9DA7-5C8A44CC196C}" dt="2026-09-08T08:10:48.068" v="1365" actId="20577"/>
          <ac:spMkLst>
            <pc:docMk/>
            <pc:sldMk cId="0" sldId="279"/>
            <ac:spMk id="5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49:29.411" v="1026" actId="1076"/>
          <ac:spMkLst>
            <pc:docMk/>
            <pc:sldMk cId="0" sldId="279"/>
            <ac:spMk id="59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4:33.887" v="869"/>
          <ac:spMkLst>
            <pc:docMk/>
            <pc:sldMk cId="0" sldId="279"/>
            <ac:spMk id="77" creationId="{0C55D7B5-F666-4E85-5B44-F3DA53E2F4E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4:38.683" v="872"/>
          <ac:spMkLst>
            <pc:docMk/>
            <pc:sldMk cId="0" sldId="279"/>
            <ac:spMk id="79" creationId="{7B9ACB39-F1B9-C8A6-B90D-D31BC5BFC153}"/>
          </ac:spMkLst>
        </pc:spChg>
        <pc:spChg chg="add mod">
          <ac:chgData name="Phan, Tiffany M Capt USAF USAFA AW/ESCS" userId="a0ed988f-3bd3-448a-ab68-f6eca8eadb00" providerId="ADAL" clId="{D74FDB2A-C6F9-423C-9DA7-5C8A44CC196C}" dt="2026-09-08T06:49:02.946" v="1019" actId="1036"/>
          <ac:spMkLst>
            <pc:docMk/>
            <pc:sldMk cId="0" sldId="279"/>
            <ac:spMk id="248" creationId="{F9EED97B-5EA7-4550-DF7B-CF71E48E5EC3}"/>
          </ac:spMkLst>
        </pc:spChg>
        <pc:grpChg chg="add mod">
          <ac:chgData name="Phan, Tiffany M Capt USAF USAFA AW/ESCS" userId="a0ed988f-3bd3-448a-ab68-f6eca8eadb00" providerId="ADAL" clId="{D74FDB2A-C6F9-423C-9DA7-5C8A44CC196C}" dt="2026-09-08T08:12:28.007" v="1412" actId="164"/>
          <ac:grpSpMkLst>
            <pc:docMk/>
            <pc:sldMk cId="0" sldId="279"/>
            <ac:grpSpMk id="285" creationId="{F5311DEE-DA9C-769B-2CF7-FDA17ADC52BE}"/>
          </ac:grpSpMkLst>
        </pc:grpChg>
        <pc:picChg chg="add mod">
          <ac:chgData name="Phan, Tiffany M Capt USAF USAFA AW/ESCS" userId="a0ed988f-3bd3-448a-ab68-f6eca8eadb00" providerId="ADAL" clId="{D74FDB2A-C6F9-423C-9DA7-5C8A44CC196C}" dt="2026-09-08T06:48:45.626" v="998" actId="1076"/>
          <ac:picMkLst>
            <pc:docMk/>
            <pc:sldMk cId="0" sldId="279"/>
            <ac:picMk id="135" creationId="{6942C6F7-27EB-2DB7-4955-5E9FD8C0E503}"/>
          </ac:picMkLst>
        </pc:picChg>
        <pc:picChg chg="add mod">
          <ac:chgData name="Phan, Tiffany M Capt USAF USAFA AW/ESCS" userId="a0ed988f-3bd3-448a-ab68-f6eca8eadb00" providerId="ADAL" clId="{D74FDB2A-C6F9-423C-9DA7-5C8A44CC196C}" dt="2026-09-08T08:12:28.007" v="1412" actId="164"/>
          <ac:picMkLst>
            <pc:docMk/>
            <pc:sldMk cId="0" sldId="279"/>
            <ac:picMk id="246" creationId="{8424E0A1-C269-B0C0-BFED-F420ECE4E503}"/>
          </ac:picMkLst>
        </pc:picChg>
        <pc:picChg chg="add mod">
          <ac:chgData name="Phan, Tiffany M Capt USAF USAFA AW/ESCS" userId="a0ed988f-3bd3-448a-ab68-f6eca8eadb00" providerId="ADAL" clId="{D74FDB2A-C6F9-423C-9DA7-5C8A44CC196C}" dt="2026-09-08T08:12:28.007" v="1412" actId="164"/>
          <ac:picMkLst>
            <pc:docMk/>
            <pc:sldMk cId="0" sldId="279"/>
            <ac:picMk id="284" creationId="{C19EFBE7-F117-5D6C-55A5-A20F90E2FA29}"/>
          </ac:picMkLst>
        </pc:picChg>
      </pc:sldChg>
      <pc:sldChg chg="addSp delSp modSp mod modNotesTx">
        <pc:chgData name="Phan, Tiffany M Capt USAF USAFA AW/ESCS" userId="a0ed988f-3bd3-448a-ab68-f6eca8eadb00" providerId="ADAL" clId="{D74FDB2A-C6F9-423C-9DA7-5C8A44CC196C}" dt="2026-09-08T08:34:38.468" v="1961" actId="20577"/>
        <pc:sldMkLst>
          <pc:docMk/>
          <pc:sldMk cId="0" sldId="280"/>
        </pc:sldMkLst>
        <pc:spChg chg="mod">
          <ac:chgData name="Phan, Tiffany M Capt USAF USAFA AW/ESCS" userId="a0ed988f-3bd3-448a-ab68-f6eca8eadb00" providerId="ADAL" clId="{D74FDB2A-C6F9-423C-9DA7-5C8A44CC196C}" dt="2026-09-08T06:52:35.616" v="1097" actId="403"/>
          <ac:spMkLst>
            <pc:docMk/>
            <pc:sldMk cId="0" sldId="280"/>
            <ac:spMk id="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52:35.616" v="1097" actId="403"/>
          <ac:spMkLst>
            <pc:docMk/>
            <pc:sldMk cId="0" sldId="280"/>
            <ac:spMk id="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52:35.616" v="1097" actId="403"/>
          <ac:spMkLst>
            <pc:docMk/>
            <pc:sldMk cId="0" sldId="280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52:42.856" v="1102" actId="113"/>
          <ac:spMkLst>
            <pc:docMk/>
            <pc:sldMk cId="0" sldId="280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52:41.280" v="1101" actId="113"/>
          <ac:spMkLst>
            <pc:docMk/>
            <pc:sldMk cId="0" sldId="280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52:37.951" v="1100" actId="404"/>
          <ac:spMkLst>
            <pc:docMk/>
            <pc:sldMk cId="0" sldId="280"/>
            <ac:spMk id="9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52:35.616" v="1097" actId="403"/>
          <ac:spMkLst>
            <pc:docMk/>
            <pc:sldMk cId="0" sldId="280"/>
            <ac:spMk id="11" creationId="{BBE9CE5C-166A-AB59-EA12-F96610C8400B}"/>
          </ac:spMkLst>
        </pc:spChg>
        <pc:spChg chg="add mod">
          <ac:chgData name="Phan, Tiffany M Capt USAF USAFA AW/ESCS" userId="a0ed988f-3bd3-448a-ab68-f6eca8eadb00" providerId="ADAL" clId="{D74FDB2A-C6F9-423C-9DA7-5C8A44CC196C}" dt="2026-09-08T06:52:35.616" v="1097" actId="403"/>
          <ac:spMkLst>
            <pc:docMk/>
            <pc:sldMk cId="0" sldId="280"/>
            <ac:spMk id="13" creationId="{F8F41DEE-D93E-E11A-7754-11BF5DBFE609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6:53:57.201" v="1145" actId="1035"/>
        <pc:sldMkLst>
          <pc:docMk/>
          <pc:sldMk cId="0" sldId="281"/>
        </pc:sldMkLst>
        <pc:spChg chg="mod">
          <ac:chgData name="Phan, Tiffany M Capt USAF USAFA AW/ESCS" userId="a0ed988f-3bd3-448a-ab68-f6eca8eadb00" providerId="ADAL" clId="{D74FDB2A-C6F9-423C-9DA7-5C8A44CC196C}" dt="2026-09-08T06:53:33.544" v="1132" actId="179"/>
          <ac:spMkLst>
            <pc:docMk/>
            <pc:sldMk cId="0" sldId="281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53:45.176" v="1136" actId="179"/>
          <ac:spMkLst>
            <pc:docMk/>
            <pc:sldMk cId="0" sldId="281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6:53:57.201" v="1145" actId="1035"/>
          <ac:spMkLst>
            <pc:docMk/>
            <pc:sldMk cId="0" sldId="281"/>
            <ac:spMk id="8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53:05.598" v="1106"/>
          <ac:spMkLst>
            <pc:docMk/>
            <pc:sldMk cId="0" sldId="281"/>
            <ac:spMk id="10" creationId="{E9A86469-2411-FDA7-8D5F-E019D2651389}"/>
          </ac:spMkLst>
        </pc:spChg>
        <pc:spChg chg="add mod">
          <ac:chgData name="Phan, Tiffany M Capt USAF USAFA AW/ESCS" userId="a0ed988f-3bd3-448a-ab68-f6eca8eadb00" providerId="ADAL" clId="{D74FDB2A-C6F9-423C-9DA7-5C8A44CC196C}" dt="2026-09-08T06:53:13.216" v="1109"/>
          <ac:spMkLst>
            <pc:docMk/>
            <pc:sldMk cId="0" sldId="281"/>
            <ac:spMk id="12" creationId="{1B4CDA35-38D5-DF57-7AFC-EA2F7DD06AC4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8:16:17.871" v="1501" actId="1076"/>
        <pc:sldMkLst>
          <pc:docMk/>
          <pc:sldMk cId="0" sldId="282"/>
        </pc:sldMkLst>
        <pc:spChg chg="add del mod ord">
          <ac:chgData name="Phan, Tiffany M Capt USAF USAFA AW/ESCS" userId="a0ed988f-3bd3-448a-ab68-f6eca8eadb00" providerId="ADAL" clId="{D74FDB2A-C6F9-423C-9DA7-5C8A44CC196C}" dt="2026-09-08T08:16:17.871" v="1501" actId="1076"/>
          <ac:spMkLst>
            <pc:docMk/>
            <pc:sldMk cId="0" sldId="282"/>
            <ac:spMk id="7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8:16:17.871" v="1501" actId="1076"/>
          <ac:spMkLst>
            <pc:docMk/>
            <pc:sldMk cId="0" sldId="282"/>
            <ac:spMk id="8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8:16:17.871" v="1501" actId="1076"/>
          <ac:spMkLst>
            <pc:docMk/>
            <pc:sldMk cId="0" sldId="282"/>
            <ac:spMk id="9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8:16:17.871" v="1501" actId="1076"/>
          <ac:spMkLst>
            <pc:docMk/>
            <pc:sldMk cId="0" sldId="282"/>
            <ac:spMk id="10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8:16:17.871" v="1501" actId="1076"/>
          <ac:spMkLst>
            <pc:docMk/>
            <pc:sldMk cId="0" sldId="282"/>
            <ac:spMk id="11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8:10:37.959" v="1363" actId="1076"/>
          <ac:spMkLst>
            <pc:docMk/>
            <pc:sldMk cId="0" sldId="282"/>
            <ac:spMk id="12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8:16:17.871" v="1501" actId="1076"/>
          <ac:spMkLst>
            <pc:docMk/>
            <pc:sldMk cId="0" sldId="282"/>
            <ac:spMk id="13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8:16:17.871" v="1501" actId="1076"/>
          <ac:spMkLst>
            <pc:docMk/>
            <pc:sldMk cId="0" sldId="282"/>
            <ac:spMk id="1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08:39.822" v="1352" actId="1037"/>
          <ac:spMkLst>
            <pc:docMk/>
            <pc:sldMk cId="0" sldId="282"/>
            <ac:spMk id="15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8:16:17.871" v="1501" actId="1076"/>
          <ac:spMkLst>
            <pc:docMk/>
            <pc:sldMk cId="0" sldId="282"/>
            <ac:spMk id="16" creationId="{00000000-0000-0000-0000-000000000000}"/>
          </ac:spMkLst>
        </pc:spChg>
        <pc:spChg chg="add del mod">
          <ac:chgData name="Phan, Tiffany M Capt USAF USAFA AW/ESCS" userId="a0ed988f-3bd3-448a-ab68-f6eca8eadb00" providerId="ADAL" clId="{D74FDB2A-C6F9-423C-9DA7-5C8A44CC196C}" dt="2026-09-08T08:16:17.871" v="1501" actId="1076"/>
          <ac:spMkLst>
            <pc:docMk/>
            <pc:sldMk cId="0" sldId="282"/>
            <ac:spMk id="1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6:17.871" v="1501" actId="1076"/>
          <ac:spMkLst>
            <pc:docMk/>
            <pc:sldMk cId="0" sldId="282"/>
            <ac:spMk id="1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6:01.008" v="1485" actId="1076"/>
          <ac:spMkLst>
            <pc:docMk/>
            <pc:sldMk cId="0" sldId="282"/>
            <ac:spMk id="2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6:06.308" v="1487" actId="403"/>
          <ac:spMkLst>
            <pc:docMk/>
            <pc:sldMk cId="0" sldId="282"/>
            <ac:spMk id="29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6:54:59.991" v="1149"/>
          <ac:spMkLst>
            <pc:docMk/>
            <pc:sldMk cId="0" sldId="282"/>
            <ac:spMk id="31" creationId="{CDAADB0B-6853-7DCE-0BE6-B7698FFBDE95}"/>
          </ac:spMkLst>
        </pc:spChg>
        <pc:spChg chg="add mod">
          <ac:chgData name="Phan, Tiffany M Capt USAF USAFA AW/ESCS" userId="a0ed988f-3bd3-448a-ab68-f6eca8eadb00" providerId="ADAL" clId="{D74FDB2A-C6F9-423C-9DA7-5C8A44CC196C}" dt="2026-09-08T06:55:04.951" v="1152"/>
          <ac:spMkLst>
            <pc:docMk/>
            <pc:sldMk cId="0" sldId="282"/>
            <ac:spMk id="33" creationId="{3CFB8D85-4965-7F3C-42BC-DB94FDC94AD9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6:01.008" v="1485" actId="1076"/>
          <ac:spMkLst>
            <pc:docMk/>
            <pc:sldMk cId="0" sldId="282"/>
            <ac:spMk id="59" creationId="{467A900D-C4C9-1E29-8305-D06C65A440C2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6:01.008" v="1485" actId="1076"/>
          <ac:spMkLst>
            <pc:docMk/>
            <pc:sldMk cId="0" sldId="282"/>
            <ac:spMk id="61" creationId="{61A6B342-23CE-BB6E-4DC1-1C8F3207CD5E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6:01.008" v="1485" actId="1076"/>
          <ac:spMkLst>
            <pc:docMk/>
            <pc:sldMk cId="0" sldId="282"/>
            <ac:spMk id="63" creationId="{702BD4FE-EA42-454F-19A2-2C335C85CB8C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6:01.008" v="1485" actId="1076"/>
          <ac:spMkLst>
            <pc:docMk/>
            <pc:sldMk cId="0" sldId="282"/>
            <ac:spMk id="65" creationId="{D8AE1E00-3D83-D73A-5A03-7C13C4A4CDC8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6:01.008" v="1485" actId="1076"/>
          <ac:spMkLst>
            <pc:docMk/>
            <pc:sldMk cId="0" sldId="282"/>
            <ac:spMk id="67" creationId="{A8C69BFF-B393-62DF-6601-39586B53FC0C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6:01.008" v="1485" actId="1076"/>
          <ac:spMkLst>
            <pc:docMk/>
            <pc:sldMk cId="0" sldId="282"/>
            <ac:spMk id="69" creationId="{2EB84459-E559-5ADA-4C62-F8BDE30CE616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6:01.008" v="1485" actId="1076"/>
          <ac:spMkLst>
            <pc:docMk/>
            <pc:sldMk cId="0" sldId="282"/>
            <ac:spMk id="71" creationId="{238B01C2-2181-7AB4-E52D-EF28B814E6A8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8:17:32.575" v="1533" actId="1036"/>
        <pc:sldMkLst>
          <pc:docMk/>
          <pc:sldMk cId="0" sldId="283"/>
        </pc:sldMkLst>
        <pc:spChg chg="mod">
          <ac:chgData name="Phan, Tiffany M Capt USAF USAFA AW/ESCS" userId="a0ed988f-3bd3-448a-ab68-f6eca8eadb00" providerId="ADAL" clId="{D74FDB2A-C6F9-423C-9DA7-5C8A44CC196C}" dt="2026-09-08T08:17:32.575" v="1533" actId="1036"/>
          <ac:spMkLst>
            <pc:docMk/>
            <pc:sldMk cId="0" sldId="283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7:32.575" v="1533" actId="1036"/>
          <ac:spMkLst>
            <pc:docMk/>
            <pc:sldMk cId="0" sldId="283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7:32.575" v="1533" actId="1036"/>
          <ac:spMkLst>
            <pc:docMk/>
            <pc:sldMk cId="0" sldId="283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7:32.575" v="1533" actId="1036"/>
          <ac:spMkLst>
            <pc:docMk/>
            <pc:sldMk cId="0" sldId="283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7:32.575" v="1533" actId="1036"/>
          <ac:spMkLst>
            <pc:docMk/>
            <pc:sldMk cId="0" sldId="283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7:32.575" v="1533" actId="1036"/>
          <ac:spMkLst>
            <pc:docMk/>
            <pc:sldMk cId="0" sldId="283"/>
            <ac:spMk id="11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6:34.076" v="1505"/>
          <ac:spMkLst>
            <pc:docMk/>
            <pc:sldMk cId="0" sldId="283"/>
            <ac:spMk id="13" creationId="{82DD5E5F-A318-38F4-FE28-566C1D33BEB4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6:40.047" v="1508"/>
          <ac:spMkLst>
            <pc:docMk/>
            <pc:sldMk cId="0" sldId="283"/>
            <ac:spMk id="15" creationId="{3177943B-23A3-AB31-00D6-2C4A4B476233}"/>
          </ac:spMkLst>
        </pc:spChg>
      </pc:sldChg>
      <pc:sldChg chg="addSp delSp modSp mod modAnim">
        <pc:chgData name="Phan, Tiffany M Capt USAF USAFA AW/ESCS" userId="a0ed988f-3bd3-448a-ab68-f6eca8eadb00" providerId="ADAL" clId="{D74FDB2A-C6F9-423C-9DA7-5C8A44CC196C}" dt="2026-09-08T08:19:24.549" v="1560"/>
        <pc:sldMkLst>
          <pc:docMk/>
          <pc:sldMk cId="0" sldId="284"/>
        </pc:sldMkLst>
        <pc:spChg chg="mod">
          <ac:chgData name="Phan, Tiffany M Capt USAF USAFA AW/ESCS" userId="a0ed988f-3bd3-448a-ab68-f6eca8eadb00" providerId="ADAL" clId="{D74FDB2A-C6F9-423C-9DA7-5C8A44CC196C}" dt="2026-09-08T08:18:36.009" v="1552" actId="20577"/>
          <ac:spMkLst>
            <pc:docMk/>
            <pc:sldMk cId="0" sldId="284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8:08.287" v="1546" actId="1076"/>
          <ac:spMkLst>
            <pc:docMk/>
            <pc:sldMk cId="0" sldId="284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8:53.830" v="1553" actId="122"/>
          <ac:spMkLst>
            <pc:docMk/>
            <pc:sldMk cId="0" sldId="284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9:10.642" v="1557" actId="403"/>
          <ac:spMkLst>
            <pc:docMk/>
            <pc:sldMk cId="0" sldId="284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18:11.910" v="1547" actId="1076"/>
          <ac:spMkLst>
            <pc:docMk/>
            <pc:sldMk cId="0" sldId="284"/>
            <ac:spMk id="10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7:48.300" v="1537"/>
          <ac:spMkLst>
            <pc:docMk/>
            <pc:sldMk cId="0" sldId="284"/>
            <ac:spMk id="12" creationId="{34F66D1D-E1D1-10DC-A283-DD890F63F05D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7:54.261" v="1540"/>
          <ac:spMkLst>
            <pc:docMk/>
            <pc:sldMk cId="0" sldId="284"/>
            <ac:spMk id="14" creationId="{E0D6C3CB-213B-2CED-4117-11E47FF17982}"/>
          </ac:spMkLst>
        </pc:spChg>
      </pc:sldChg>
      <pc:sldChg chg="addSp delSp modSp mod modAnim">
        <pc:chgData name="Phan, Tiffany M Capt USAF USAFA AW/ESCS" userId="a0ed988f-3bd3-448a-ab68-f6eca8eadb00" providerId="ADAL" clId="{D74FDB2A-C6F9-423C-9DA7-5C8A44CC196C}" dt="2026-09-08T08:21:04.715" v="1654"/>
        <pc:sldMkLst>
          <pc:docMk/>
          <pc:sldMk cId="0" sldId="285"/>
        </pc:sldMkLst>
        <pc:spChg chg="mod">
          <ac:chgData name="Phan, Tiffany M Capt USAF USAFA AW/ESCS" userId="a0ed988f-3bd3-448a-ab68-f6eca8eadb00" providerId="ADAL" clId="{D74FDB2A-C6F9-423C-9DA7-5C8A44CC196C}" dt="2026-09-08T08:20:02.192" v="1605" actId="1035"/>
          <ac:spMkLst>
            <pc:docMk/>
            <pc:sldMk cId="0" sldId="285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0:45.573" v="1650" actId="404"/>
          <ac:spMkLst>
            <pc:docMk/>
            <pc:sldMk cId="0" sldId="285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0:45.573" v="1650" actId="404"/>
          <ac:spMkLst>
            <pc:docMk/>
            <pc:sldMk cId="0" sldId="285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0:02.192" v="1605" actId="1035"/>
          <ac:spMkLst>
            <pc:docMk/>
            <pc:sldMk cId="0" sldId="285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0:45.573" v="1650" actId="404"/>
          <ac:spMkLst>
            <pc:docMk/>
            <pc:sldMk cId="0" sldId="285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0:45.573" v="1650" actId="404"/>
          <ac:spMkLst>
            <pc:docMk/>
            <pc:sldMk cId="0" sldId="285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0:02.192" v="1605" actId="1035"/>
          <ac:spMkLst>
            <pc:docMk/>
            <pc:sldMk cId="0" sldId="285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0:45.573" v="1650" actId="404"/>
          <ac:spMkLst>
            <pc:docMk/>
            <pc:sldMk cId="0" sldId="285"/>
            <ac:spMk id="1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0:45.573" v="1650" actId="404"/>
          <ac:spMkLst>
            <pc:docMk/>
            <pc:sldMk cId="0" sldId="285"/>
            <ac:spMk id="1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0:45.573" v="1650" actId="404"/>
          <ac:spMkLst>
            <pc:docMk/>
            <pc:sldMk cId="0" sldId="285"/>
            <ac:spMk id="1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0:45.573" v="1650" actId="404"/>
          <ac:spMkLst>
            <pc:docMk/>
            <pc:sldMk cId="0" sldId="285"/>
            <ac:spMk id="1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0:06.591" v="1621" actId="1036"/>
          <ac:spMkLst>
            <pc:docMk/>
            <pc:sldMk cId="0" sldId="285"/>
            <ac:spMk id="18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9:48.735" v="1566"/>
          <ac:spMkLst>
            <pc:docMk/>
            <pc:sldMk cId="0" sldId="285"/>
            <ac:spMk id="20" creationId="{C36FF207-4A7C-5F94-C781-99CB07916887}"/>
          </ac:spMkLst>
        </pc:spChg>
        <pc:spChg chg="add mod">
          <ac:chgData name="Phan, Tiffany M Capt USAF USAFA AW/ESCS" userId="a0ed988f-3bd3-448a-ab68-f6eca8eadb00" providerId="ADAL" clId="{D74FDB2A-C6F9-423C-9DA7-5C8A44CC196C}" dt="2026-09-08T08:19:53.710" v="1569"/>
          <ac:spMkLst>
            <pc:docMk/>
            <pc:sldMk cId="0" sldId="285"/>
            <ac:spMk id="22" creationId="{36D74596-D6F1-9B2D-1CE3-CA9C3305F314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8:22:38.098" v="1757" actId="179"/>
        <pc:sldMkLst>
          <pc:docMk/>
          <pc:sldMk cId="0" sldId="286"/>
        </pc:sldMkLst>
        <pc:spChg chg="mod">
          <ac:chgData name="Phan, Tiffany M Capt USAF USAFA AW/ESCS" userId="a0ed988f-3bd3-448a-ab68-f6eca8eadb00" providerId="ADAL" clId="{D74FDB2A-C6F9-423C-9DA7-5C8A44CC196C}" dt="2026-09-08T08:22:38.098" v="1757" actId="179"/>
          <ac:spMkLst>
            <pc:docMk/>
            <pc:sldMk cId="0" sldId="286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2:27.961" v="1755" actId="1038"/>
          <ac:spMkLst>
            <pc:docMk/>
            <pc:sldMk cId="0" sldId="286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2:27.961" v="1755" actId="1038"/>
          <ac:spMkLst>
            <pc:docMk/>
            <pc:sldMk cId="0" sldId="286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2:27.961" v="1755" actId="1038"/>
          <ac:spMkLst>
            <pc:docMk/>
            <pc:sldMk cId="0" sldId="286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2:27.961" v="1755" actId="1038"/>
          <ac:spMkLst>
            <pc:docMk/>
            <pc:sldMk cId="0" sldId="286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2:27.961" v="1755" actId="1038"/>
          <ac:spMkLst>
            <pc:docMk/>
            <pc:sldMk cId="0" sldId="286"/>
            <ac:spMk id="11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2:27.961" v="1755" actId="1038"/>
          <ac:spMkLst>
            <pc:docMk/>
            <pc:sldMk cId="0" sldId="286"/>
            <ac:spMk id="12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2:27.961" v="1755" actId="1038"/>
          <ac:spMkLst>
            <pc:docMk/>
            <pc:sldMk cId="0" sldId="286"/>
            <ac:spMk id="13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2:27.961" v="1755" actId="1038"/>
          <ac:spMkLst>
            <pc:docMk/>
            <pc:sldMk cId="0" sldId="286"/>
            <ac:spMk id="14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2:27.961" v="1755" actId="1038"/>
          <ac:spMkLst>
            <pc:docMk/>
            <pc:sldMk cId="0" sldId="286"/>
            <ac:spMk id="15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2:27.961" v="1755" actId="1038"/>
          <ac:spMkLst>
            <pc:docMk/>
            <pc:sldMk cId="0" sldId="286"/>
            <ac:spMk id="1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2:17.278" v="1697" actId="1076"/>
          <ac:spMkLst>
            <pc:docMk/>
            <pc:sldMk cId="0" sldId="286"/>
            <ac:spMk id="17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8:21:15.107" v="1657"/>
          <ac:spMkLst>
            <pc:docMk/>
            <pc:sldMk cId="0" sldId="286"/>
            <ac:spMk id="19" creationId="{0C9CBF45-78E2-3417-28A0-7A493DAC25D4}"/>
          </ac:spMkLst>
        </pc:spChg>
        <pc:spChg chg="add mod">
          <ac:chgData name="Phan, Tiffany M Capt USAF USAFA AW/ESCS" userId="a0ed988f-3bd3-448a-ab68-f6eca8eadb00" providerId="ADAL" clId="{D74FDB2A-C6F9-423C-9DA7-5C8A44CC196C}" dt="2026-09-08T08:21:21.275" v="1660"/>
          <ac:spMkLst>
            <pc:docMk/>
            <pc:sldMk cId="0" sldId="286"/>
            <ac:spMk id="21" creationId="{463E43A7-45AB-98A0-1C8F-C68657B91ADB}"/>
          </ac:spMkLst>
        </pc:spChg>
      </pc:sldChg>
      <pc:sldChg chg="addSp delSp modSp mod">
        <pc:chgData name="Phan, Tiffany M Capt USAF USAFA AW/ESCS" userId="a0ed988f-3bd3-448a-ab68-f6eca8eadb00" providerId="ADAL" clId="{D74FDB2A-C6F9-423C-9DA7-5C8A44CC196C}" dt="2026-09-08T08:37:41.606" v="1964" actId="255"/>
        <pc:sldMkLst>
          <pc:docMk/>
          <pc:sldMk cId="0" sldId="287"/>
        </pc:sldMkLst>
        <pc:spChg chg="mod">
          <ac:chgData name="Phan, Tiffany M Capt USAF USAFA AW/ESCS" userId="a0ed988f-3bd3-448a-ab68-f6eca8eadb00" providerId="ADAL" clId="{D74FDB2A-C6F9-423C-9DA7-5C8A44CC196C}" dt="2026-09-08T08:23:11.277" v="1804" actId="403"/>
          <ac:spMkLst>
            <pc:docMk/>
            <pc:sldMk cId="0" sldId="287"/>
            <ac:spMk id="6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3:11.277" v="1804" actId="403"/>
          <ac:spMkLst>
            <pc:docMk/>
            <pc:sldMk cId="0" sldId="287"/>
            <ac:spMk id="7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3:11.277" v="1804" actId="403"/>
          <ac:spMkLst>
            <pc:docMk/>
            <pc:sldMk cId="0" sldId="287"/>
            <ac:spMk id="8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3:11.277" v="1804" actId="403"/>
          <ac:spMkLst>
            <pc:docMk/>
            <pc:sldMk cId="0" sldId="287"/>
            <ac:spMk id="9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37:41.606" v="1964" actId="255"/>
          <ac:spMkLst>
            <pc:docMk/>
            <pc:sldMk cId="0" sldId="287"/>
            <ac:spMk id="10" creationId="{00000000-0000-0000-0000-000000000000}"/>
          </ac:spMkLst>
        </pc:spChg>
        <pc:spChg chg="mod">
          <ac:chgData name="Phan, Tiffany M Capt USAF USAFA AW/ESCS" userId="a0ed988f-3bd3-448a-ab68-f6eca8eadb00" providerId="ADAL" clId="{D74FDB2A-C6F9-423C-9DA7-5C8A44CC196C}" dt="2026-09-08T08:23:16.173" v="1808" actId="404"/>
          <ac:spMkLst>
            <pc:docMk/>
            <pc:sldMk cId="0" sldId="287"/>
            <ac:spMk id="11" creationId="{00000000-0000-0000-0000-000000000000}"/>
          </ac:spMkLst>
        </pc:spChg>
        <pc:spChg chg="add mod">
          <ac:chgData name="Phan, Tiffany M Capt USAF USAFA AW/ESCS" userId="a0ed988f-3bd3-448a-ab68-f6eca8eadb00" providerId="ADAL" clId="{D74FDB2A-C6F9-423C-9DA7-5C8A44CC196C}" dt="2026-09-08T08:22:47.629" v="1760"/>
          <ac:spMkLst>
            <pc:docMk/>
            <pc:sldMk cId="0" sldId="287"/>
            <ac:spMk id="13" creationId="{F67A7C31-126A-E8F7-99EF-41C4ABAD8FC8}"/>
          </ac:spMkLst>
        </pc:spChg>
        <pc:spChg chg="add mod">
          <ac:chgData name="Phan, Tiffany M Capt USAF USAFA AW/ESCS" userId="a0ed988f-3bd3-448a-ab68-f6eca8eadb00" providerId="ADAL" clId="{D74FDB2A-C6F9-423C-9DA7-5C8A44CC196C}" dt="2026-09-08T08:22:53.178" v="1763"/>
          <ac:spMkLst>
            <pc:docMk/>
            <pc:sldMk cId="0" sldId="287"/>
            <ac:spMk id="15" creationId="{6FA9E44D-7A74-87FE-5BE9-0A1D8C0EC2C0}"/>
          </ac:spMkLst>
        </pc:spChg>
      </pc:sldChg>
    </pc:docChg>
  </pc:docChgLst>
  <pc:docChgLst>
    <pc:chgData name="Todd, Michael C Lt Col USAF USAFA AW/ESCS" userId="S::michael.todd@afacademy.af.edu::7f2b73f0-8b3c-4828-8231-ca44095d7704" providerId="AD" clId="Web-{DDA246F1-8540-FB49-C37A-731D3F612E66}"/>
    <pc:docChg chg="modSld">
      <pc:chgData name="Todd, Michael C Lt Col USAF USAFA AW/ESCS" userId="S::michael.todd@afacademy.af.edu::7f2b73f0-8b3c-4828-8231-ca44095d7704" providerId="AD" clId="Web-{DDA246F1-8540-FB49-C37A-731D3F612E66}" dt="2026-09-14T13:51:36.290" v="17"/>
      <pc:docMkLst>
        <pc:docMk/>
      </pc:docMkLst>
      <pc:sldChg chg="addSp modSp">
        <pc:chgData name="Todd, Michael C Lt Col USAF USAFA AW/ESCS" userId="S::michael.todd@afacademy.af.edu::7f2b73f0-8b3c-4828-8231-ca44095d7704" providerId="AD" clId="Web-{DDA246F1-8540-FB49-C37A-731D3F612E66}" dt="2026-09-14T13:48:30.647" v="8" actId="1076"/>
        <pc:sldMkLst>
          <pc:docMk/>
          <pc:sldMk cId="0" sldId="279"/>
        </pc:sldMkLst>
        <pc:spChg chg="add mod">
          <ac:chgData name="Todd, Michael C Lt Col USAF USAFA AW/ESCS" userId="S::michael.todd@afacademy.af.edu::7f2b73f0-8b3c-4828-8231-ca44095d7704" providerId="AD" clId="Web-{DDA246F1-8540-FB49-C37A-731D3F612E66}" dt="2026-09-14T13:48:11.897" v="2" actId="1076"/>
          <ac:spMkLst>
            <pc:docMk/>
            <pc:sldMk cId="0" sldId="279"/>
            <ac:spMk id="2" creationId="{E5900FE6-D1C2-6A16-DA94-AC1842E79AF5}"/>
          </ac:spMkLst>
        </pc:spChg>
        <pc:spChg chg="add mod">
          <ac:chgData name="Todd, Michael C Lt Col USAF USAFA AW/ESCS" userId="S::michael.todd@afacademy.af.edu::7f2b73f0-8b3c-4828-8231-ca44095d7704" providerId="AD" clId="Web-{DDA246F1-8540-FB49-C37A-731D3F612E66}" dt="2026-09-14T13:48:16.569" v="4" actId="1076"/>
          <ac:spMkLst>
            <pc:docMk/>
            <pc:sldMk cId="0" sldId="279"/>
            <ac:spMk id="3" creationId="{C6328504-CF8E-4FA7-9E21-03C21EDE1A8D}"/>
          </ac:spMkLst>
        </pc:spChg>
        <pc:spChg chg="add mod">
          <ac:chgData name="Todd, Michael C Lt Col USAF USAFA AW/ESCS" userId="S::michael.todd@afacademy.af.edu::7f2b73f0-8b3c-4828-8231-ca44095d7704" providerId="AD" clId="Web-{DDA246F1-8540-FB49-C37A-731D3F612E66}" dt="2026-09-14T13:48:23.116" v="6" actId="1076"/>
          <ac:spMkLst>
            <pc:docMk/>
            <pc:sldMk cId="0" sldId="279"/>
            <ac:spMk id="6" creationId="{B923E6A0-4DDB-02BC-C127-082D9AEBA79F}"/>
          </ac:spMkLst>
        </pc:spChg>
        <pc:spChg chg="add mod">
          <ac:chgData name="Todd, Michael C Lt Col USAF USAFA AW/ESCS" userId="S::michael.todd@afacademy.af.edu::7f2b73f0-8b3c-4828-8231-ca44095d7704" providerId="AD" clId="Web-{DDA246F1-8540-FB49-C37A-731D3F612E66}" dt="2026-09-14T13:48:30.647" v="8" actId="1076"/>
          <ac:spMkLst>
            <pc:docMk/>
            <pc:sldMk cId="0" sldId="279"/>
            <ac:spMk id="7" creationId="{7B754391-712D-0135-9AE3-C50EEEFD70F1}"/>
          </ac:spMkLst>
        </pc:spChg>
      </pc:sldChg>
      <pc:sldChg chg="modSp">
        <pc:chgData name="Todd, Michael C Lt Col USAF USAFA AW/ESCS" userId="S::michael.todd@afacademy.af.edu::7f2b73f0-8b3c-4828-8231-ca44095d7704" providerId="AD" clId="Web-{DDA246F1-8540-FB49-C37A-731D3F612E66}" dt="2026-09-14T13:51:36.290" v="17"/>
        <pc:sldMkLst>
          <pc:docMk/>
          <pc:sldMk cId="0" sldId="282"/>
        </pc:sldMkLst>
        <pc:spChg chg="mod">
          <ac:chgData name="Todd, Michael C Lt Col USAF USAFA AW/ESCS" userId="S::michael.todd@afacademy.af.edu::7f2b73f0-8b3c-4828-8231-ca44095d7704" providerId="AD" clId="Web-{DDA246F1-8540-FB49-C37A-731D3F612E66}" dt="2026-09-14T13:51:36.290" v="17"/>
          <ac:spMkLst>
            <pc:docMk/>
            <pc:sldMk cId="0" sldId="282"/>
            <ac:spMk id="7" creationId="{00000000-0000-0000-0000-000000000000}"/>
          </ac:spMkLst>
        </pc:spChg>
        <pc:spChg chg="mod">
          <ac:chgData name="Todd, Michael C Lt Col USAF USAFA AW/ESCS" userId="S::michael.todd@afacademy.af.edu::7f2b73f0-8b3c-4828-8231-ca44095d7704" providerId="AD" clId="Web-{DDA246F1-8540-FB49-C37A-731D3F612E66}" dt="2026-09-14T13:50:32.633" v="12"/>
          <ac:spMkLst>
            <pc:docMk/>
            <pc:sldMk cId="0" sldId="282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676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Open by connecting L11 and L12 to computational solution methods. Value iteration is the first algorithm that computes values from the MDP model. Keep the theme: repeated backups until values stabilize.</a:t>
            </a:r>
          </a:p>
          <a:p>
            <a:r>
              <a:rPr lang="en-US" dirty="0"/>
              <a:t>Emphasize that the numbers are estimates that become more informative through repeated backups.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48489-C88A-F34B-BAD2-1B8084FCA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C3A36-6846-49E4-617A-9A95692A7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633B4-DEA1-6718-70E4-CD4E68971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Reminder. After, we move from defining MDPs and values to computing values with Bellman backups.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6F171-9364-E693-A0A4-85852237E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53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students should be able to execute a small Bellman calculation and explain the algorithm, not simply recognize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as a quick bridge after the quiz. Students should recall that value summarizes expected cumulative return; today they see how an algorithm estimates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just-in-time probability refresher. Do not teach broad probability; simply motivate expected value from transition outcomes.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Keep this intuitive before showing notation. Bellman is a one-step lookahead: reward now plus value of the likely next states.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notation gradually. For this lesson, use R(</a:t>
            </a:r>
            <a:r>
              <a:rPr lang="en-US" dirty="0" err="1"/>
              <a:t>s,a</a:t>
            </a:r>
            <a:r>
              <a:rPr lang="en-US" dirty="0"/>
              <a:t>) as the immediate reward form to keep calculations aligned with the assessment style.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Have students read the equation aloud in plain English. The goal is interpretation, not symbolic manipulation.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Set up the example before doing arithmetic. Ask students which numbers are probabilities, which number is reward, and which are current value estimates.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Make sure students do not skip the probability-weighted future value step. This is the expected future value before discounting.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Reinforce that gamma is not a probability. It is the discount factor, already introduced in L12.</a:t>
            </a:r>
            <a:br>
              <a:rPr lang="en-US" dirty="0"/>
            </a:br>
            <a:r>
              <a:rPr lang="en-US" dirty="0"/>
              <a:t>State clearly that the Bellman action value is not the reward received immediately. It is a long-term estimate that uses current value estimates.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introduces the max over actions. Ask students why Start Generator is not selected here even though it sounds safer. The answer is: in this table, its Bellman value is lower.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Students often mix up the summation and the max. Make explicit: probabilities apply to outcomes after an action; max applies to the agent selecting an action.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central equation. Keep returning to the three operations: predict, evaluate, choose. Emphasize that old values are used to create new values.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distinction prepares students for code interpretation and for distinguishing value iteration from policy iteration in later lessons.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Start of value iteration loop. Students may misinterpret V0 = 0 as a factual value. Explain that initialization starts the iterative process.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conceptual slide to explain why one sweep is not enough. Values become more informed as reward information propagates.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conceptual slide to explain why one sweep is not enough. Values become more informed as reward information propagates.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Explain delta as the largest absolute change. Students only need to interpret convergence, not prove it. Link to GR2: values changing by at most a very small number suggests convergence. Do not overstate; it depends on the tolerance.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Connect to L12: greedy means select the action with the highest estimated long-term value, not the highest immediate reward.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State the model-based requirement. Save a fuller model-based vs model-free comparison for L15.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Have students do the weighted average first, then the discount, then add reward. Finally compare to a supplied second action value.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as fast partner discussion. Ask pairs to select one claim and explain why it is wrong.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Connect to code interpretation. Students are not writing code; they are identifying the role of max and delta.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2FFAE6D-EFCC-E59B-4298-E5EE57B994C4}"/>
              </a:ext>
            </a:extLst>
          </p:cNvPr>
          <p:cNvSpPr/>
          <p:nvPr userDrawn="1"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5208185-48D7-0221-5FBB-DC4488EC91C9}"/>
              </a:ext>
            </a:extLst>
          </p:cNvPr>
          <p:cNvSpPr/>
          <p:nvPr userDrawn="1"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>
            <a:extLst>
              <a:ext uri="{FF2B5EF4-FFF2-40B4-BE49-F238E27FC236}">
                <a16:creationId xmlns:a16="http://schemas.microsoft.com/office/drawing/2014/main" id="{D740DD9C-5873-4795-FFDC-1A1F28FC34DF}"/>
              </a:ext>
            </a:extLst>
          </p:cNvPr>
          <p:cNvSpPr/>
          <p:nvPr/>
        </p:nvSpPr>
        <p:spPr>
          <a:xfrm>
            <a:off x="0" y="202020"/>
            <a:ext cx="12191695" cy="10534330"/>
          </a:xfrm>
          <a:prstGeom prst="rect">
            <a:avLst/>
          </a:prstGeom>
          <a:solidFill>
            <a:srgbClr val="F4F8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" name="Text 0"/>
          <p:cNvSpPr/>
          <p:nvPr/>
        </p:nvSpPr>
        <p:spPr>
          <a:xfrm>
            <a:off x="731520" y="713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CompSci 471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24358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9339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D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13: Reinforcement Learning 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2542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</a:t>
            </a:r>
          </a:p>
        </p:txBody>
      </p:sp>
      <p:sp>
        <p:nvSpPr>
          <p:cNvPr id="15" name="Text 13"/>
          <p:cNvSpPr/>
          <p:nvPr/>
        </p:nvSpPr>
        <p:spPr>
          <a:xfrm>
            <a:off x="638856" y="3195828"/>
            <a:ext cx="6404795" cy="548640"/>
          </a:xfrm>
          <a:prstGeom prst="roundRect">
            <a:avLst>
              <a:gd name="adj" fmla="val 8333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082B55"/>
                </a:solidFill>
              </a:rPr>
              <a:t>Value iteration improves what we believe about the present </a:t>
            </a:r>
            <a:br>
              <a:rPr lang="en-US" sz="1600" b="1" dirty="0">
                <a:solidFill>
                  <a:srgbClr val="082B55"/>
                </a:solidFill>
              </a:rPr>
            </a:br>
            <a:r>
              <a:rPr lang="en-US" sz="1600" b="1" dirty="0">
                <a:solidFill>
                  <a:srgbClr val="082B55"/>
                </a:solidFill>
              </a:rPr>
              <a:t>using what we currently believe about the future.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6263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2E7DEFB-A276-4B39-F31B-2FFEBF2F070E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18">
            <a:extLst>
              <a:ext uri="{FF2B5EF4-FFF2-40B4-BE49-F238E27FC236}">
                <a16:creationId xmlns:a16="http://schemas.microsoft.com/office/drawing/2014/main" id="{F21AC02E-94A2-1459-F7D8-7E87809F10A3}"/>
              </a:ext>
            </a:extLst>
          </p:cNvPr>
          <p:cNvSpPr/>
          <p:nvPr/>
        </p:nvSpPr>
        <p:spPr>
          <a:xfrm>
            <a:off x="7809212" y="3381896"/>
            <a:ext cx="3320143" cy="26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Values become a heat map.</a:t>
            </a:r>
            <a:endParaRPr lang="en-US" sz="16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4D16DD39-8FE0-8958-AFA5-364EAC2DA91C}"/>
              </a:ext>
            </a:extLst>
          </p:cNvPr>
          <p:cNvSpPr/>
          <p:nvPr/>
        </p:nvSpPr>
        <p:spPr>
          <a:xfrm>
            <a:off x="7757158" y="780283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F263F1E1-3957-C98B-DB88-5676B3EE987F}"/>
              </a:ext>
            </a:extLst>
          </p:cNvPr>
          <p:cNvSpPr/>
          <p:nvPr/>
        </p:nvSpPr>
        <p:spPr>
          <a:xfrm>
            <a:off x="8617347" y="780283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B7F29E3E-B73A-D881-31E0-B3DFAAC5B8F8}"/>
              </a:ext>
            </a:extLst>
          </p:cNvPr>
          <p:cNvSpPr/>
          <p:nvPr/>
        </p:nvSpPr>
        <p:spPr>
          <a:xfrm>
            <a:off x="9480205" y="780283"/>
            <a:ext cx="862584" cy="862584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5D66547C-2426-988D-1BF4-00DA143C6217}"/>
              </a:ext>
            </a:extLst>
          </p:cNvPr>
          <p:cNvSpPr/>
          <p:nvPr/>
        </p:nvSpPr>
        <p:spPr>
          <a:xfrm>
            <a:off x="10343063" y="780283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C952FA30-31B1-2288-F416-CE974CB5AB1F}"/>
              </a:ext>
            </a:extLst>
          </p:cNvPr>
          <p:cNvSpPr/>
          <p:nvPr/>
        </p:nvSpPr>
        <p:spPr>
          <a:xfrm>
            <a:off x="7757158" y="1645919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E7A68C30-0484-E1B8-0CC9-E42BD479006B}"/>
              </a:ext>
            </a:extLst>
          </p:cNvPr>
          <p:cNvSpPr/>
          <p:nvPr/>
        </p:nvSpPr>
        <p:spPr>
          <a:xfrm>
            <a:off x="8617347" y="1645919"/>
            <a:ext cx="862584" cy="862584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B150342D-ECD0-2ECA-B1D6-DA202FAE86DF}"/>
              </a:ext>
            </a:extLst>
          </p:cNvPr>
          <p:cNvSpPr/>
          <p:nvPr/>
        </p:nvSpPr>
        <p:spPr>
          <a:xfrm>
            <a:off x="9480205" y="1645919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3F7F3789-47FD-F78F-0C5D-279A97D99D7C}"/>
              </a:ext>
            </a:extLst>
          </p:cNvPr>
          <p:cNvSpPr/>
          <p:nvPr/>
        </p:nvSpPr>
        <p:spPr>
          <a:xfrm>
            <a:off x="10343063" y="1645919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dirty="0"/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71195187-7334-3A75-1EE5-A937F9815F08}"/>
              </a:ext>
            </a:extLst>
          </p:cNvPr>
          <p:cNvSpPr/>
          <p:nvPr/>
        </p:nvSpPr>
        <p:spPr>
          <a:xfrm>
            <a:off x="7757158" y="2511552"/>
            <a:ext cx="862584" cy="862584"/>
          </a:xfrm>
          <a:prstGeom prst="rect">
            <a:avLst/>
          </a:prstGeom>
          <a:solidFill>
            <a:srgbClr val="FADDD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-3.4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4E6A50E8-E3C3-E616-116E-649DA3609983}"/>
              </a:ext>
            </a:extLst>
          </p:cNvPr>
          <p:cNvSpPr/>
          <p:nvPr/>
        </p:nvSpPr>
        <p:spPr>
          <a:xfrm>
            <a:off x="8617347" y="2511552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-0.6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87071F15-4ACD-F440-E357-0ABC14B2DB2B}"/>
              </a:ext>
            </a:extLst>
          </p:cNvPr>
          <p:cNvSpPr/>
          <p:nvPr/>
        </p:nvSpPr>
        <p:spPr>
          <a:xfrm>
            <a:off x="9480205" y="2511552"/>
            <a:ext cx="862584" cy="862584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A069C679-B024-B560-8F33-36524483DD7C}"/>
              </a:ext>
            </a:extLst>
          </p:cNvPr>
          <p:cNvSpPr/>
          <p:nvPr/>
        </p:nvSpPr>
        <p:spPr>
          <a:xfrm>
            <a:off x="10343063" y="2511552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-1.2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dirty="0"/>
          </a:p>
        </p:txBody>
      </p:sp>
      <p:sp>
        <p:nvSpPr>
          <p:cNvPr id="70" name="Text 8">
            <a:extLst>
              <a:ext uri="{FF2B5EF4-FFF2-40B4-BE49-F238E27FC236}">
                <a16:creationId xmlns:a16="http://schemas.microsoft.com/office/drawing/2014/main" id="{8C7215EC-3B27-07FB-AF04-1D9DF6CC5A40}"/>
              </a:ext>
            </a:extLst>
          </p:cNvPr>
          <p:cNvSpPr/>
          <p:nvPr/>
        </p:nvSpPr>
        <p:spPr>
          <a:xfrm>
            <a:off x="7334167" y="5082401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iteration loop</a:t>
            </a:r>
            <a:endParaRPr lang="en-US" sz="1100" dirty="0"/>
          </a:p>
        </p:txBody>
      </p:sp>
      <p:sp>
        <p:nvSpPr>
          <p:cNvPr id="72" name="Text 9">
            <a:extLst>
              <a:ext uri="{FF2B5EF4-FFF2-40B4-BE49-F238E27FC236}">
                <a16:creationId xmlns:a16="http://schemas.microsoft.com/office/drawing/2014/main" id="{4198F663-3DA8-84C3-398D-4CC57AF8A51C}"/>
              </a:ext>
            </a:extLst>
          </p:cNvPr>
          <p:cNvSpPr/>
          <p:nvPr/>
        </p:nvSpPr>
        <p:spPr>
          <a:xfrm>
            <a:off x="7864519" y="4195433"/>
            <a:ext cx="132588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V(s)</a:t>
            </a:r>
            <a:endParaRPr lang="en-US" sz="140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17FD729A-06E5-3333-D72A-05F97A0A6927}"/>
              </a:ext>
            </a:extLst>
          </p:cNvPr>
          <p:cNvSpPr/>
          <p:nvPr/>
        </p:nvSpPr>
        <p:spPr>
          <a:xfrm>
            <a:off x="9693319" y="4195433"/>
            <a:ext cx="1325880" cy="685800"/>
          </a:xfrm>
          <a:prstGeom prst="rect">
            <a:avLst/>
          </a:prstGeom>
          <a:solidFill>
            <a:srgbClr val="1F5D9B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Bellman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400" dirty="0"/>
          </a:p>
        </p:txBody>
      </p:sp>
      <p:sp>
        <p:nvSpPr>
          <p:cNvPr id="76" name="Text 11">
            <a:extLst>
              <a:ext uri="{FF2B5EF4-FFF2-40B4-BE49-F238E27FC236}">
                <a16:creationId xmlns:a16="http://schemas.microsoft.com/office/drawing/2014/main" id="{C44055CB-8412-20C5-103E-35D044E4221F}"/>
              </a:ext>
            </a:extLst>
          </p:cNvPr>
          <p:cNvSpPr/>
          <p:nvPr/>
        </p:nvSpPr>
        <p:spPr>
          <a:xfrm>
            <a:off x="7864519" y="5658473"/>
            <a:ext cx="132588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400" dirty="0"/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0943DD84-8B80-91AC-9514-493F4097B518}"/>
              </a:ext>
            </a:extLst>
          </p:cNvPr>
          <p:cNvSpPr/>
          <p:nvPr/>
        </p:nvSpPr>
        <p:spPr>
          <a:xfrm>
            <a:off x="9693319" y="5658473"/>
            <a:ext cx="132588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</a:t>
            </a:r>
            <a:endParaRPr lang="en-US" sz="1400" dirty="0"/>
          </a:p>
        </p:txBody>
      </p:sp>
      <p:sp>
        <p:nvSpPr>
          <p:cNvPr id="80" name="Text 13">
            <a:extLst>
              <a:ext uri="{FF2B5EF4-FFF2-40B4-BE49-F238E27FC236}">
                <a16:creationId xmlns:a16="http://schemas.microsoft.com/office/drawing/2014/main" id="{AC461DA4-48A8-A152-B826-7020B6C2FE07}"/>
              </a:ext>
            </a:extLst>
          </p:cNvPr>
          <p:cNvSpPr/>
          <p:nvPr/>
        </p:nvSpPr>
        <p:spPr>
          <a:xfrm>
            <a:off x="9208687" y="433259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2" name="Text 14">
            <a:extLst>
              <a:ext uri="{FF2B5EF4-FFF2-40B4-BE49-F238E27FC236}">
                <a16:creationId xmlns:a16="http://schemas.microsoft.com/office/drawing/2014/main" id="{5DA07165-9B54-0D15-9BCD-1300318F5A54}"/>
              </a:ext>
            </a:extLst>
          </p:cNvPr>
          <p:cNvSpPr/>
          <p:nvPr/>
        </p:nvSpPr>
        <p:spPr>
          <a:xfrm>
            <a:off x="9208687" y="579563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4" name="Text 15">
            <a:extLst>
              <a:ext uri="{FF2B5EF4-FFF2-40B4-BE49-F238E27FC236}">
                <a16:creationId xmlns:a16="http://schemas.microsoft.com/office/drawing/2014/main" id="{2CD71BC7-E6F2-C106-A612-76780E032B51}"/>
              </a:ext>
            </a:extLst>
          </p:cNvPr>
          <p:cNvSpPr/>
          <p:nvPr/>
        </p:nvSpPr>
        <p:spPr>
          <a:xfrm>
            <a:off x="8321719" y="4990960"/>
            <a:ext cx="320040" cy="50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86" name="Text 16">
            <a:extLst>
              <a:ext uri="{FF2B5EF4-FFF2-40B4-BE49-F238E27FC236}">
                <a16:creationId xmlns:a16="http://schemas.microsoft.com/office/drawing/2014/main" id="{F3FA2852-A66F-9EBF-D207-1FBFEEFABB93}"/>
              </a:ext>
            </a:extLst>
          </p:cNvPr>
          <p:cNvSpPr/>
          <p:nvPr/>
        </p:nvSpPr>
        <p:spPr>
          <a:xfrm>
            <a:off x="10150519" y="4990960"/>
            <a:ext cx="320040" cy="50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0C90-EBCA-8D16-CCB2-689E06D3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31AA10-5571-91F4-4CDD-5B8982227FEC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3</a:t>
            </a:r>
            <a:endParaRPr lang="en-US" sz="3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7C8DD5-5B94-53B7-81C3-576944FB57B1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/>
              <a:t>Individual work, 10 minutes to demonstrate the MDP foundations.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79563B-8D85-2734-B4B6-57D5191B680C}"/>
              </a:ext>
            </a:extLst>
          </p:cNvPr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3F36A9-2582-D053-5124-3570C085F98B}"/>
              </a:ext>
            </a:extLst>
          </p:cNvPr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35E431EC-3A10-588F-0D81-3D2BBD861833}"/>
              </a:ext>
            </a:extLst>
          </p:cNvPr>
          <p:cNvSpPr/>
          <p:nvPr/>
        </p:nvSpPr>
        <p:spPr>
          <a:xfrm>
            <a:off x="1143000" y="5074920"/>
            <a:ext cx="9875520" cy="411480"/>
          </a:xfrm>
          <a:prstGeom prst="rect">
            <a:avLst/>
          </a:prstGeom>
          <a:solidFill>
            <a:srgbClr val="FFF7DC"/>
          </a:solidFill>
          <a:ln w="12700">
            <a:solidFill>
              <a:srgbClr val="F2C14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C"/>
                </a:solidFill>
                <a:latin typeface="Arial" pitchFamily="34" charset="0"/>
                <a:cs typeface="Arial" pitchFamily="34" charset="-120"/>
              </a:rPr>
              <a:t>After quiz: Where do the values in a </a:t>
            </a:r>
            <a:r>
              <a:rPr lang="en-US" sz="1700" b="1" dirty="0" err="1">
                <a:solidFill>
                  <a:srgbClr val="0B2D5C"/>
                </a:solidFill>
                <a:latin typeface="Arial" pitchFamily="34" charset="0"/>
                <a:cs typeface="Arial" pitchFamily="34" charset="-120"/>
              </a:rPr>
              <a:t>Gridworld</a:t>
            </a:r>
            <a:r>
              <a:rPr lang="en-US" sz="1700" b="1" dirty="0">
                <a:solidFill>
                  <a:srgbClr val="0B2D5C"/>
                </a:solidFill>
                <a:latin typeface="Arial" pitchFamily="34" charset="0"/>
                <a:cs typeface="Arial" pitchFamily="34" charset="-120"/>
              </a:rPr>
              <a:t> actually come from? </a:t>
            </a:r>
            <a:endParaRPr lang="en-US" sz="17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3493E9C9-E62F-147A-6B93-F47404736B47}"/>
              </a:ext>
            </a:extLst>
          </p:cNvPr>
          <p:cNvSpPr/>
          <p:nvPr/>
        </p:nvSpPr>
        <p:spPr>
          <a:xfrm>
            <a:off x="777240" y="1997963"/>
            <a:ext cx="3017520" cy="210312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you begin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away devices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only allowed materials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clearly and show work when requested</a:t>
            </a:r>
            <a:endParaRPr lang="en-US" sz="16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4A190DBB-675B-F84D-B69F-0890AF6215FE}"/>
              </a:ext>
            </a:extLst>
          </p:cNvPr>
          <p:cNvSpPr/>
          <p:nvPr/>
        </p:nvSpPr>
        <p:spPr>
          <a:xfrm>
            <a:off x="4572000" y="1997963"/>
            <a:ext cx="3017520" cy="210312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L11 MDP components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L12 policy, return, and value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distinctions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E654EA77-0298-4DD1-A8E3-4784376BEAEC}"/>
              </a:ext>
            </a:extLst>
          </p:cNvPr>
          <p:cNvSpPr/>
          <p:nvPr/>
        </p:nvSpPr>
        <p:spPr>
          <a:xfrm>
            <a:off x="8366760" y="1997963"/>
            <a:ext cx="3017520" cy="210312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quiz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 the Gridworld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will start changing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Bellman updates begin</a:t>
            </a:r>
          </a:p>
          <a:p>
            <a:pPr marL="0" indent="0" algn="ctr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2999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/>
              <a:t>Policy and value give meaning to behavior over time.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7465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value iteration works.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79806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 Bellman update to a simple state.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379476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84962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convergence of value estimates. 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5257800"/>
            <a:ext cx="10149840" cy="713232"/>
          </a:xfrm>
          <a:prstGeom prst="roundRect">
            <a:avLst>
              <a:gd name="adj" fmla="val 6410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082B55"/>
                </a:solidFill>
              </a:rPr>
              <a:t>Performance target: given transition probabilities, rewards, a discount factor, and current state values, calculate updated action/state values and explain what repeated small changes indicate.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L12: Policies, Return, and Value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</a:rPr>
              <a:t>4</a:t>
            </a:r>
            <a:endParaRPr lang="en-US" sz="750" dirty="0"/>
          </a:p>
        </p:txBody>
      </p:sp>
      <p:sp>
        <p:nvSpPr>
          <p:cNvPr id="90" name="Text 0">
            <a:extLst>
              <a:ext uri="{FF2B5EF4-FFF2-40B4-BE49-F238E27FC236}">
                <a16:creationId xmlns:a16="http://schemas.microsoft.com/office/drawing/2014/main" id="{2533BE39-293C-59A4-D0EE-47542C132E31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Retrieval: what did the numbers mean?</a:t>
            </a:r>
            <a:endParaRPr lang="en-US" sz="3100" dirty="0"/>
          </a:p>
        </p:txBody>
      </p:sp>
      <p:sp>
        <p:nvSpPr>
          <p:cNvPr id="92" name="Text 1">
            <a:extLst>
              <a:ext uri="{FF2B5EF4-FFF2-40B4-BE49-F238E27FC236}">
                <a16:creationId xmlns:a16="http://schemas.microsoft.com/office/drawing/2014/main" id="{3B21D84D-AA44-2231-6538-76A2CD83A65D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lesson gave the meaning of value before we compute it.</a:t>
            </a:r>
          </a:p>
        </p:txBody>
      </p:sp>
      <p:sp>
        <p:nvSpPr>
          <p:cNvPr id="3" name="Text 18">
            <a:extLst>
              <a:ext uri="{FF2B5EF4-FFF2-40B4-BE49-F238E27FC236}">
                <a16:creationId xmlns:a16="http://schemas.microsoft.com/office/drawing/2014/main" id="{1DADC794-B6B4-B658-8CC0-7CDFE7534637}"/>
              </a:ext>
            </a:extLst>
          </p:cNvPr>
          <p:cNvSpPr/>
          <p:nvPr/>
        </p:nvSpPr>
        <p:spPr>
          <a:xfrm>
            <a:off x="1073134" y="4227470"/>
            <a:ext cx="3320143" cy="268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Policy arrows and state values</a:t>
            </a:r>
            <a:endParaRPr lang="en-US" sz="16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4C1BAA3-38B0-282F-C758-7DB585A6BC49}"/>
              </a:ext>
            </a:extLst>
          </p:cNvPr>
          <p:cNvSpPr/>
          <p:nvPr/>
        </p:nvSpPr>
        <p:spPr>
          <a:xfrm>
            <a:off x="1021080" y="1625857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4FDF86-96FC-D7B3-0704-B0F7417382EE}"/>
              </a:ext>
            </a:extLst>
          </p:cNvPr>
          <p:cNvSpPr/>
          <p:nvPr/>
        </p:nvSpPr>
        <p:spPr>
          <a:xfrm>
            <a:off x="1881269" y="1625857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70037D2-8477-DF99-0EE8-6C033BAA9376}"/>
              </a:ext>
            </a:extLst>
          </p:cNvPr>
          <p:cNvSpPr/>
          <p:nvPr/>
        </p:nvSpPr>
        <p:spPr>
          <a:xfrm>
            <a:off x="2744127" y="1625857"/>
            <a:ext cx="862584" cy="862584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AF38767-AFA4-3678-057A-1735D423B723}"/>
              </a:ext>
            </a:extLst>
          </p:cNvPr>
          <p:cNvSpPr/>
          <p:nvPr/>
        </p:nvSpPr>
        <p:spPr>
          <a:xfrm>
            <a:off x="3606985" y="1625857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5D5D09C-E3A9-70B5-3D2A-D987A9620BC7}"/>
              </a:ext>
            </a:extLst>
          </p:cNvPr>
          <p:cNvSpPr/>
          <p:nvPr/>
        </p:nvSpPr>
        <p:spPr>
          <a:xfrm>
            <a:off x="1021080" y="2491493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4DFFAB2F-F658-E813-4B0B-F361E359CA3E}"/>
              </a:ext>
            </a:extLst>
          </p:cNvPr>
          <p:cNvSpPr/>
          <p:nvPr/>
        </p:nvSpPr>
        <p:spPr>
          <a:xfrm>
            <a:off x="1881269" y="2491493"/>
            <a:ext cx="862584" cy="862584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6D1921C8-4471-6FED-EB38-5A1FE432A12A}"/>
              </a:ext>
            </a:extLst>
          </p:cNvPr>
          <p:cNvSpPr/>
          <p:nvPr/>
        </p:nvSpPr>
        <p:spPr>
          <a:xfrm>
            <a:off x="2744127" y="2491493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B1054C82-D998-F580-299E-7AC3619126A5}"/>
              </a:ext>
            </a:extLst>
          </p:cNvPr>
          <p:cNvSpPr/>
          <p:nvPr/>
        </p:nvSpPr>
        <p:spPr>
          <a:xfrm>
            <a:off x="3606985" y="2491493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EA59E5E8-8B6D-48FE-4F7E-08CEFFFEBFFD}"/>
              </a:ext>
            </a:extLst>
          </p:cNvPr>
          <p:cNvSpPr/>
          <p:nvPr/>
        </p:nvSpPr>
        <p:spPr>
          <a:xfrm>
            <a:off x="1021080" y="3357126"/>
            <a:ext cx="862584" cy="862584"/>
          </a:xfrm>
          <a:prstGeom prst="rect">
            <a:avLst/>
          </a:prstGeom>
          <a:solidFill>
            <a:srgbClr val="FADDD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-3.4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FF49B0EF-F056-35D5-5A31-646AA2766E39}"/>
              </a:ext>
            </a:extLst>
          </p:cNvPr>
          <p:cNvSpPr/>
          <p:nvPr/>
        </p:nvSpPr>
        <p:spPr>
          <a:xfrm>
            <a:off x="1881269" y="3357126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-0.6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C18F945F-7C25-7CF2-476C-24553DB4221B}"/>
              </a:ext>
            </a:extLst>
          </p:cNvPr>
          <p:cNvSpPr/>
          <p:nvPr/>
        </p:nvSpPr>
        <p:spPr>
          <a:xfrm>
            <a:off x="2744127" y="3357126"/>
            <a:ext cx="862584" cy="862584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6FA0B521-B83C-39FB-966A-9463614D4F8A}"/>
              </a:ext>
            </a:extLst>
          </p:cNvPr>
          <p:cNvSpPr/>
          <p:nvPr/>
        </p:nvSpPr>
        <p:spPr>
          <a:xfrm>
            <a:off x="3606985" y="3357126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-1.2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9FD53888-F40C-5E44-B5BE-8F55815D74DE}"/>
              </a:ext>
            </a:extLst>
          </p:cNvPr>
          <p:cNvSpPr/>
          <p:nvPr/>
        </p:nvSpPr>
        <p:spPr>
          <a:xfrm>
            <a:off x="5916385" y="1731429"/>
            <a:ext cx="4961709" cy="57150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1838DE68-0332-40C3-C9BF-C7DDD586A3E9}"/>
              </a:ext>
            </a:extLst>
          </p:cNvPr>
          <p:cNvSpPr/>
          <p:nvPr/>
        </p:nvSpPr>
        <p:spPr>
          <a:xfrm>
            <a:off x="5916385" y="2302929"/>
            <a:ext cx="4961709" cy="5715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6.5 an immediate reward?</a:t>
            </a:r>
            <a:endParaRPr lang="en-US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AB034751-1249-E7F9-FBE2-3150AE6F5419}"/>
              </a:ext>
            </a:extLst>
          </p:cNvPr>
          <p:cNvSpPr/>
          <p:nvPr/>
        </p:nvSpPr>
        <p:spPr>
          <a:xfrm>
            <a:off x="5916385" y="2874429"/>
            <a:ext cx="4961709" cy="57150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one lucky trajectory?</a:t>
            </a:r>
            <a:endParaRPr lang="en-US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EE646FB3-A7AA-2B89-9E07-606AEAF1A552}"/>
              </a:ext>
            </a:extLst>
          </p:cNvPr>
          <p:cNvSpPr/>
          <p:nvPr/>
        </p:nvSpPr>
        <p:spPr>
          <a:xfrm>
            <a:off x="5916385" y="3445929"/>
            <a:ext cx="4961709" cy="57150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it summarize?</a:t>
            </a:r>
            <a:endParaRPr lang="en-US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058C19E2-6FD7-6F57-6CB6-F310DEA41C2F}"/>
              </a:ext>
            </a:extLst>
          </p:cNvPr>
          <p:cNvSpPr/>
          <p:nvPr/>
        </p:nvSpPr>
        <p:spPr>
          <a:xfrm>
            <a:off x="2987149" y="5153988"/>
            <a:ext cx="6217702" cy="682126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value summarizes expected long-term return from a state.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56325" y="4490650"/>
            <a:ext cx="36553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estimates unknown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37413" y="3018610"/>
            <a:ext cx="1382486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93244" y="4538402"/>
            <a:ext cx="4164876" cy="1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estimates after repeated updates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362200" y="5300548"/>
            <a:ext cx="7467600" cy="566927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 fills in the map by repeatedly looking one step ahead.</a:t>
            </a:r>
            <a:endParaRPr lang="en-US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E25A79AC-6E9D-0E3F-80DA-5C199CA5ABC1}"/>
              </a:ext>
            </a:extLst>
          </p:cNvPr>
          <p:cNvSpPr/>
          <p:nvPr/>
        </p:nvSpPr>
        <p:spPr>
          <a:xfrm>
            <a:off x="1256325" y="1642512"/>
            <a:ext cx="913672" cy="913672"/>
          </a:xfrm>
          <a:prstGeom prst="rect">
            <a:avLst/>
          </a:prstGeom>
          <a:solidFill>
            <a:srgbClr val="FFFFF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4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5A2E5B9C-9E6F-0BAA-7D12-7FB49F505636}"/>
              </a:ext>
            </a:extLst>
          </p:cNvPr>
          <p:cNvSpPr/>
          <p:nvPr/>
        </p:nvSpPr>
        <p:spPr>
          <a:xfrm>
            <a:off x="2166588" y="1642512"/>
            <a:ext cx="913672" cy="913672"/>
          </a:xfrm>
          <a:prstGeom prst="rect">
            <a:avLst/>
          </a:prstGeom>
          <a:solidFill>
            <a:srgbClr val="FFFFF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400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48B0FA6E-AC33-8FA8-DFD1-98524BD49E06}"/>
              </a:ext>
            </a:extLst>
          </p:cNvPr>
          <p:cNvSpPr/>
          <p:nvPr/>
        </p:nvSpPr>
        <p:spPr>
          <a:xfrm>
            <a:off x="3082294" y="1642512"/>
            <a:ext cx="913672" cy="913672"/>
          </a:xfrm>
          <a:prstGeom prst="rect">
            <a:avLst/>
          </a:prstGeom>
          <a:solidFill>
            <a:srgbClr val="FFFFF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4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7CC61DCF-FAE4-B354-EE75-8714AD3F141E}"/>
              </a:ext>
            </a:extLst>
          </p:cNvPr>
          <p:cNvSpPr/>
          <p:nvPr/>
        </p:nvSpPr>
        <p:spPr>
          <a:xfrm>
            <a:off x="3997999" y="1642512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0E44328B-CA22-930C-A534-691355C37366}"/>
              </a:ext>
            </a:extLst>
          </p:cNvPr>
          <p:cNvSpPr/>
          <p:nvPr/>
        </p:nvSpPr>
        <p:spPr>
          <a:xfrm>
            <a:off x="1256325" y="2558218"/>
            <a:ext cx="913672" cy="913672"/>
          </a:xfrm>
          <a:prstGeom prst="rect">
            <a:avLst/>
          </a:prstGeom>
          <a:solidFill>
            <a:srgbClr val="FFFFF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4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879278C4-2BFA-E98D-3E05-0CB314E63D51}"/>
              </a:ext>
            </a:extLst>
          </p:cNvPr>
          <p:cNvSpPr/>
          <p:nvPr/>
        </p:nvSpPr>
        <p:spPr>
          <a:xfrm>
            <a:off x="2166588" y="2558218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4A0FE72C-EEE7-84B4-A0C1-B74276BCF9F1}"/>
              </a:ext>
            </a:extLst>
          </p:cNvPr>
          <p:cNvSpPr/>
          <p:nvPr/>
        </p:nvSpPr>
        <p:spPr>
          <a:xfrm>
            <a:off x="3082294" y="2558218"/>
            <a:ext cx="913672" cy="913672"/>
          </a:xfrm>
          <a:prstGeom prst="rect">
            <a:avLst/>
          </a:prstGeom>
          <a:solidFill>
            <a:srgbClr val="FFFFF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400" dirty="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B79F2837-99B0-32FB-E186-3DD1208EB35C}"/>
              </a:ext>
            </a:extLst>
          </p:cNvPr>
          <p:cNvSpPr/>
          <p:nvPr/>
        </p:nvSpPr>
        <p:spPr>
          <a:xfrm>
            <a:off x="3997999" y="2558218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FC64C889-0D6A-CD67-2BA0-AA0D8F7BCDB9}"/>
              </a:ext>
            </a:extLst>
          </p:cNvPr>
          <p:cNvSpPr/>
          <p:nvPr/>
        </p:nvSpPr>
        <p:spPr>
          <a:xfrm>
            <a:off x="1256325" y="3473927"/>
            <a:ext cx="913672" cy="913672"/>
          </a:xfrm>
          <a:prstGeom prst="rect">
            <a:avLst/>
          </a:prstGeom>
          <a:solidFill>
            <a:srgbClr val="FFFFF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40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24B78258-41A3-BF6D-BAF0-CB74E67C0998}"/>
              </a:ext>
            </a:extLst>
          </p:cNvPr>
          <p:cNvSpPr/>
          <p:nvPr/>
        </p:nvSpPr>
        <p:spPr>
          <a:xfrm>
            <a:off x="2166588" y="3473927"/>
            <a:ext cx="913672" cy="913672"/>
          </a:xfrm>
          <a:prstGeom prst="rect">
            <a:avLst/>
          </a:prstGeom>
          <a:solidFill>
            <a:srgbClr val="FFFFF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400" dirty="0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8749E1E9-D2FC-8D08-B6D2-E4C5FCAB7674}"/>
              </a:ext>
            </a:extLst>
          </p:cNvPr>
          <p:cNvSpPr/>
          <p:nvPr/>
        </p:nvSpPr>
        <p:spPr>
          <a:xfrm>
            <a:off x="3082294" y="3473927"/>
            <a:ext cx="913672" cy="913672"/>
          </a:xfrm>
          <a:prstGeom prst="rect">
            <a:avLst/>
          </a:prstGeom>
          <a:solidFill>
            <a:srgbClr val="FFFFF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400" dirty="0"/>
          </a:p>
        </p:txBody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49447D33-7AD4-A9D4-D6E8-0D8CC29B9EB0}"/>
              </a:ext>
            </a:extLst>
          </p:cNvPr>
          <p:cNvSpPr/>
          <p:nvPr/>
        </p:nvSpPr>
        <p:spPr>
          <a:xfrm>
            <a:off x="3997999" y="3473927"/>
            <a:ext cx="913672" cy="913672"/>
          </a:xfrm>
          <a:prstGeom prst="rect">
            <a:avLst/>
          </a:prstGeom>
          <a:solidFill>
            <a:srgbClr val="FFFFF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2400" dirty="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1D13D2E9-0F10-2B1D-6F59-9F02F3C66A1A}"/>
              </a:ext>
            </a:extLst>
          </p:cNvPr>
          <p:cNvSpPr/>
          <p:nvPr/>
        </p:nvSpPr>
        <p:spPr>
          <a:xfrm>
            <a:off x="7345641" y="1611749"/>
            <a:ext cx="927934" cy="92793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ABC79CDE-1F3B-55FD-1194-374AE55621C4}"/>
              </a:ext>
            </a:extLst>
          </p:cNvPr>
          <p:cNvSpPr/>
          <p:nvPr/>
        </p:nvSpPr>
        <p:spPr>
          <a:xfrm>
            <a:off x="8271141" y="1611749"/>
            <a:ext cx="927934" cy="92793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39A32218-2F12-8C00-A470-92F982AD152D}"/>
              </a:ext>
            </a:extLst>
          </p:cNvPr>
          <p:cNvSpPr/>
          <p:nvPr/>
        </p:nvSpPr>
        <p:spPr>
          <a:xfrm>
            <a:off x="9199314" y="1611749"/>
            <a:ext cx="927934" cy="927934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9E0475C4-676F-27C7-E01D-01C445572916}"/>
              </a:ext>
            </a:extLst>
          </p:cNvPr>
          <p:cNvSpPr/>
          <p:nvPr/>
        </p:nvSpPr>
        <p:spPr>
          <a:xfrm>
            <a:off x="10127486" y="1611749"/>
            <a:ext cx="927934" cy="92793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FFC02E62-D0C4-22AF-55AA-1CBC948CB5A2}"/>
              </a:ext>
            </a:extLst>
          </p:cNvPr>
          <p:cNvSpPr/>
          <p:nvPr/>
        </p:nvSpPr>
        <p:spPr>
          <a:xfrm>
            <a:off x="7345641" y="2537258"/>
            <a:ext cx="927934" cy="92793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41914310-78E1-E9DD-E661-3E257509B766}"/>
              </a:ext>
            </a:extLst>
          </p:cNvPr>
          <p:cNvSpPr/>
          <p:nvPr/>
        </p:nvSpPr>
        <p:spPr>
          <a:xfrm>
            <a:off x="8271141" y="2537258"/>
            <a:ext cx="927934" cy="927934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01E978A8-3EAA-A973-D4CC-039F983C3713}"/>
              </a:ext>
            </a:extLst>
          </p:cNvPr>
          <p:cNvSpPr/>
          <p:nvPr/>
        </p:nvSpPr>
        <p:spPr>
          <a:xfrm>
            <a:off x="9199314" y="2537258"/>
            <a:ext cx="927934" cy="92793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A4350482-F829-C8F8-553D-B8AC91AE369F}"/>
              </a:ext>
            </a:extLst>
          </p:cNvPr>
          <p:cNvSpPr/>
          <p:nvPr/>
        </p:nvSpPr>
        <p:spPr>
          <a:xfrm>
            <a:off x="10127486" y="2537258"/>
            <a:ext cx="927934" cy="92793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dirty="0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5986063C-038C-24E7-7303-A527E397DFDA}"/>
              </a:ext>
            </a:extLst>
          </p:cNvPr>
          <p:cNvSpPr/>
          <p:nvPr/>
        </p:nvSpPr>
        <p:spPr>
          <a:xfrm>
            <a:off x="7345641" y="3457321"/>
            <a:ext cx="927934" cy="927934"/>
          </a:xfrm>
          <a:prstGeom prst="rect">
            <a:avLst/>
          </a:prstGeom>
          <a:solidFill>
            <a:srgbClr val="FADDD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-3.4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77" name="Text 15">
            <a:extLst>
              <a:ext uri="{FF2B5EF4-FFF2-40B4-BE49-F238E27FC236}">
                <a16:creationId xmlns:a16="http://schemas.microsoft.com/office/drawing/2014/main" id="{9575A28C-9960-5E40-B326-59921C36D636}"/>
              </a:ext>
            </a:extLst>
          </p:cNvPr>
          <p:cNvSpPr/>
          <p:nvPr/>
        </p:nvSpPr>
        <p:spPr>
          <a:xfrm>
            <a:off x="8271141" y="3457321"/>
            <a:ext cx="927934" cy="92793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-0.6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79" name="Text 16">
            <a:extLst>
              <a:ext uri="{FF2B5EF4-FFF2-40B4-BE49-F238E27FC236}">
                <a16:creationId xmlns:a16="http://schemas.microsoft.com/office/drawing/2014/main" id="{BF11DB27-5B64-BCAC-735B-15A8E24D9F00}"/>
              </a:ext>
            </a:extLst>
          </p:cNvPr>
          <p:cNvSpPr/>
          <p:nvPr/>
        </p:nvSpPr>
        <p:spPr>
          <a:xfrm>
            <a:off x="9199314" y="3457321"/>
            <a:ext cx="927934" cy="927934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E9E54B9D-E0F2-B2D6-99CA-633E96B1D5E7}"/>
              </a:ext>
            </a:extLst>
          </p:cNvPr>
          <p:cNvSpPr/>
          <p:nvPr/>
        </p:nvSpPr>
        <p:spPr>
          <a:xfrm>
            <a:off x="10127486" y="3457321"/>
            <a:ext cx="927934" cy="92793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-1.2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dirty="0"/>
          </a:p>
        </p:txBody>
      </p:sp>
      <p:sp>
        <p:nvSpPr>
          <p:cNvPr id="83" name="Text 0">
            <a:extLst>
              <a:ext uri="{FF2B5EF4-FFF2-40B4-BE49-F238E27FC236}">
                <a16:creationId xmlns:a16="http://schemas.microsoft.com/office/drawing/2014/main" id="{EAFBA84E-1008-2509-1465-E7300DF873BB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question L12 left unanswered</a:t>
            </a:r>
            <a:endParaRPr lang="en-US" sz="3200" dirty="0"/>
          </a:p>
        </p:txBody>
      </p:sp>
      <p:sp>
        <p:nvSpPr>
          <p:cNvPr id="85" name="Text 1">
            <a:extLst>
              <a:ext uri="{FF2B5EF4-FFF2-40B4-BE49-F238E27FC236}">
                <a16:creationId xmlns:a16="http://schemas.microsoft.com/office/drawing/2014/main" id="{94FE729A-CEB3-24B5-13E1-4E667F0A2017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know what value means. Where do the numbers come from?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80012" y="1690878"/>
            <a:ext cx="3931920" cy="41148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action can lead to several futures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0012" y="2285238"/>
            <a:ext cx="1463040" cy="65532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43052" y="2285238"/>
            <a:ext cx="1234440" cy="65532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77492" y="2285238"/>
            <a:ext cx="1234440" cy="65532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80012" y="2940558"/>
            <a:ext cx="1463040" cy="65532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43052" y="2940558"/>
            <a:ext cx="1234440" cy="65532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77492" y="2940558"/>
            <a:ext cx="1234440" cy="65532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80012" y="3595878"/>
            <a:ext cx="1463040" cy="65532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Strained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43052" y="3595878"/>
            <a:ext cx="1234440" cy="65532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0.25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77492" y="3595878"/>
            <a:ext cx="1234440" cy="65532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07529" y="3074126"/>
            <a:ext cx="5268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82B55"/>
                </a:solidFill>
              </a:rPr>
              <a:t>0.75(6) + 0.25(2) = 5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807529" y="3552771"/>
            <a:ext cx="52686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</a:rPr>
              <a:t>Multiply each future value by how likely that future is, then add.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11532" y="5222748"/>
            <a:ext cx="6168935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probability skill value iteration needs.</a:t>
            </a:r>
            <a:endParaRPr lang="en-US" sz="2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5D3A9FBF-08A9-1AB9-72C1-070856292C87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 checkpoint: probability-weighted future value</a:t>
            </a:r>
            <a:endParaRPr lang="en-US" sz="3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125B07AC-E0E3-8782-C0FB-00D0D5DB8483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L11 read transition probabilities. L13 uses them.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212080" y="1654629"/>
            <a:ext cx="1234440" cy="420624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</a:t>
            </a:r>
            <a:r>
              <a:rPr lang="en-US" b="1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i="1" dirty="0"/>
          </a:p>
        </p:txBody>
      </p:sp>
      <p:sp>
        <p:nvSpPr>
          <p:cNvPr id="7" name="Shape 5"/>
          <p:cNvSpPr/>
          <p:nvPr/>
        </p:nvSpPr>
        <p:spPr>
          <a:xfrm>
            <a:off x="5833872" y="2102685"/>
            <a:ext cx="0" cy="374904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892040" y="2523309"/>
            <a:ext cx="1920240" cy="420624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East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833872" y="2980509"/>
            <a:ext cx="0" cy="347472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5074920" y="3346269"/>
            <a:ext cx="1508760" cy="384048"/>
          </a:xfrm>
          <a:prstGeom prst="rect">
            <a:avLst/>
          </a:prstGeom>
          <a:solidFill>
            <a:srgbClr val="EEF2F6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flipH="1">
            <a:off x="2879275" y="3757749"/>
            <a:ext cx="2881445" cy="704088"/>
          </a:xfrm>
          <a:prstGeom prst="line">
            <a:avLst/>
          </a:prstGeom>
          <a:noFill/>
          <a:ln w="2286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Shape 10"/>
          <p:cNvSpPr/>
          <p:nvPr/>
        </p:nvSpPr>
        <p:spPr>
          <a:xfrm>
            <a:off x="5833872" y="3757749"/>
            <a:ext cx="0" cy="731520"/>
          </a:xfrm>
          <a:prstGeom prst="line">
            <a:avLst/>
          </a:prstGeom>
          <a:noFill/>
          <a:ln w="2286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Shape 11"/>
          <p:cNvSpPr/>
          <p:nvPr/>
        </p:nvSpPr>
        <p:spPr>
          <a:xfrm>
            <a:off x="5943600" y="3757749"/>
            <a:ext cx="2880360" cy="731520"/>
          </a:xfrm>
          <a:prstGeom prst="line">
            <a:avLst/>
          </a:prstGeom>
          <a:noFill/>
          <a:ln w="2286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1600200" y="4489269"/>
            <a:ext cx="2286000" cy="9144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slip North</a:t>
            </a:r>
            <a:endParaRPr lang="en-US" dirty="0"/>
          </a:p>
          <a:p>
            <a:pPr marL="0" indent="0" algn="ctr">
              <a:buNone/>
            </a:pPr>
            <a:r>
              <a:rPr lang="en-US" b="1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=2.0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09160" y="4489269"/>
            <a:ext cx="2286000" cy="91440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East</a:t>
            </a:r>
            <a:endParaRPr lang="en-US" dirty="0"/>
          </a:p>
          <a:p>
            <a:pPr marL="0" indent="0" algn="ctr">
              <a:buNone/>
            </a:pPr>
            <a:r>
              <a:rPr lang="en-US" b="1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=8.0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18120" y="4489269"/>
            <a:ext cx="2286000" cy="914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slip South</a:t>
            </a:r>
            <a:endParaRPr lang="en-US" dirty="0"/>
          </a:p>
          <a:p>
            <a:pPr marL="0" indent="0" algn="ctr">
              <a:buNone/>
            </a:pPr>
            <a:r>
              <a:rPr lang="en-US" b="1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=4.0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43000" y="5577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Bellman replaces a deep tree with one-step lookahead plus reusable state values.</a:t>
            </a:r>
            <a:endParaRPr lang="en-US" sz="16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05C78FC8-7A5B-9E79-BDDF-B658A7187BF8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Bellman backup is one-step lookahead</a:t>
            </a:r>
            <a:endParaRPr lang="en-US" sz="32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EEA7A444-1F16-FD73-0B59-AC03F1B1D5BC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structure: agent choice followed by environment uncertainty.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2834640" cy="105156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reward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now?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8620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2B55"/>
                </a:solidFill>
              </a:rPr>
              <a:t>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480560" y="2057400"/>
            <a:ext cx="3154680" cy="10515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Discounted expected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value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909560" y="2578608"/>
            <a:ext cx="86868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8915400" y="2057400"/>
            <a:ext cx="2286000" cy="105156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value</a:t>
            </a:r>
            <a:endParaRPr lang="en-US" dirty="0"/>
          </a:p>
          <a:p>
            <a:pPr marL="0" indent="0" algn="ctr">
              <a:buNone/>
            </a:pPr>
            <a:r>
              <a:rPr lang="en-US" b="1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b="1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</a:t>
            </a:r>
            <a:r>
              <a:rPr lang="en-US" b="1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11680" y="4754880"/>
            <a:ext cx="8138160" cy="566928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What do I get now, and what valuable situation am I likely to reach?</a:t>
            </a:r>
            <a:endParaRPr lang="en-US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35754CB7-5AE1-5630-C1D5-B8BFF9A13846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Bellman idea before the equation</a:t>
            </a:r>
            <a:endParaRPr lang="en-US" sz="32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35D462BF-14AF-E1BF-0946-7B50B99D91A2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action has an immediate consequence and leaves us in a future situation.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551214" y="1706016"/>
            <a:ext cx="2883626" cy="50292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future value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03369" y="2272944"/>
            <a:ext cx="0" cy="246888"/>
          </a:xfrm>
          <a:prstGeom prst="line">
            <a:avLst/>
          </a:prstGeom>
          <a:noFill/>
          <a:ln w="190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1551214" y="2592984"/>
            <a:ext cx="2883626" cy="50292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 future value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003369" y="3159912"/>
            <a:ext cx="0" cy="246888"/>
          </a:xfrm>
          <a:prstGeom prst="line">
            <a:avLst/>
          </a:prstGeom>
          <a:noFill/>
          <a:ln w="190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2" name="Text 10"/>
          <p:cNvSpPr/>
          <p:nvPr/>
        </p:nvSpPr>
        <p:spPr>
          <a:xfrm>
            <a:off x="1551214" y="3479952"/>
            <a:ext cx="2883626" cy="50292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immediate reward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003369" y="4046880"/>
            <a:ext cx="0" cy="246888"/>
          </a:xfrm>
          <a:prstGeom prst="line">
            <a:avLst/>
          </a:prstGeom>
          <a:noFill/>
          <a:ln w="190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600"/>
          </a:p>
        </p:txBody>
      </p:sp>
      <p:sp>
        <p:nvSpPr>
          <p:cNvPr id="15" name="Text 13"/>
          <p:cNvSpPr/>
          <p:nvPr/>
        </p:nvSpPr>
        <p:spPr>
          <a:xfrm>
            <a:off x="1551214" y="4366920"/>
            <a:ext cx="2883626" cy="50292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value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556478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082B55"/>
                </a:solidFill>
              </a:rPr>
              <a:t>Q</a:t>
            </a:r>
            <a:r>
              <a:rPr lang="en-US" sz="2000" b="1" dirty="0">
                <a:solidFill>
                  <a:srgbClr val="082B55"/>
                </a:solidFill>
              </a:rPr>
              <a:t>(</a:t>
            </a:r>
            <a:r>
              <a:rPr lang="en-US" sz="2000" b="1" i="1" dirty="0">
                <a:solidFill>
                  <a:srgbClr val="082B55"/>
                </a:solidFill>
              </a:rPr>
              <a:t>s</a:t>
            </a:r>
            <a:r>
              <a:rPr lang="en-US" sz="2000" b="1" dirty="0">
                <a:solidFill>
                  <a:srgbClr val="082B55"/>
                </a:solidFill>
              </a:rPr>
              <a:t>,</a:t>
            </a:r>
            <a:r>
              <a:rPr lang="en-US" sz="2000" b="1" i="1" dirty="0">
                <a:solidFill>
                  <a:srgbClr val="082B55"/>
                </a:solidFill>
              </a:rPr>
              <a:t>a</a:t>
            </a:r>
            <a:r>
              <a:rPr lang="en-US" sz="2000" b="1" dirty="0">
                <a:solidFill>
                  <a:srgbClr val="082B55"/>
                </a:solidFill>
              </a:rPr>
              <a:t>) estimates the long-term value of taking action </a:t>
            </a:r>
            <a:r>
              <a:rPr lang="en-US" sz="2000" b="1" i="1" dirty="0">
                <a:solidFill>
                  <a:srgbClr val="082B55"/>
                </a:solidFill>
              </a:rPr>
              <a:t>a</a:t>
            </a:r>
            <a:r>
              <a:rPr lang="en-US" sz="2000" b="1" dirty="0">
                <a:solidFill>
                  <a:srgbClr val="082B55"/>
                </a:solidFill>
              </a:rPr>
              <a:t> in state </a:t>
            </a:r>
            <a:r>
              <a:rPr lang="en-US" sz="2000" b="1" i="1" dirty="0">
                <a:solidFill>
                  <a:srgbClr val="082B55"/>
                </a:solidFill>
              </a:rPr>
              <a:t>s</a:t>
            </a:r>
            <a:r>
              <a:rPr lang="en-US" sz="2000" b="1" dirty="0">
                <a:solidFill>
                  <a:srgbClr val="082B55"/>
                </a:solidFill>
              </a:rPr>
              <a:t>.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2DFD490-243B-7A68-ADA9-5068FD5FAF9F}"/>
                  </a:ext>
                </a:extLst>
              </p:cNvPr>
              <p:cNvSpPr txBox="1"/>
              <p:nvPr/>
            </p:nvSpPr>
            <p:spPr>
              <a:xfrm>
                <a:off x="7485761" y="1553215"/>
                <a:ext cx="2676053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2DFD490-243B-7A68-ADA9-5068FD5FA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5761" y="1553215"/>
                <a:ext cx="2676053" cy="894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6C9FFA-96F8-5036-563A-7077E358EBDB}"/>
                  </a:ext>
                </a:extLst>
              </p:cNvPr>
              <p:cNvSpPr txBox="1"/>
              <p:nvPr/>
            </p:nvSpPr>
            <p:spPr>
              <a:xfrm>
                <a:off x="7264290" y="2499540"/>
                <a:ext cx="2897524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6C9FFA-96F8-5036-563A-7077E358E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290" y="2499540"/>
                <a:ext cx="2897524" cy="894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3F5733-EA68-74D8-467C-9654D2D5E56F}"/>
                  </a:ext>
                </a:extLst>
              </p:cNvPr>
              <p:cNvSpPr txBox="1"/>
              <p:nvPr/>
            </p:nvSpPr>
            <p:spPr>
              <a:xfrm>
                <a:off x="5830184" y="3432308"/>
                <a:ext cx="4499462" cy="894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3F5733-EA68-74D8-467C-9654D2D5E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184" y="3432308"/>
                <a:ext cx="4499462" cy="894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50DFA02-749D-27BD-1B58-9E3430CFD1ED}"/>
                  </a:ext>
                </a:extLst>
              </p:cNvPr>
              <p:cNvSpPr txBox="1"/>
              <p:nvPr/>
            </p:nvSpPr>
            <p:spPr>
              <a:xfrm>
                <a:off x="4277494" y="4249813"/>
                <a:ext cx="6318562" cy="894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50DFA02-749D-27BD-1B58-9E3430CFD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494" y="4249813"/>
                <a:ext cx="6318562" cy="8943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0">
            <a:extLst>
              <a:ext uri="{FF2B5EF4-FFF2-40B4-BE49-F238E27FC236}">
                <a16:creationId xmlns:a16="http://schemas.microsoft.com/office/drawing/2014/main" id="{DBA16218-EAF9-D9C5-AC24-A9A51780621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Bellman action value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122919B9-7667-59B2-9325-915251A6DF9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equation, assembled one idea at a time.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88720" y="2206538"/>
            <a:ext cx="2103120" cy="4876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91840" y="2206538"/>
            <a:ext cx="7680960" cy="4876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88720" y="2694218"/>
            <a:ext cx="2103120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</a:t>
            </a: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91840" y="2694218"/>
            <a:ext cx="7680960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of taking action </a:t>
            </a: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here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88720" y="3181898"/>
            <a:ext cx="2103120" cy="4876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</a:t>
            </a: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91840" y="3181898"/>
            <a:ext cx="7680960" cy="4876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reward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88720" y="3669578"/>
            <a:ext cx="2103120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γ</a:t>
            </a:r>
            <a:endParaRPr lang="en-US" i="1" dirty="0"/>
          </a:p>
        </p:txBody>
      </p:sp>
      <p:sp>
        <p:nvSpPr>
          <p:cNvPr id="14" name="Text 12"/>
          <p:cNvSpPr/>
          <p:nvPr/>
        </p:nvSpPr>
        <p:spPr>
          <a:xfrm>
            <a:off x="3291840" y="3669578"/>
            <a:ext cx="7680960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future-reward weight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88720" y="4157258"/>
            <a:ext cx="2103120" cy="4876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s′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</a:t>
            </a: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</a:t>
            </a: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91840" y="4157258"/>
            <a:ext cx="7680960" cy="4876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chance of each next state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88720" y="4644938"/>
            <a:ext cx="2103120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s′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91840" y="4644938"/>
            <a:ext cx="7680960" cy="4876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estimate of next state value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94560" y="5681258"/>
            <a:ext cx="7863840" cy="50292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Bellman backup is immediate reward plus discounted expected future value.</a:t>
            </a:r>
            <a:endParaRPr lang="en-US" sz="16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5A12A26E-5E0E-C771-E528-DB80444F0E29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the equation in English</a:t>
            </a:r>
            <a:endParaRPr lang="en-US" sz="3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369052A-2EF5-C2A0-66A3-5D05C28B05FD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notation is a compact version of the story.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BACEC9-AA0A-742B-78B9-ACA8A9E90FAE}"/>
                  </a:ext>
                </a:extLst>
              </p:cNvPr>
              <p:cNvSpPr txBox="1"/>
              <p:nvPr/>
            </p:nvSpPr>
            <p:spPr>
              <a:xfrm>
                <a:off x="2936719" y="1317618"/>
                <a:ext cx="6318562" cy="894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BACEC9-AA0A-742B-78B9-ACA8A9E90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719" y="1317618"/>
                <a:ext cx="6318562" cy="894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891540" y="4664969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estimates V₀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87786" y="1605642"/>
            <a:ext cx="1143000" cy="82296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30786" y="1605642"/>
            <a:ext cx="3886200" cy="82296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row, one cell left of +10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87786" y="2428602"/>
            <a:ext cx="114300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30786" y="2428602"/>
            <a:ext cx="388620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87786" y="3251562"/>
            <a:ext cx="1143000" cy="82296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30786" y="3251562"/>
            <a:ext cx="3886200" cy="82296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 → +10 terminal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 → stay in same cell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 → move south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87786" y="4074522"/>
            <a:ext cx="114300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30786" y="4074522"/>
            <a:ext cx="388620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living reward = −1 if not terminal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81400" y="5363826"/>
            <a:ext cx="4553494" cy="680358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compute expected future value.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add reward and discount.</a:t>
            </a:r>
            <a:endParaRPr lang="en-US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FC277B9E-A4CD-86D0-93ED-0D050D3183B3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backup: evaluate one action</a:t>
            </a:r>
            <a:endParaRPr lang="en-US" sz="32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5C01A0F5-9867-BD44-8B03-ED9D591524CE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Zoom into one </a:t>
            </a:r>
            <a:r>
              <a:rPr lang="en-US" sz="1600" dirty="0" err="1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Gridworld</a:t>
            </a: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state and one action.</a:t>
            </a:r>
            <a:endParaRPr lang="en-US" sz="16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A3406CE5-7C46-C097-A497-406161792CA4}"/>
              </a:ext>
            </a:extLst>
          </p:cNvPr>
          <p:cNvSpPr/>
          <p:nvPr/>
        </p:nvSpPr>
        <p:spPr>
          <a:xfrm>
            <a:off x="1256325" y="1789473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8A5AA455-F139-5920-36EC-8E9CB7E8F1DA}"/>
              </a:ext>
            </a:extLst>
          </p:cNvPr>
          <p:cNvSpPr/>
          <p:nvPr/>
        </p:nvSpPr>
        <p:spPr>
          <a:xfrm>
            <a:off x="2166588" y="1789473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A1A91F08-3BE7-E927-C949-923FA6E3C3D8}"/>
              </a:ext>
            </a:extLst>
          </p:cNvPr>
          <p:cNvSpPr/>
          <p:nvPr/>
        </p:nvSpPr>
        <p:spPr>
          <a:xfrm>
            <a:off x="3997999" y="1789473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FD68D504-E51F-0B6D-B3DC-DFDC83A81706}"/>
              </a:ext>
            </a:extLst>
          </p:cNvPr>
          <p:cNvSpPr/>
          <p:nvPr/>
        </p:nvSpPr>
        <p:spPr>
          <a:xfrm>
            <a:off x="1256325" y="2705179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B895E148-EB3C-23D8-041D-4257F3378F6A}"/>
              </a:ext>
            </a:extLst>
          </p:cNvPr>
          <p:cNvSpPr/>
          <p:nvPr/>
        </p:nvSpPr>
        <p:spPr>
          <a:xfrm>
            <a:off x="2166588" y="2705179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D86608D7-9EFA-5246-4D77-76CDAB3F9954}"/>
              </a:ext>
            </a:extLst>
          </p:cNvPr>
          <p:cNvSpPr/>
          <p:nvPr/>
        </p:nvSpPr>
        <p:spPr>
          <a:xfrm>
            <a:off x="3082294" y="2705179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D828D17F-6EE3-D2B7-250A-DD071A8E9BC5}"/>
              </a:ext>
            </a:extLst>
          </p:cNvPr>
          <p:cNvSpPr/>
          <p:nvPr/>
        </p:nvSpPr>
        <p:spPr>
          <a:xfrm>
            <a:off x="3997999" y="2705179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1334477A-FB07-57E8-2B78-C1C94366FDAC}"/>
              </a:ext>
            </a:extLst>
          </p:cNvPr>
          <p:cNvSpPr/>
          <p:nvPr/>
        </p:nvSpPr>
        <p:spPr>
          <a:xfrm>
            <a:off x="1256325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122140E6-0641-5314-6AC3-62864D20B1E4}"/>
              </a:ext>
            </a:extLst>
          </p:cNvPr>
          <p:cNvSpPr/>
          <p:nvPr/>
        </p:nvSpPr>
        <p:spPr>
          <a:xfrm>
            <a:off x="2166588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FDF152EA-FBE8-4398-BBD6-8B0C32982CA4}"/>
              </a:ext>
            </a:extLst>
          </p:cNvPr>
          <p:cNvSpPr/>
          <p:nvPr/>
        </p:nvSpPr>
        <p:spPr>
          <a:xfrm>
            <a:off x="3082294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4ABF2B06-D3C9-AB9A-3A39-6F6F2D48E094}"/>
              </a:ext>
            </a:extLst>
          </p:cNvPr>
          <p:cNvSpPr/>
          <p:nvPr/>
        </p:nvSpPr>
        <p:spPr>
          <a:xfrm>
            <a:off x="3997999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8F7171AB-AD60-DF55-5774-F01957FF8A20}"/>
              </a:ext>
            </a:extLst>
          </p:cNvPr>
          <p:cNvSpPr/>
          <p:nvPr/>
        </p:nvSpPr>
        <p:spPr>
          <a:xfrm>
            <a:off x="3082294" y="1789473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155872" y="1325662"/>
            <a:ext cx="5570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2B55"/>
                </a:solidFill>
              </a:rPr>
              <a:t>0.80(10) + 0.10(0) + 0.10(0)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155872" y="2057182"/>
            <a:ext cx="55702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AA876"/>
                </a:solidFill>
              </a:rPr>
              <a:t>= 8.0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629400" y="2806992"/>
            <a:ext cx="4754880" cy="118872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East is attempted, </a:t>
            </a: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successor situation has expected future value 8.0 under the current estimates.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29400" y="4350008"/>
            <a:ext cx="4754880" cy="913672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south cell becomes more valuable later, this action value may increase.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5840" y="572414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Do not stop at arithmetic. Explain what the intermediate number represents.</a:t>
            </a:r>
            <a:endParaRPr lang="en-US" sz="16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52247A25-DB27-CF76-D177-BACCB8DA3B90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expected future value</a:t>
            </a:r>
            <a:endParaRPr lang="en-US" sz="32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DA9B09A-5935-F0C7-827F-5B80F01CC805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over environment outcomes.</a:t>
            </a:r>
            <a:endParaRPr lang="en-US" sz="16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61E01A0E-EDC4-E5D9-16A6-94FACCD55855}"/>
              </a:ext>
            </a:extLst>
          </p:cNvPr>
          <p:cNvSpPr/>
          <p:nvPr/>
        </p:nvSpPr>
        <p:spPr>
          <a:xfrm>
            <a:off x="1256325" y="1789473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05DE99CC-FAD9-707B-A7B8-C00136DC32CD}"/>
              </a:ext>
            </a:extLst>
          </p:cNvPr>
          <p:cNvSpPr/>
          <p:nvPr/>
        </p:nvSpPr>
        <p:spPr>
          <a:xfrm>
            <a:off x="2166588" y="1789473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F63772A2-A320-E7D3-E513-74C3FD6D57A0}"/>
              </a:ext>
            </a:extLst>
          </p:cNvPr>
          <p:cNvSpPr/>
          <p:nvPr/>
        </p:nvSpPr>
        <p:spPr>
          <a:xfrm>
            <a:off x="3997999" y="1789473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0EFA8F44-495D-A6F3-2906-7AED95E5C402}"/>
              </a:ext>
            </a:extLst>
          </p:cNvPr>
          <p:cNvSpPr/>
          <p:nvPr/>
        </p:nvSpPr>
        <p:spPr>
          <a:xfrm>
            <a:off x="1256325" y="2705179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F4A4D17B-66FD-064D-C86A-C5B93210D440}"/>
              </a:ext>
            </a:extLst>
          </p:cNvPr>
          <p:cNvSpPr/>
          <p:nvPr/>
        </p:nvSpPr>
        <p:spPr>
          <a:xfrm>
            <a:off x="2166588" y="2705179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91B40751-043E-0E30-37AE-5279F7E8AF67}"/>
              </a:ext>
            </a:extLst>
          </p:cNvPr>
          <p:cNvSpPr/>
          <p:nvPr/>
        </p:nvSpPr>
        <p:spPr>
          <a:xfrm>
            <a:off x="3082294" y="2705179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0339942B-D03E-0990-108A-D01BF713481F}"/>
              </a:ext>
            </a:extLst>
          </p:cNvPr>
          <p:cNvSpPr/>
          <p:nvPr/>
        </p:nvSpPr>
        <p:spPr>
          <a:xfrm>
            <a:off x="3997999" y="2705179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56495EA3-5D51-1CC8-FB6C-D42630D1E921}"/>
              </a:ext>
            </a:extLst>
          </p:cNvPr>
          <p:cNvSpPr/>
          <p:nvPr/>
        </p:nvSpPr>
        <p:spPr>
          <a:xfrm>
            <a:off x="1256325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08358187-244E-9FE3-2323-129A1288EF2B}"/>
              </a:ext>
            </a:extLst>
          </p:cNvPr>
          <p:cNvSpPr/>
          <p:nvPr/>
        </p:nvSpPr>
        <p:spPr>
          <a:xfrm>
            <a:off x="2166588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DEA69B45-0A62-DA2E-124C-4E49ADE4AFB3}"/>
              </a:ext>
            </a:extLst>
          </p:cNvPr>
          <p:cNvSpPr/>
          <p:nvPr/>
        </p:nvSpPr>
        <p:spPr>
          <a:xfrm>
            <a:off x="3082294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56E19311-68F2-A114-19C8-30E643E2EB66}"/>
              </a:ext>
            </a:extLst>
          </p:cNvPr>
          <p:cNvSpPr/>
          <p:nvPr/>
        </p:nvSpPr>
        <p:spPr>
          <a:xfrm>
            <a:off x="3997999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D01B30B2-E874-98B8-C132-2BF4102CE9F3}"/>
              </a:ext>
            </a:extLst>
          </p:cNvPr>
          <p:cNvSpPr/>
          <p:nvPr/>
        </p:nvSpPr>
        <p:spPr>
          <a:xfrm>
            <a:off x="3082294" y="1789473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4C8C1FB-EFD6-6326-2062-768C72796C81}"/>
                  </a:ext>
                </a:extLst>
              </p:cNvPr>
              <p:cNvSpPr txBox="1"/>
              <p:nvPr/>
            </p:nvSpPr>
            <p:spPr>
              <a:xfrm>
                <a:off x="7668813" y="376560"/>
                <a:ext cx="2676053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4C8C1FB-EFD6-6326-2062-768C72796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813" y="376560"/>
                <a:ext cx="2676053" cy="894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117374" y="1545336"/>
            <a:ext cx="67698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2B55"/>
                </a:solidFill>
              </a:rPr>
              <a:t>Q(s, East) = R + γ(expected future value)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117374" y="2185416"/>
            <a:ext cx="6769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A876"/>
                </a:solidFill>
              </a:rPr>
              <a:t>= 0 + 0.90(8.0) = 7.2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124847" y="2942190"/>
            <a:ext cx="4754880" cy="105156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 is the current long-term value estimate for trying East in this state.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24847" y="4308565"/>
            <a:ext cx="4754880" cy="1051560"/>
          </a:xfrm>
          <a:prstGeom prst="rect">
            <a:avLst/>
          </a:prstGeom>
          <a:solidFill>
            <a:srgbClr val="FDECEC"/>
          </a:solidFill>
          <a:ln w="13970">
            <a:solidFill>
              <a:srgbClr val="D0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meaning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not the immediate reward and not a guaranteed outcome.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5840" y="5645331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Action values summarize immediate and future consequences.</a:t>
            </a:r>
            <a:endParaRPr lang="en-US" sz="16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5403266B-A32D-1534-4111-1F88DBBF3D5B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discount the future &amp; Step 3: add the reward</a:t>
            </a:r>
            <a:endParaRPr lang="en-US" sz="32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6F600A8-9FDF-1037-37C5-D65D67A2A0D8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convert the expected future into an action value.</a:t>
            </a:r>
            <a:endParaRPr lang="en-US" sz="16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810057B-E57C-0599-BFEE-6C7659554380}"/>
              </a:ext>
            </a:extLst>
          </p:cNvPr>
          <p:cNvSpPr/>
          <p:nvPr/>
        </p:nvSpPr>
        <p:spPr>
          <a:xfrm>
            <a:off x="1256325" y="1789473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7257868F-6F60-D414-89CE-290884CB34F8}"/>
              </a:ext>
            </a:extLst>
          </p:cNvPr>
          <p:cNvSpPr/>
          <p:nvPr/>
        </p:nvSpPr>
        <p:spPr>
          <a:xfrm>
            <a:off x="2166588" y="1789473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5C2B705-C7A9-9010-6C9D-4865B4ED0572}"/>
              </a:ext>
            </a:extLst>
          </p:cNvPr>
          <p:cNvSpPr/>
          <p:nvPr/>
        </p:nvSpPr>
        <p:spPr>
          <a:xfrm>
            <a:off x="3997999" y="1789473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23E5E17C-62F6-2DCC-040B-0B0052F7D55E}"/>
              </a:ext>
            </a:extLst>
          </p:cNvPr>
          <p:cNvSpPr/>
          <p:nvPr/>
        </p:nvSpPr>
        <p:spPr>
          <a:xfrm>
            <a:off x="1256325" y="2705179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2007ACDE-A25D-751D-934E-0A943C4C2DAD}"/>
              </a:ext>
            </a:extLst>
          </p:cNvPr>
          <p:cNvSpPr/>
          <p:nvPr/>
        </p:nvSpPr>
        <p:spPr>
          <a:xfrm>
            <a:off x="2166588" y="2705179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E4E82992-0F2C-51B9-0FDA-0E855B9001DC}"/>
              </a:ext>
            </a:extLst>
          </p:cNvPr>
          <p:cNvSpPr/>
          <p:nvPr/>
        </p:nvSpPr>
        <p:spPr>
          <a:xfrm>
            <a:off x="3082294" y="2705179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1522528C-8D1E-3A28-D9C8-582F152EA276}"/>
              </a:ext>
            </a:extLst>
          </p:cNvPr>
          <p:cNvSpPr/>
          <p:nvPr/>
        </p:nvSpPr>
        <p:spPr>
          <a:xfrm>
            <a:off x="3997999" y="2705179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1B016075-1B05-78B0-9C46-3F643D0B6E65}"/>
              </a:ext>
            </a:extLst>
          </p:cNvPr>
          <p:cNvSpPr/>
          <p:nvPr/>
        </p:nvSpPr>
        <p:spPr>
          <a:xfrm>
            <a:off x="1256325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BD03DB9C-3941-EA51-4F3C-A053175B344A}"/>
              </a:ext>
            </a:extLst>
          </p:cNvPr>
          <p:cNvSpPr/>
          <p:nvPr/>
        </p:nvSpPr>
        <p:spPr>
          <a:xfrm>
            <a:off x="2166588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3E604627-57F5-BF9B-E017-C6E744FE39F9}"/>
              </a:ext>
            </a:extLst>
          </p:cNvPr>
          <p:cNvSpPr/>
          <p:nvPr/>
        </p:nvSpPr>
        <p:spPr>
          <a:xfrm>
            <a:off x="3082294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A31BFE0D-518C-D07C-93CB-4CB3F8A54D51}"/>
              </a:ext>
            </a:extLst>
          </p:cNvPr>
          <p:cNvSpPr/>
          <p:nvPr/>
        </p:nvSpPr>
        <p:spPr>
          <a:xfrm>
            <a:off x="3997999" y="362088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39E4DCD7-FB31-CA7D-D1AE-10C942FDB044}"/>
              </a:ext>
            </a:extLst>
          </p:cNvPr>
          <p:cNvSpPr/>
          <p:nvPr/>
        </p:nvSpPr>
        <p:spPr>
          <a:xfrm>
            <a:off x="3082294" y="1789473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42341" y="1523783"/>
            <a:ext cx="2834640" cy="50292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this state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42341" y="2026703"/>
            <a:ext cx="2834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North: 0.1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42341" y="2529623"/>
            <a:ext cx="2834640" cy="50292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East: 7.2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42341" y="3032543"/>
            <a:ext cx="28346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South: 0.1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42341" y="3535463"/>
            <a:ext cx="2834640" cy="50292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West: −1.0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79698" y="4541303"/>
            <a:ext cx="38404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V₁(s) = maxₐ Q(s,a) = 7.2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05840" y="539496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82B55"/>
                </a:solidFill>
              </a:rPr>
              <a:t>The state value uses the largest action value because the agent chooses the action.</a:t>
            </a:r>
            <a:endParaRPr lang="en-US" sz="155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94645056-7415-7B28-5038-54E86C76C320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state has choices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1C5DC8A9-2AB0-8264-1DB8-826591D90CFA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Bellman backup evaluates all available actions, then chooses the best one.</a:t>
            </a:r>
            <a:endParaRPr lang="en-US" sz="160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7F4A797F-AC41-8053-FC07-353244CD6DA9}"/>
              </a:ext>
            </a:extLst>
          </p:cNvPr>
          <p:cNvSpPr/>
          <p:nvPr/>
        </p:nvSpPr>
        <p:spPr>
          <a:xfrm>
            <a:off x="1203278" y="1940705"/>
            <a:ext cx="1828800" cy="1828800"/>
          </a:xfrm>
          <a:prstGeom prst="rect">
            <a:avLst/>
          </a:prstGeom>
          <a:solidFill>
            <a:srgbClr val="EAF2F8"/>
          </a:solidFill>
          <a:ln w="1397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E021CB9A-9DBC-F60B-9869-55F6DB5A27C9}"/>
              </a:ext>
            </a:extLst>
          </p:cNvPr>
          <p:cNvSpPr/>
          <p:nvPr/>
        </p:nvSpPr>
        <p:spPr>
          <a:xfrm>
            <a:off x="1825070" y="2087009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24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75E83813-7D20-8DB5-09DE-103C094734FF}"/>
              </a:ext>
            </a:extLst>
          </p:cNvPr>
          <p:cNvSpPr/>
          <p:nvPr/>
        </p:nvSpPr>
        <p:spPr>
          <a:xfrm>
            <a:off x="2410286" y="2708801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C8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24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DFA693AB-DC08-24E2-343F-60F2E08377BD}"/>
              </a:ext>
            </a:extLst>
          </p:cNvPr>
          <p:cNvSpPr/>
          <p:nvPr/>
        </p:nvSpPr>
        <p:spPr>
          <a:xfrm>
            <a:off x="1825070" y="3275729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24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5A77B8CC-23FC-8ED7-D465-E798A3E049E9}"/>
              </a:ext>
            </a:extLst>
          </p:cNvPr>
          <p:cNvSpPr/>
          <p:nvPr/>
        </p:nvSpPr>
        <p:spPr>
          <a:xfrm>
            <a:off x="1276430" y="2708801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-1.0</a:t>
            </a:r>
            <a:endParaRPr lang="en-US" sz="24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B5B3D14A-87F8-00A1-20C7-780D6CF618D2}"/>
              </a:ext>
            </a:extLst>
          </p:cNvPr>
          <p:cNvSpPr/>
          <p:nvPr/>
        </p:nvSpPr>
        <p:spPr>
          <a:xfrm>
            <a:off x="1989662" y="2708801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5A66"/>
                </a:solidFill>
                <a:latin typeface="Arial" pitchFamily="34" charset="0"/>
                <a:cs typeface="Arial" pitchFamily="34" charset="-120"/>
              </a:rPr>
              <a:t>s</a:t>
            </a:r>
            <a:endParaRPr lang="en-US" sz="28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93D7E33B-2FEE-DC7F-688B-22DE6CB7DCCE}"/>
              </a:ext>
            </a:extLst>
          </p:cNvPr>
          <p:cNvSpPr/>
          <p:nvPr/>
        </p:nvSpPr>
        <p:spPr>
          <a:xfrm>
            <a:off x="1899092" y="2372650"/>
            <a:ext cx="475488" cy="28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C8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5400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9393313E-03F8-B81B-CBA6-9B45CF5E9B83}"/>
              </a:ext>
            </a:extLst>
          </p:cNvPr>
          <p:cNvSpPr/>
          <p:nvPr/>
        </p:nvSpPr>
        <p:spPr>
          <a:xfrm>
            <a:off x="7758979" y="1523783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4DA8C768-A11E-4CE1-A46E-6D72F6797250}"/>
              </a:ext>
            </a:extLst>
          </p:cNvPr>
          <p:cNvSpPr/>
          <p:nvPr/>
        </p:nvSpPr>
        <p:spPr>
          <a:xfrm>
            <a:off x="8669242" y="1523783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0DE1984E-43BE-AB2F-8F1C-56960772D94F}"/>
              </a:ext>
            </a:extLst>
          </p:cNvPr>
          <p:cNvSpPr/>
          <p:nvPr/>
        </p:nvSpPr>
        <p:spPr>
          <a:xfrm>
            <a:off x="10500653" y="1523783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65ECE6D3-52D1-C338-E164-108C450E02BE}"/>
              </a:ext>
            </a:extLst>
          </p:cNvPr>
          <p:cNvSpPr/>
          <p:nvPr/>
        </p:nvSpPr>
        <p:spPr>
          <a:xfrm>
            <a:off x="7758979" y="2439489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80161F83-ABBA-5580-B45E-3A6A1F3B7ECE}"/>
              </a:ext>
            </a:extLst>
          </p:cNvPr>
          <p:cNvSpPr/>
          <p:nvPr/>
        </p:nvSpPr>
        <p:spPr>
          <a:xfrm>
            <a:off x="8669242" y="2439489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961C2B96-1664-6AEF-500B-4889171D8329}"/>
              </a:ext>
            </a:extLst>
          </p:cNvPr>
          <p:cNvSpPr/>
          <p:nvPr/>
        </p:nvSpPr>
        <p:spPr>
          <a:xfrm>
            <a:off x="9584948" y="2439489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30A36A9A-215C-CC6F-7C02-8E6B5D24E0D7}"/>
              </a:ext>
            </a:extLst>
          </p:cNvPr>
          <p:cNvSpPr/>
          <p:nvPr/>
        </p:nvSpPr>
        <p:spPr>
          <a:xfrm>
            <a:off x="10500653" y="2439489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6B9D619B-90C9-0C7B-1806-62B12466F537}"/>
              </a:ext>
            </a:extLst>
          </p:cNvPr>
          <p:cNvSpPr/>
          <p:nvPr/>
        </p:nvSpPr>
        <p:spPr>
          <a:xfrm>
            <a:off x="7758979" y="335519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6669F202-75AD-B259-61EF-4626D100AEDD}"/>
              </a:ext>
            </a:extLst>
          </p:cNvPr>
          <p:cNvSpPr/>
          <p:nvPr/>
        </p:nvSpPr>
        <p:spPr>
          <a:xfrm>
            <a:off x="8669242" y="335519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21E31191-2368-5AB1-DDDF-D0C8E25507EF}"/>
              </a:ext>
            </a:extLst>
          </p:cNvPr>
          <p:cNvSpPr/>
          <p:nvPr/>
        </p:nvSpPr>
        <p:spPr>
          <a:xfrm>
            <a:off x="9584948" y="335519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52FB03B0-5E99-7314-0D32-24F44245D269}"/>
              </a:ext>
            </a:extLst>
          </p:cNvPr>
          <p:cNvSpPr/>
          <p:nvPr/>
        </p:nvSpPr>
        <p:spPr>
          <a:xfrm>
            <a:off x="10500653" y="3355198"/>
            <a:ext cx="913672" cy="913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4EAA11C3-BB72-6BC7-3E71-071568518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555" y="1483970"/>
            <a:ext cx="990686" cy="9632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822960" y="1926770"/>
                <a:ext cx="4892040" cy="2873829"/>
              </a:xfrm>
              <a:prstGeom prst="rect">
                <a:avLst/>
              </a:prstGeom>
              <a:solidFill>
                <a:srgbClr val="F4F8FD"/>
              </a:solidFill>
              <a:ln w="13970">
                <a:solidFill>
                  <a:srgbClr val="2B70B9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Environment uncertainty</a:t>
                </a:r>
                <a:endParaRPr lang="en-US" sz="2400" dirty="0"/>
              </a:p>
              <a:p>
                <a:pPr marL="0" indent="0" algn="ctr">
                  <a:buNone/>
                </a:pP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The agent does not choose which outcome occurs.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Use transition probabilities.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Average over possible next states.</a:t>
                </a:r>
                <a:endParaRPr lang="en-US" sz="1600" dirty="0"/>
              </a:p>
              <a:p>
                <a:pPr marL="0" indent="0" algn="ctr">
                  <a:buNone/>
                </a:pPr>
                <a:endParaRPr lang="en-US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𝑃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(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𝑠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′|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𝑠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𝑎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)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𝑉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(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𝑠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′)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926770"/>
                <a:ext cx="4892040" cy="28738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3970">
                <a:solidFill>
                  <a:srgbClr val="2B70B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6446520" y="1926770"/>
                <a:ext cx="4892040" cy="2873829"/>
              </a:xfrm>
              <a:prstGeom prst="rect">
                <a:avLst/>
              </a:prstGeom>
              <a:solidFill>
                <a:srgbClr val="FFF4D6"/>
              </a:solidFill>
              <a:ln w="13970">
                <a:solidFill>
                  <a:srgbClr val="F2B944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Agent choice</a:t>
                </a:r>
                <a:endParaRPr lang="en-US" sz="2400" dirty="0"/>
              </a:p>
              <a:p>
                <a:pPr marL="0" indent="0" algn="ctr">
                  <a:buNone/>
                </a:pP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The agent does choose which action to attempt.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Compare action values.</a:t>
                </a: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Select the highest-valued action.</a:t>
                </a:r>
                <a:endParaRPr lang="en-US" sz="1600" dirty="0"/>
              </a:p>
              <a:p>
                <a:pPr marL="0" indent="0" algn="ctr">
                  <a:buNone/>
                </a:pPr>
                <a:endParaRPr lang="en-US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𝑄</m:t>
                          </m:r>
                          <m:r>
                            <a:rPr lang="en-US" sz="24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𝑠</m:t>
                          </m:r>
                          <m:r>
                            <a:rPr lang="en-US" sz="24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r>
                            <a:rPr lang="en-US" sz="24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𝑎</m:t>
                          </m:r>
                          <m:r>
                            <a:rPr lang="en-US" sz="24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0" y="1926770"/>
                <a:ext cx="4892040" cy="28738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3970">
                <a:solidFill>
                  <a:srgbClr val="F2B94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55"/>
                </a:solidFill>
              </a:rPr>
              <a:t>Sum handles chance. Max handles control.</a:t>
            </a:r>
            <a:endParaRPr lang="en-US" sz="18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FAB0016A-3D65-3110-C5FB-828C8CCFD0D5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 averages; agent maximizes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6577E12C-B578-1F3F-2797-9F320EF931F7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the Bellman update contains both </a:t>
            </a:r>
            <a:r>
              <a:rPr lang="en-US" sz="1600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</a:t>
            </a:r>
            <a:r>
              <a:rPr lang="en-US" sz="1600" i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775062" y="1770343"/>
                <a:ext cx="10789920" cy="4937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ₖ₊₁(</m:t>
                      </m:r>
                      <m:r>
                        <a:rPr lang="en-US" sz="24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) =  </m:t>
                      </m:r>
                      <m:func>
                        <m:funcPr>
                          <m:ctrlPr>
                            <a:rPr lang="en-US" sz="24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) + 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′ | </m:t>
                              </m:r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ₖ(</m:t>
                              </m:r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′)</m:t>
                              </m:r>
                            </m:e>
                          </m:nary>
                          <m:r>
                            <a:rPr lang="en-US" sz="24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62" y="1770343"/>
                <a:ext cx="10789920" cy="493776"/>
              </a:xfrm>
              <a:prstGeom prst="rect">
                <a:avLst/>
              </a:prstGeom>
              <a:blipFill>
                <a:blip r:embed="rId3"/>
                <a:stretch>
                  <a:fillRect t="-14815" b="-370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687974" y="2832681"/>
            <a:ext cx="3063240" cy="109728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probability-weighted future values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37014" y="2832681"/>
            <a:ext cx="3701146" cy="109728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+ discounted future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78240" y="2832681"/>
            <a:ext cx="2743200" cy="109728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action value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2654" y="3381321"/>
            <a:ext cx="502920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11" name="Shape 9"/>
          <p:cNvSpPr/>
          <p:nvPr/>
        </p:nvSpPr>
        <p:spPr>
          <a:xfrm>
            <a:off x="8229600" y="3381321"/>
            <a:ext cx="457200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1920240" y="4983480"/>
            <a:ext cx="8412480" cy="50292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value iteration sweep applies this update across the state space.</a:t>
            </a:r>
            <a:endParaRPr lang="en-US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272A0983-6548-CE54-8F4E-797318A2EC1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Bellman optimality update</a:t>
            </a:r>
            <a:endParaRPr lang="en-US" sz="32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7F30AD19-A035-89CE-7A2F-4E9AC1C05E6A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→ Evaluate → Choose.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6930" y="1914798"/>
            <a:ext cx="4389120" cy="27432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342900" indent="-22860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Bellman backup</a:t>
            </a:r>
            <a:endParaRPr lang="en-US" sz="2400" dirty="0"/>
          </a:p>
          <a:p>
            <a:pPr marL="342900" indent="-228600" algn="ctr">
              <a:buNone/>
            </a:pPr>
            <a:endParaRPr lang="en-US" sz="24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one state estimate</a:t>
            </a:r>
            <a:endParaRPr lang="en-US" sz="24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current successor values</a:t>
            </a:r>
            <a:endParaRPr lang="en-US" sz="24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local computation</a:t>
            </a:r>
          </a:p>
          <a:p>
            <a:pPr marL="342900" indent="-228600" algn="ctr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9090" y="1914798"/>
            <a:ext cx="4389120" cy="27432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342900" indent="-22860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</a:t>
            </a:r>
            <a:endParaRPr lang="en-US" sz="2400" dirty="0"/>
          </a:p>
          <a:p>
            <a:pPr marL="342900" indent="-228600" algn="ctr">
              <a:buNone/>
            </a:pPr>
            <a:endParaRPr lang="en-US" sz="24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 Bellman backups across the state space</a:t>
            </a:r>
            <a:endParaRPr lang="en-US" sz="24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sweeps</a:t>
            </a:r>
            <a:endParaRPr lang="en-US" sz="24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when values stabilize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533210" y="3286398"/>
            <a:ext cx="118872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Backup = operation. </a:t>
            </a:r>
            <a:br>
              <a:rPr lang="en-US" b="1" dirty="0">
                <a:solidFill>
                  <a:srgbClr val="082B55"/>
                </a:solidFill>
              </a:rPr>
            </a:br>
            <a:r>
              <a:rPr lang="en-US" b="1" dirty="0">
                <a:solidFill>
                  <a:srgbClr val="082B55"/>
                </a:solidFill>
              </a:rPr>
              <a:t>Value iteration = repeated backups until stable.</a:t>
            </a:r>
            <a:endParaRPr lang="en-US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09630ED-3717-08F4-A3F5-C698CF2FD689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backup is not value iteration</a:t>
            </a:r>
            <a:endParaRPr lang="en-US" sz="32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E05ABF9E-FDCB-C63A-2B45-4A59C4948927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local operation becomes an algorithm when repeated across states.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95947" y="4300657"/>
            <a:ext cx="5169626" cy="638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V₀: non-terminal state estimates start at 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743200" y="5490901"/>
            <a:ext cx="6675120" cy="5486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means “no future value has propagated yet.”</a:t>
            </a:r>
            <a:endParaRPr lang="en-US" sz="20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3D95FDE6-D5E6-D27F-06E4-2382DFA86AC5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Iteration 0: start with estimates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80585098-9966-10DB-BA93-F816B9B09D0E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Initialization is a starting guess, not a claim about truth.</a:t>
            </a:r>
            <a:endParaRPr lang="en-US" sz="16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F8665E83-5956-9459-17E3-FD2F38EFB9E0}"/>
              </a:ext>
            </a:extLst>
          </p:cNvPr>
          <p:cNvSpPr/>
          <p:nvPr/>
        </p:nvSpPr>
        <p:spPr>
          <a:xfrm>
            <a:off x="4260782" y="1635982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9836575F-C550-4FB8-7740-F9430825ADD7}"/>
              </a:ext>
            </a:extLst>
          </p:cNvPr>
          <p:cNvSpPr/>
          <p:nvPr/>
        </p:nvSpPr>
        <p:spPr>
          <a:xfrm>
            <a:off x="5171045" y="1635982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A928554E-1963-27FE-B8EE-03ED7BE8D1B3}"/>
              </a:ext>
            </a:extLst>
          </p:cNvPr>
          <p:cNvSpPr/>
          <p:nvPr/>
        </p:nvSpPr>
        <p:spPr>
          <a:xfrm>
            <a:off x="7002456" y="1635982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98901582-5359-B261-185B-A4E81ACBAF13}"/>
              </a:ext>
            </a:extLst>
          </p:cNvPr>
          <p:cNvSpPr/>
          <p:nvPr/>
        </p:nvSpPr>
        <p:spPr>
          <a:xfrm>
            <a:off x="4260782" y="2551688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B41F84FA-9EBF-081B-381B-EC9BC44DD0B5}"/>
              </a:ext>
            </a:extLst>
          </p:cNvPr>
          <p:cNvSpPr/>
          <p:nvPr/>
        </p:nvSpPr>
        <p:spPr>
          <a:xfrm>
            <a:off x="5171045" y="2551688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6764D769-28F2-AD12-AE9D-21D95EECACE0}"/>
              </a:ext>
            </a:extLst>
          </p:cNvPr>
          <p:cNvSpPr/>
          <p:nvPr/>
        </p:nvSpPr>
        <p:spPr>
          <a:xfrm>
            <a:off x="6086751" y="2551688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FC8AFCE7-97BA-0F5B-B84B-20A89324390B}"/>
              </a:ext>
            </a:extLst>
          </p:cNvPr>
          <p:cNvSpPr/>
          <p:nvPr/>
        </p:nvSpPr>
        <p:spPr>
          <a:xfrm>
            <a:off x="7002456" y="2551688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CCFFE019-BFEB-2DFB-24AE-9FF771969D92}"/>
              </a:ext>
            </a:extLst>
          </p:cNvPr>
          <p:cNvSpPr/>
          <p:nvPr/>
        </p:nvSpPr>
        <p:spPr>
          <a:xfrm>
            <a:off x="4260782" y="3467397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CE73C20F-A2E4-CE3C-5876-EEF2A32C79DC}"/>
              </a:ext>
            </a:extLst>
          </p:cNvPr>
          <p:cNvSpPr/>
          <p:nvPr/>
        </p:nvSpPr>
        <p:spPr>
          <a:xfrm>
            <a:off x="5171045" y="3467397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3717449D-F97A-AA79-CC5B-88A641F37787}"/>
              </a:ext>
            </a:extLst>
          </p:cNvPr>
          <p:cNvSpPr/>
          <p:nvPr/>
        </p:nvSpPr>
        <p:spPr>
          <a:xfrm>
            <a:off x="6086751" y="3467397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8D6C6C50-3EBF-618F-4C8A-5FDF51E6D1D7}"/>
              </a:ext>
            </a:extLst>
          </p:cNvPr>
          <p:cNvSpPr/>
          <p:nvPr/>
        </p:nvSpPr>
        <p:spPr>
          <a:xfrm>
            <a:off x="7002456" y="3467397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04FDB09B-C7C8-ECED-3EF5-4FBB01F00BA8}"/>
              </a:ext>
            </a:extLst>
          </p:cNvPr>
          <p:cNvSpPr/>
          <p:nvPr/>
        </p:nvSpPr>
        <p:spPr>
          <a:xfrm>
            <a:off x="6086751" y="1635982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2400" b="1" dirty="0">
                <a:latin typeface="Aptos" pitchFamily="34" charset="0"/>
              </a:rPr>
              <a:t>0.0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169920" y="443484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V₀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693229" y="2919548"/>
            <a:ext cx="777240" cy="0"/>
          </a:xfrm>
          <a:prstGeom prst="line">
            <a:avLst/>
          </a:prstGeom>
          <a:noFill/>
          <a:ln w="2794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44808" y="4437235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V₁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626633" y="5288131"/>
            <a:ext cx="6938734" cy="450239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did the cell left of +10 jump first?</a:t>
            </a:r>
            <a:endParaRPr lang="en-US" sz="2000" dirty="0"/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774F0762-DC45-33CD-AB79-325B852FB126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Iteration 1: reward reaches nearby states</a:t>
            </a:r>
            <a:endParaRPr lang="en-US" sz="320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0CADE472-2221-AD9B-70D1-6FC992795472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Cells next to terminal outcomes change first.</a:t>
            </a:r>
            <a:endParaRPr lang="en-US" sz="16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A4A4E205-1C1E-8CDF-2B3B-42FD7D7841E2}"/>
              </a:ext>
            </a:extLst>
          </p:cNvPr>
          <p:cNvSpPr/>
          <p:nvPr/>
        </p:nvSpPr>
        <p:spPr>
          <a:xfrm>
            <a:off x="1690449" y="1534305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A6B76A81-049C-A44F-6A1C-1A6B6DA5C793}"/>
              </a:ext>
            </a:extLst>
          </p:cNvPr>
          <p:cNvSpPr/>
          <p:nvPr/>
        </p:nvSpPr>
        <p:spPr>
          <a:xfrm>
            <a:off x="2600712" y="1534305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7772B14E-DD3E-4F4F-8FAD-F69101339CEF}"/>
              </a:ext>
            </a:extLst>
          </p:cNvPr>
          <p:cNvSpPr/>
          <p:nvPr/>
        </p:nvSpPr>
        <p:spPr>
          <a:xfrm>
            <a:off x="4432123" y="1534305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009EB00-6C73-5527-8EB4-3974D4DC898A}"/>
              </a:ext>
            </a:extLst>
          </p:cNvPr>
          <p:cNvSpPr/>
          <p:nvPr/>
        </p:nvSpPr>
        <p:spPr>
          <a:xfrm>
            <a:off x="1690449" y="2450011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4FC71140-F651-86D0-128E-BBCCE6DED754}"/>
              </a:ext>
            </a:extLst>
          </p:cNvPr>
          <p:cNvSpPr/>
          <p:nvPr/>
        </p:nvSpPr>
        <p:spPr>
          <a:xfrm>
            <a:off x="2600712" y="2450011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2E18D20F-AB54-18FA-4756-A53F3A379098}"/>
              </a:ext>
            </a:extLst>
          </p:cNvPr>
          <p:cNvSpPr/>
          <p:nvPr/>
        </p:nvSpPr>
        <p:spPr>
          <a:xfrm>
            <a:off x="3516418" y="2450011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5CF1A2EA-D5DA-76A9-35E9-57E545A90677}"/>
              </a:ext>
            </a:extLst>
          </p:cNvPr>
          <p:cNvSpPr/>
          <p:nvPr/>
        </p:nvSpPr>
        <p:spPr>
          <a:xfrm>
            <a:off x="4432123" y="2450011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21FF5D04-08ED-75B9-F7DD-66E569DD9B1D}"/>
              </a:ext>
            </a:extLst>
          </p:cNvPr>
          <p:cNvSpPr/>
          <p:nvPr/>
        </p:nvSpPr>
        <p:spPr>
          <a:xfrm>
            <a:off x="1690449" y="3365720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BFF6CA03-B80B-6B3A-9939-36E15AC8BDEA}"/>
              </a:ext>
            </a:extLst>
          </p:cNvPr>
          <p:cNvSpPr/>
          <p:nvPr/>
        </p:nvSpPr>
        <p:spPr>
          <a:xfrm>
            <a:off x="2600712" y="3365720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704E78AB-8FEA-349C-D664-E72E30A250E9}"/>
              </a:ext>
            </a:extLst>
          </p:cNvPr>
          <p:cNvSpPr/>
          <p:nvPr/>
        </p:nvSpPr>
        <p:spPr>
          <a:xfrm>
            <a:off x="3516418" y="3365720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69930BE0-703C-4EC7-CE90-17E0DB4F5BEB}"/>
              </a:ext>
            </a:extLst>
          </p:cNvPr>
          <p:cNvSpPr/>
          <p:nvPr/>
        </p:nvSpPr>
        <p:spPr>
          <a:xfrm>
            <a:off x="4432123" y="3365720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0.0</a:t>
            </a:r>
            <a:endParaRPr lang="en-US" sz="2400" dirty="0"/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42840758-4479-4743-694F-13C91CB74C2A}"/>
              </a:ext>
            </a:extLst>
          </p:cNvPr>
          <p:cNvSpPr/>
          <p:nvPr/>
        </p:nvSpPr>
        <p:spPr>
          <a:xfrm>
            <a:off x="3516418" y="1534305"/>
            <a:ext cx="913672" cy="9136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2400" b="1" dirty="0">
                <a:latin typeface="Aptos" pitchFamily="34" charset="0"/>
              </a:rPr>
              <a:t>0.0</a:t>
            </a:r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51EF2358-F777-04B9-F046-73BC59BCA79A}"/>
              </a:ext>
            </a:extLst>
          </p:cNvPr>
          <p:cNvSpPr/>
          <p:nvPr/>
        </p:nvSpPr>
        <p:spPr>
          <a:xfrm>
            <a:off x="6784963" y="1536342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CD795F64-5080-BC3D-07E9-5F3825601C7B}"/>
              </a:ext>
            </a:extLst>
          </p:cNvPr>
          <p:cNvSpPr/>
          <p:nvPr/>
        </p:nvSpPr>
        <p:spPr>
          <a:xfrm>
            <a:off x="7695226" y="1536342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ADB47009-0D73-207D-1A33-488483C6BF78}"/>
              </a:ext>
            </a:extLst>
          </p:cNvPr>
          <p:cNvSpPr/>
          <p:nvPr/>
        </p:nvSpPr>
        <p:spPr>
          <a:xfrm>
            <a:off x="9526637" y="1536342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4DDB7D7D-C431-189F-3286-A5C593143FB3}"/>
              </a:ext>
            </a:extLst>
          </p:cNvPr>
          <p:cNvSpPr/>
          <p:nvPr/>
        </p:nvSpPr>
        <p:spPr>
          <a:xfrm>
            <a:off x="6784963" y="2452048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66" name="Text 9">
            <a:extLst>
              <a:ext uri="{FF2B5EF4-FFF2-40B4-BE49-F238E27FC236}">
                <a16:creationId xmlns:a16="http://schemas.microsoft.com/office/drawing/2014/main" id="{C7285078-ED95-749A-768A-35D25202DE7F}"/>
              </a:ext>
            </a:extLst>
          </p:cNvPr>
          <p:cNvSpPr/>
          <p:nvPr/>
        </p:nvSpPr>
        <p:spPr>
          <a:xfrm>
            <a:off x="7695226" y="2452048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4A86ADB3-AEDA-AC56-1973-CED28F092267}"/>
              </a:ext>
            </a:extLst>
          </p:cNvPr>
          <p:cNvSpPr/>
          <p:nvPr/>
        </p:nvSpPr>
        <p:spPr>
          <a:xfrm>
            <a:off x="8610932" y="2452048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7D6F0015-7711-F0ED-B243-471B6A30038D}"/>
              </a:ext>
            </a:extLst>
          </p:cNvPr>
          <p:cNvSpPr/>
          <p:nvPr/>
        </p:nvSpPr>
        <p:spPr>
          <a:xfrm>
            <a:off x="9526637" y="2452048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C34CD8E9-749B-6181-7A3B-348D12E35B14}"/>
              </a:ext>
            </a:extLst>
          </p:cNvPr>
          <p:cNvSpPr/>
          <p:nvPr/>
        </p:nvSpPr>
        <p:spPr>
          <a:xfrm>
            <a:off x="6784963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324BFD31-B10C-61C3-AFA5-E94E2AE84AB8}"/>
              </a:ext>
            </a:extLst>
          </p:cNvPr>
          <p:cNvSpPr/>
          <p:nvPr/>
        </p:nvSpPr>
        <p:spPr>
          <a:xfrm>
            <a:off x="7695226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E982308B-3550-F425-0C52-D058A908777C}"/>
              </a:ext>
            </a:extLst>
          </p:cNvPr>
          <p:cNvSpPr/>
          <p:nvPr/>
        </p:nvSpPr>
        <p:spPr>
          <a:xfrm>
            <a:off x="8610932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72" name="Text 15">
            <a:extLst>
              <a:ext uri="{FF2B5EF4-FFF2-40B4-BE49-F238E27FC236}">
                <a16:creationId xmlns:a16="http://schemas.microsoft.com/office/drawing/2014/main" id="{241843BC-E66F-9029-67DE-84BC411BC1A2}"/>
              </a:ext>
            </a:extLst>
          </p:cNvPr>
          <p:cNvSpPr/>
          <p:nvPr/>
        </p:nvSpPr>
        <p:spPr>
          <a:xfrm>
            <a:off x="9526637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EDCBA33D-218B-0FAE-4F59-66F2EC33D424}"/>
              </a:ext>
            </a:extLst>
          </p:cNvPr>
          <p:cNvSpPr/>
          <p:nvPr/>
        </p:nvSpPr>
        <p:spPr>
          <a:xfrm>
            <a:off x="8610932" y="1536342"/>
            <a:ext cx="913672" cy="9136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2400" b="1" dirty="0">
                <a:latin typeface="Aptos" pitchFamily="34" charset="0"/>
              </a:rPr>
              <a:t>7.8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4">
            <a:extLst>
              <a:ext uri="{FF2B5EF4-FFF2-40B4-BE49-F238E27FC236}">
                <a16:creationId xmlns:a16="http://schemas.microsoft.com/office/drawing/2014/main" id="{043C00B4-1AFD-27DD-85B5-2602F2BAEC13}"/>
              </a:ext>
            </a:extLst>
          </p:cNvPr>
          <p:cNvSpPr/>
          <p:nvPr/>
        </p:nvSpPr>
        <p:spPr>
          <a:xfrm>
            <a:off x="1687040" y="1536342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95" name="Text 5">
            <a:extLst>
              <a:ext uri="{FF2B5EF4-FFF2-40B4-BE49-F238E27FC236}">
                <a16:creationId xmlns:a16="http://schemas.microsoft.com/office/drawing/2014/main" id="{4F7240C1-42A2-B7D1-5C1D-BB03E3B04547}"/>
              </a:ext>
            </a:extLst>
          </p:cNvPr>
          <p:cNvSpPr/>
          <p:nvPr/>
        </p:nvSpPr>
        <p:spPr>
          <a:xfrm>
            <a:off x="2597303" y="1536342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97" name="Text 7">
            <a:extLst>
              <a:ext uri="{FF2B5EF4-FFF2-40B4-BE49-F238E27FC236}">
                <a16:creationId xmlns:a16="http://schemas.microsoft.com/office/drawing/2014/main" id="{214784E9-473D-1F0D-36A8-8B923CF5EE13}"/>
              </a:ext>
            </a:extLst>
          </p:cNvPr>
          <p:cNvSpPr/>
          <p:nvPr/>
        </p:nvSpPr>
        <p:spPr>
          <a:xfrm>
            <a:off x="4428714" y="1536342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B9C59D32-0145-20DB-1AB8-3E01C6ABC775}"/>
              </a:ext>
            </a:extLst>
          </p:cNvPr>
          <p:cNvSpPr/>
          <p:nvPr/>
        </p:nvSpPr>
        <p:spPr>
          <a:xfrm>
            <a:off x="1687040" y="2452048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5E9C5623-86BE-C055-EF1A-1218CD3A857E}"/>
              </a:ext>
            </a:extLst>
          </p:cNvPr>
          <p:cNvSpPr/>
          <p:nvPr/>
        </p:nvSpPr>
        <p:spPr>
          <a:xfrm>
            <a:off x="2597303" y="2452048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103" name="Text 10">
            <a:extLst>
              <a:ext uri="{FF2B5EF4-FFF2-40B4-BE49-F238E27FC236}">
                <a16:creationId xmlns:a16="http://schemas.microsoft.com/office/drawing/2014/main" id="{4DE10E16-A20B-0D76-545C-A2785CFA7520}"/>
              </a:ext>
            </a:extLst>
          </p:cNvPr>
          <p:cNvSpPr/>
          <p:nvPr/>
        </p:nvSpPr>
        <p:spPr>
          <a:xfrm>
            <a:off x="3513009" y="2452048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7A566979-6AAC-39F8-F28A-1B732EAB61E0}"/>
              </a:ext>
            </a:extLst>
          </p:cNvPr>
          <p:cNvSpPr/>
          <p:nvPr/>
        </p:nvSpPr>
        <p:spPr>
          <a:xfrm>
            <a:off x="4428714" y="2452048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107" name="Text 12">
            <a:extLst>
              <a:ext uri="{FF2B5EF4-FFF2-40B4-BE49-F238E27FC236}">
                <a16:creationId xmlns:a16="http://schemas.microsoft.com/office/drawing/2014/main" id="{DC257035-CEF5-D486-6A3A-8522B167BEE5}"/>
              </a:ext>
            </a:extLst>
          </p:cNvPr>
          <p:cNvSpPr/>
          <p:nvPr/>
        </p:nvSpPr>
        <p:spPr>
          <a:xfrm>
            <a:off x="1687040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109" name="Text 13">
            <a:extLst>
              <a:ext uri="{FF2B5EF4-FFF2-40B4-BE49-F238E27FC236}">
                <a16:creationId xmlns:a16="http://schemas.microsoft.com/office/drawing/2014/main" id="{615FAB03-B867-7F08-B6BA-A70F046B75DE}"/>
              </a:ext>
            </a:extLst>
          </p:cNvPr>
          <p:cNvSpPr/>
          <p:nvPr/>
        </p:nvSpPr>
        <p:spPr>
          <a:xfrm>
            <a:off x="2597303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111" name="Text 14">
            <a:extLst>
              <a:ext uri="{FF2B5EF4-FFF2-40B4-BE49-F238E27FC236}">
                <a16:creationId xmlns:a16="http://schemas.microsoft.com/office/drawing/2014/main" id="{59A099FA-5C46-18C0-CB61-6D29A80AB268}"/>
              </a:ext>
            </a:extLst>
          </p:cNvPr>
          <p:cNvSpPr/>
          <p:nvPr/>
        </p:nvSpPr>
        <p:spPr>
          <a:xfrm>
            <a:off x="3513009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5DD8DBAC-F345-E4FF-7A20-01157E6E87D0}"/>
              </a:ext>
            </a:extLst>
          </p:cNvPr>
          <p:cNvSpPr/>
          <p:nvPr/>
        </p:nvSpPr>
        <p:spPr>
          <a:xfrm>
            <a:off x="4428714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-1.0</a:t>
            </a:r>
            <a:endParaRPr lang="en-US" sz="2400" dirty="0"/>
          </a:p>
        </p:txBody>
      </p:sp>
      <p:sp>
        <p:nvSpPr>
          <p:cNvPr id="115" name="Text 6">
            <a:extLst>
              <a:ext uri="{FF2B5EF4-FFF2-40B4-BE49-F238E27FC236}">
                <a16:creationId xmlns:a16="http://schemas.microsoft.com/office/drawing/2014/main" id="{69E32199-32E7-C268-BB14-691C81CCB5B0}"/>
              </a:ext>
            </a:extLst>
          </p:cNvPr>
          <p:cNvSpPr/>
          <p:nvPr/>
        </p:nvSpPr>
        <p:spPr>
          <a:xfrm>
            <a:off x="3513009" y="1536342"/>
            <a:ext cx="913672" cy="9136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2400" b="1" dirty="0">
                <a:latin typeface="Aptos" pitchFamily="34" charset="0"/>
              </a:rPr>
              <a:t>7.8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16811" y="5199172"/>
            <a:ext cx="8558377" cy="587533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of the future is propagating backward through the grid.</a:t>
            </a:r>
            <a:endParaRPr lang="en-US" sz="20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9C6F71EE-7B64-BBAD-576F-DEB66309E814}"/>
              </a:ext>
            </a:extLst>
          </p:cNvPr>
          <p:cNvSpPr/>
          <p:nvPr/>
        </p:nvSpPr>
        <p:spPr>
          <a:xfrm>
            <a:off x="3169920" y="443484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sz="2400" b="1" baseline="-25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4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D78DD7BF-623E-3B38-489D-8E3751BE2779}"/>
              </a:ext>
            </a:extLst>
          </p:cNvPr>
          <p:cNvSpPr/>
          <p:nvPr/>
        </p:nvSpPr>
        <p:spPr>
          <a:xfrm>
            <a:off x="5693229" y="2919548"/>
            <a:ext cx="777240" cy="0"/>
          </a:xfrm>
          <a:prstGeom prst="line">
            <a:avLst/>
          </a:prstGeom>
          <a:noFill/>
          <a:ln w="2794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AF5A2C00-EDEB-432E-A50E-736B4EF20364}"/>
              </a:ext>
            </a:extLst>
          </p:cNvPr>
          <p:cNvSpPr/>
          <p:nvPr/>
        </p:nvSpPr>
        <p:spPr>
          <a:xfrm>
            <a:off x="8244808" y="4437235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sz="2400" b="1" baseline="-25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41" name="Text 0">
            <a:extLst>
              <a:ext uri="{FF2B5EF4-FFF2-40B4-BE49-F238E27FC236}">
                <a16:creationId xmlns:a16="http://schemas.microsoft.com/office/drawing/2014/main" id="{702B73E8-7507-BC32-0256-5FCA302CC0A6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Iteration 2: information moves farther</a:t>
            </a:r>
            <a:endParaRPr lang="en-US" sz="3200" dirty="0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7667BD6A-1EE1-41FC-9F67-0E58C4786982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 that can lead to valuable states become valuable too.</a:t>
            </a:r>
            <a:endParaRPr lang="en-US" sz="1600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049A852B-DF7D-DC15-D080-4A2671A46C9A}"/>
              </a:ext>
            </a:extLst>
          </p:cNvPr>
          <p:cNvSpPr/>
          <p:nvPr/>
        </p:nvSpPr>
        <p:spPr>
          <a:xfrm>
            <a:off x="6784963" y="1536342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21CD88A5-3589-8B07-E60C-BC8BDF3C7833}"/>
              </a:ext>
            </a:extLst>
          </p:cNvPr>
          <p:cNvSpPr/>
          <p:nvPr/>
        </p:nvSpPr>
        <p:spPr>
          <a:xfrm>
            <a:off x="7695226" y="1536342"/>
            <a:ext cx="913672" cy="913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4.4</a:t>
            </a:r>
            <a:endParaRPr lang="en-US" sz="2400" dirty="0"/>
          </a:p>
        </p:txBody>
      </p:sp>
      <p:sp>
        <p:nvSpPr>
          <p:cNvPr id="73" name="Text 7">
            <a:extLst>
              <a:ext uri="{FF2B5EF4-FFF2-40B4-BE49-F238E27FC236}">
                <a16:creationId xmlns:a16="http://schemas.microsoft.com/office/drawing/2014/main" id="{39BD75E6-8498-63DF-BF5B-CA61630DDE32}"/>
              </a:ext>
            </a:extLst>
          </p:cNvPr>
          <p:cNvSpPr/>
          <p:nvPr/>
        </p:nvSpPr>
        <p:spPr>
          <a:xfrm>
            <a:off x="9526637" y="1536342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29808866-CE7F-6A3B-CAAB-59A5697C9EF1}"/>
              </a:ext>
            </a:extLst>
          </p:cNvPr>
          <p:cNvSpPr/>
          <p:nvPr/>
        </p:nvSpPr>
        <p:spPr>
          <a:xfrm>
            <a:off x="6784963" y="2452048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77" name="Text 9">
            <a:extLst>
              <a:ext uri="{FF2B5EF4-FFF2-40B4-BE49-F238E27FC236}">
                <a16:creationId xmlns:a16="http://schemas.microsoft.com/office/drawing/2014/main" id="{CA06702D-7460-8CCC-F231-0C654D09DACD}"/>
              </a:ext>
            </a:extLst>
          </p:cNvPr>
          <p:cNvSpPr/>
          <p:nvPr/>
        </p:nvSpPr>
        <p:spPr>
          <a:xfrm>
            <a:off x="7695226" y="2452048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79" name="Text 10">
            <a:extLst>
              <a:ext uri="{FF2B5EF4-FFF2-40B4-BE49-F238E27FC236}">
                <a16:creationId xmlns:a16="http://schemas.microsoft.com/office/drawing/2014/main" id="{46FB23F2-B2E3-26CA-1A1B-0C6A6E297B05}"/>
              </a:ext>
            </a:extLst>
          </p:cNvPr>
          <p:cNvSpPr/>
          <p:nvPr/>
        </p:nvSpPr>
        <p:spPr>
          <a:xfrm>
            <a:off x="8610932" y="2452048"/>
            <a:ext cx="913672" cy="913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3.6</a:t>
            </a:r>
            <a:endParaRPr lang="en-US" sz="2400" dirty="0"/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5FCAA2D5-04D2-C6ED-8CBE-4AD903D23840}"/>
              </a:ext>
            </a:extLst>
          </p:cNvPr>
          <p:cNvSpPr/>
          <p:nvPr/>
        </p:nvSpPr>
        <p:spPr>
          <a:xfrm>
            <a:off x="9526637" y="2452048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F4B07697-57CE-8E85-EF7B-701DB435677F}"/>
              </a:ext>
            </a:extLst>
          </p:cNvPr>
          <p:cNvSpPr/>
          <p:nvPr/>
        </p:nvSpPr>
        <p:spPr>
          <a:xfrm>
            <a:off x="6784963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14511157-7338-0C5C-6282-D816F9AD8E47}"/>
              </a:ext>
            </a:extLst>
          </p:cNvPr>
          <p:cNvSpPr/>
          <p:nvPr/>
        </p:nvSpPr>
        <p:spPr>
          <a:xfrm>
            <a:off x="7695226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38BE34BD-BFD8-3D6E-94B9-055F7925EA33}"/>
              </a:ext>
            </a:extLst>
          </p:cNvPr>
          <p:cNvSpPr/>
          <p:nvPr/>
        </p:nvSpPr>
        <p:spPr>
          <a:xfrm>
            <a:off x="8610932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89" name="Text 15">
            <a:extLst>
              <a:ext uri="{FF2B5EF4-FFF2-40B4-BE49-F238E27FC236}">
                <a16:creationId xmlns:a16="http://schemas.microsoft.com/office/drawing/2014/main" id="{42D3CCFC-1BD1-FFFF-D49A-7B398AF8BDF3}"/>
              </a:ext>
            </a:extLst>
          </p:cNvPr>
          <p:cNvSpPr/>
          <p:nvPr/>
        </p:nvSpPr>
        <p:spPr>
          <a:xfrm>
            <a:off x="9526637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91" name="Text 6">
            <a:extLst>
              <a:ext uri="{FF2B5EF4-FFF2-40B4-BE49-F238E27FC236}">
                <a16:creationId xmlns:a16="http://schemas.microsoft.com/office/drawing/2014/main" id="{050B96DC-B2E2-CDAE-88EA-0A65DC78AF29}"/>
              </a:ext>
            </a:extLst>
          </p:cNvPr>
          <p:cNvSpPr/>
          <p:nvPr/>
        </p:nvSpPr>
        <p:spPr>
          <a:xfrm>
            <a:off x="8610932" y="1536342"/>
            <a:ext cx="913672" cy="9136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2400" b="1" dirty="0">
                <a:latin typeface="Aptos" pitchFamily="34" charset="0"/>
              </a:rPr>
              <a:t>8.4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4">
            <a:extLst>
              <a:ext uri="{FF2B5EF4-FFF2-40B4-BE49-F238E27FC236}">
                <a16:creationId xmlns:a16="http://schemas.microsoft.com/office/drawing/2014/main" id="{15C460F9-1987-D964-279E-00DF733DBE06}"/>
              </a:ext>
            </a:extLst>
          </p:cNvPr>
          <p:cNvSpPr/>
          <p:nvPr/>
        </p:nvSpPr>
        <p:spPr>
          <a:xfrm>
            <a:off x="1689176" y="1538951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119" name="Text 5">
            <a:extLst>
              <a:ext uri="{FF2B5EF4-FFF2-40B4-BE49-F238E27FC236}">
                <a16:creationId xmlns:a16="http://schemas.microsoft.com/office/drawing/2014/main" id="{1A546187-15BD-AA9B-91A6-4914B690EE4F}"/>
              </a:ext>
            </a:extLst>
          </p:cNvPr>
          <p:cNvSpPr/>
          <p:nvPr/>
        </p:nvSpPr>
        <p:spPr>
          <a:xfrm>
            <a:off x="2599439" y="1538951"/>
            <a:ext cx="913672" cy="913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4.4</a:t>
            </a:r>
            <a:endParaRPr lang="en-US" sz="2400" dirty="0"/>
          </a:p>
        </p:txBody>
      </p:sp>
      <p:sp>
        <p:nvSpPr>
          <p:cNvPr id="121" name="Text 7">
            <a:extLst>
              <a:ext uri="{FF2B5EF4-FFF2-40B4-BE49-F238E27FC236}">
                <a16:creationId xmlns:a16="http://schemas.microsoft.com/office/drawing/2014/main" id="{8104A4C2-A263-CC30-9E16-D9EFD557FAEF}"/>
              </a:ext>
            </a:extLst>
          </p:cNvPr>
          <p:cNvSpPr/>
          <p:nvPr/>
        </p:nvSpPr>
        <p:spPr>
          <a:xfrm>
            <a:off x="4430850" y="1538951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123" name="Text 8">
            <a:extLst>
              <a:ext uri="{FF2B5EF4-FFF2-40B4-BE49-F238E27FC236}">
                <a16:creationId xmlns:a16="http://schemas.microsoft.com/office/drawing/2014/main" id="{91AFDAB2-5921-C02A-4374-95487699FC3D}"/>
              </a:ext>
            </a:extLst>
          </p:cNvPr>
          <p:cNvSpPr/>
          <p:nvPr/>
        </p:nvSpPr>
        <p:spPr>
          <a:xfrm>
            <a:off x="1689176" y="24546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125" name="Text 9">
            <a:extLst>
              <a:ext uri="{FF2B5EF4-FFF2-40B4-BE49-F238E27FC236}">
                <a16:creationId xmlns:a16="http://schemas.microsoft.com/office/drawing/2014/main" id="{811369D7-0DDE-210E-3FA0-D023A430E2DA}"/>
              </a:ext>
            </a:extLst>
          </p:cNvPr>
          <p:cNvSpPr/>
          <p:nvPr/>
        </p:nvSpPr>
        <p:spPr>
          <a:xfrm>
            <a:off x="2599439" y="2454657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127" name="Text 10">
            <a:extLst>
              <a:ext uri="{FF2B5EF4-FFF2-40B4-BE49-F238E27FC236}">
                <a16:creationId xmlns:a16="http://schemas.microsoft.com/office/drawing/2014/main" id="{76387BBF-5A2A-06EB-DAB9-14EB542C6EE6}"/>
              </a:ext>
            </a:extLst>
          </p:cNvPr>
          <p:cNvSpPr/>
          <p:nvPr/>
        </p:nvSpPr>
        <p:spPr>
          <a:xfrm>
            <a:off x="3515145" y="2454657"/>
            <a:ext cx="913672" cy="913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3.6</a:t>
            </a:r>
            <a:endParaRPr lang="en-US" sz="2400" dirty="0"/>
          </a:p>
        </p:txBody>
      </p:sp>
      <p:sp>
        <p:nvSpPr>
          <p:cNvPr id="129" name="Text 11">
            <a:extLst>
              <a:ext uri="{FF2B5EF4-FFF2-40B4-BE49-F238E27FC236}">
                <a16:creationId xmlns:a16="http://schemas.microsoft.com/office/drawing/2014/main" id="{F0BA55A3-177A-5D3E-7235-71A5790E5434}"/>
              </a:ext>
            </a:extLst>
          </p:cNvPr>
          <p:cNvSpPr/>
          <p:nvPr/>
        </p:nvSpPr>
        <p:spPr>
          <a:xfrm>
            <a:off x="4430850" y="2454657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131" name="Text 12">
            <a:extLst>
              <a:ext uri="{FF2B5EF4-FFF2-40B4-BE49-F238E27FC236}">
                <a16:creationId xmlns:a16="http://schemas.microsoft.com/office/drawing/2014/main" id="{864E81C9-A1BF-4D36-D0EC-950E76A26706}"/>
              </a:ext>
            </a:extLst>
          </p:cNvPr>
          <p:cNvSpPr/>
          <p:nvPr/>
        </p:nvSpPr>
        <p:spPr>
          <a:xfrm>
            <a:off x="1689176" y="3370366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133" name="Text 13">
            <a:extLst>
              <a:ext uri="{FF2B5EF4-FFF2-40B4-BE49-F238E27FC236}">
                <a16:creationId xmlns:a16="http://schemas.microsoft.com/office/drawing/2014/main" id="{3DAE34ED-2BF3-5E98-4407-16F7257A1014}"/>
              </a:ext>
            </a:extLst>
          </p:cNvPr>
          <p:cNvSpPr/>
          <p:nvPr/>
        </p:nvSpPr>
        <p:spPr>
          <a:xfrm>
            <a:off x="2599439" y="3370366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135" name="Text 14">
            <a:extLst>
              <a:ext uri="{FF2B5EF4-FFF2-40B4-BE49-F238E27FC236}">
                <a16:creationId xmlns:a16="http://schemas.microsoft.com/office/drawing/2014/main" id="{DF2956D0-7AE9-5CE7-0C20-8C4F37F2618B}"/>
              </a:ext>
            </a:extLst>
          </p:cNvPr>
          <p:cNvSpPr/>
          <p:nvPr/>
        </p:nvSpPr>
        <p:spPr>
          <a:xfrm>
            <a:off x="3515145" y="3370366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137" name="Text 15">
            <a:extLst>
              <a:ext uri="{FF2B5EF4-FFF2-40B4-BE49-F238E27FC236}">
                <a16:creationId xmlns:a16="http://schemas.microsoft.com/office/drawing/2014/main" id="{BC1E3532-9EB4-4CC8-27E4-C3F246432794}"/>
              </a:ext>
            </a:extLst>
          </p:cNvPr>
          <p:cNvSpPr/>
          <p:nvPr/>
        </p:nvSpPr>
        <p:spPr>
          <a:xfrm>
            <a:off x="4430850" y="3370366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-1.9</a:t>
            </a:r>
            <a:endParaRPr lang="en-US" sz="2400" dirty="0"/>
          </a:p>
        </p:txBody>
      </p:sp>
      <p:sp>
        <p:nvSpPr>
          <p:cNvPr id="139" name="Text 6">
            <a:extLst>
              <a:ext uri="{FF2B5EF4-FFF2-40B4-BE49-F238E27FC236}">
                <a16:creationId xmlns:a16="http://schemas.microsoft.com/office/drawing/2014/main" id="{A0470399-DC50-A7CE-60B5-3DCF3550F449}"/>
              </a:ext>
            </a:extLst>
          </p:cNvPr>
          <p:cNvSpPr/>
          <p:nvPr/>
        </p:nvSpPr>
        <p:spPr>
          <a:xfrm>
            <a:off x="3515145" y="1538951"/>
            <a:ext cx="913672" cy="9136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2400" b="1" dirty="0">
                <a:latin typeface="Aptos" pitchFamily="34" charset="0"/>
              </a:rPr>
              <a:t>8.4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66141" y="5166541"/>
            <a:ext cx="7059718" cy="822598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Predict: if a successor state becomes more valuable,</a:t>
            </a:r>
            <a:b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what happens to states that can reach it?</a:t>
            </a:r>
            <a:endParaRPr lang="en-US" sz="2000" dirty="0"/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90D88CE9-14D9-986F-668F-FDC45C90A735}"/>
              </a:ext>
            </a:extLst>
          </p:cNvPr>
          <p:cNvSpPr/>
          <p:nvPr/>
        </p:nvSpPr>
        <p:spPr>
          <a:xfrm>
            <a:off x="3169920" y="443484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sz="2400" b="1" baseline="-25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61" name="Shape 17">
            <a:extLst>
              <a:ext uri="{FF2B5EF4-FFF2-40B4-BE49-F238E27FC236}">
                <a16:creationId xmlns:a16="http://schemas.microsoft.com/office/drawing/2014/main" id="{21BF1E87-6693-456D-12F2-CFAB52BBE0A6}"/>
              </a:ext>
            </a:extLst>
          </p:cNvPr>
          <p:cNvSpPr/>
          <p:nvPr/>
        </p:nvSpPr>
        <p:spPr>
          <a:xfrm>
            <a:off x="5693229" y="2919548"/>
            <a:ext cx="777240" cy="0"/>
          </a:xfrm>
          <a:prstGeom prst="line">
            <a:avLst/>
          </a:prstGeom>
          <a:noFill/>
          <a:ln w="2794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4C0024AD-BDC2-9FA4-8592-E2CAA3D6C55B}"/>
              </a:ext>
            </a:extLst>
          </p:cNvPr>
          <p:cNvSpPr/>
          <p:nvPr/>
        </p:nvSpPr>
        <p:spPr>
          <a:xfrm>
            <a:off x="8244808" y="4437235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sz="2400" b="1" baseline="-25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400" dirty="0"/>
          </a:p>
        </p:txBody>
      </p:sp>
      <p:sp>
        <p:nvSpPr>
          <p:cNvPr id="65" name="Text 0">
            <a:extLst>
              <a:ext uri="{FF2B5EF4-FFF2-40B4-BE49-F238E27FC236}">
                <a16:creationId xmlns:a16="http://schemas.microsoft.com/office/drawing/2014/main" id="{04F04B1C-7A04-D9CD-4ECA-44D8EF06C957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Iteration 3: long-term consequences spread</a:t>
            </a:r>
            <a:endParaRPr lang="en-US" sz="3200" dirty="0"/>
          </a:p>
        </p:txBody>
      </p:sp>
      <p:sp>
        <p:nvSpPr>
          <p:cNvPr id="67" name="Text 1">
            <a:extLst>
              <a:ext uri="{FF2B5EF4-FFF2-40B4-BE49-F238E27FC236}">
                <a16:creationId xmlns:a16="http://schemas.microsoft.com/office/drawing/2014/main" id="{18EE5EC3-8723-FE5E-CCD0-011B068A7A5D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revealing a value, predict which cells should improve next.</a:t>
            </a:r>
            <a:endParaRPr lang="en-US" sz="1600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CA011C64-E498-FAFB-8372-D67DBA891662}"/>
              </a:ext>
            </a:extLst>
          </p:cNvPr>
          <p:cNvSpPr/>
          <p:nvPr/>
        </p:nvSpPr>
        <p:spPr>
          <a:xfrm>
            <a:off x="6784963" y="1536342"/>
            <a:ext cx="913672" cy="913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1.9</a:t>
            </a:r>
            <a:endParaRPr lang="en-US" sz="2400" dirty="0"/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36251937-B34F-0883-1113-425FD928B3F5}"/>
              </a:ext>
            </a:extLst>
          </p:cNvPr>
          <p:cNvSpPr/>
          <p:nvPr/>
        </p:nvSpPr>
        <p:spPr>
          <a:xfrm>
            <a:off x="7695226" y="1536342"/>
            <a:ext cx="913672" cy="913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5.8</a:t>
            </a:r>
            <a:endParaRPr lang="en-US" sz="2400" dirty="0"/>
          </a:p>
        </p:txBody>
      </p:sp>
      <p:sp>
        <p:nvSpPr>
          <p:cNvPr id="73" name="Text 7">
            <a:extLst>
              <a:ext uri="{FF2B5EF4-FFF2-40B4-BE49-F238E27FC236}">
                <a16:creationId xmlns:a16="http://schemas.microsoft.com/office/drawing/2014/main" id="{D1491E0E-14AB-98C6-40D2-40645F2FD104}"/>
              </a:ext>
            </a:extLst>
          </p:cNvPr>
          <p:cNvSpPr/>
          <p:nvPr/>
        </p:nvSpPr>
        <p:spPr>
          <a:xfrm>
            <a:off x="9526637" y="1536342"/>
            <a:ext cx="913672" cy="913672"/>
          </a:xfrm>
          <a:prstGeom prst="rect">
            <a:avLst/>
          </a:prstGeom>
          <a:solidFill>
            <a:srgbClr val="E8F6EF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400" dirty="0"/>
          </a:p>
        </p:txBody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7A68594B-131C-0E55-B818-D47C39999728}"/>
              </a:ext>
            </a:extLst>
          </p:cNvPr>
          <p:cNvSpPr/>
          <p:nvPr/>
        </p:nvSpPr>
        <p:spPr>
          <a:xfrm>
            <a:off x="6784963" y="2452048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-2.7</a:t>
            </a:r>
            <a:endParaRPr lang="en-US" sz="2400" dirty="0"/>
          </a:p>
        </p:txBody>
      </p:sp>
      <p:sp>
        <p:nvSpPr>
          <p:cNvPr id="77" name="Text 9">
            <a:extLst>
              <a:ext uri="{FF2B5EF4-FFF2-40B4-BE49-F238E27FC236}">
                <a16:creationId xmlns:a16="http://schemas.microsoft.com/office/drawing/2014/main" id="{4CF010DA-0FEC-0BC8-89E1-602C16824338}"/>
              </a:ext>
            </a:extLst>
          </p:cNvPr>
          <p:cNvSpPr/>
          <p:nvPr/>
        </p:nvSpPr>
        <p:spPr>
          <a:xfrm>
            <a:off x="7695226" y="2452048"/>
            <a:ext cx="913672" cy="913672"/>
          </a:xfrm>
          <a:prstGeom prst="rect">
            <a:avLst/>
          </a:prstGeom>
          <a:solidFill>
            <a:srgbClr val="D4DEE8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400" dirty="0"/>
          </a:p>
        </p:txBody>
      </p:sp>
      <p:sp>
        <p:nvSpPr>
          <p:cNvPr id="79" name="Text 10">
            <a:extLst>
              <a:ext uri="{FF2B5EF4-FFF2-40B4-BE49-F238E27FC236}">
                <a16:creationId xmlns:a16="http://schemas.microsoft.com/office/drawing/2014/main" id="{FAD71C2C-575C-025C-1E27-59A44769B6AB}"/>
              </a:ext>
            </a:extLst>
          </p:cNvPr>
          <p:cNvSpPr/>
          <p:nvPr/>
        </p:nvSpPr>
        <p:spPr>
          <a:xfrm>
            <a:off x="8610932" y="2452048"/>
            <a:ext cx="913672" cy="913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4.5</a:t>
            </a:r>
            <a:endParaRPr lang="en-US" sz="2400" dirty="0"/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6C984558-FE1F-3168-AD38-70D805EC265E}"/>
              </a:ext>
            </a:extLst>
          </p:cNvPr>
          <p:cNvSpPr/>
          <p:nvPr/>
        </p:nvSpPr>
        <p:spPr>
          <a:xfrm>
            <a:off x="9526637" y="2452048"/>
            <a:ext cx="913672" cy="913672"/>
          </a:xfrm>
          <a:prstGeom prst="rect">
            <a:avLst/>
          </a:prstGeom>
          <a:solidFill>
            <a:srgbClr val="FDECEC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sz="2400" dirty="0"/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7B8BA0B2-9B4D-5AA1-5DF9-D4B35074C559}"/>
              </a:ext>
            </a:extLst>
          </p:cNvPr>
          <p:cNvSpPr/>
          <p:nvPr/>
        </p:nvSpPr>
        <p:spPr>
          <a:xfrm>
            <a:off x="6784963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-2.7</a:t>
            </a:r>
            <a:endParaRPr lang="en-US" sz="2400" dirty="0"/>
          </a:p>
        </p:txBody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A763D2B4-9F27-F365-FE0A-FB841BABA1C2}"/>
              </a:ext>
            </a:extLst>
          </p:cNvPr>
          <p:cNvSpPr/>
          <p:nvPr/>
        </p:nvSpPr>
        <p:spPr>
          <a:xfrm>
            <a:off x="7695226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-2.7</a:t>
            </a:r>
            <a:endParaRPr lang="en-US" sz="2400" dirty="0"/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5FE96E20-2BBA-F896-7C5C-48496E56D902}"/>
              </a:ext>
            </a:extLst>
          </p:cNvPr>
          <p:cNvSpPr/>
          <p:nvPr/>
        </p:nvSpPr>
        <p:spPr>
          <a:xfrm>
            <a:off x="8610932" y="3367757"/>
            <a:ext cx="913672" cy="913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1.3</a:t>
            </a:r>
            <a:endParaRPr lang="en-US" sz="2400" dirty="0"/>
          </a:p>
        </p:txBody>
      </p:sp>
      <p:sp>
        <p:nvSpPr>
          <p:cNvPr id="89" name="Text 15">
            <a:extLst>
              <a:ext uri="{FF2B5EF4-FFF2-40B4-BE49-F238E27FC236}">
                <a16:creationId xmlns:a16="http://schemas.microsoft.com/office/drawing/2014/main" id="{D30B3F5B-D712-5628-4520-A291277DAB53}"/>
              </a:ext>
            </a:extLst>
          </p:cNvPr>
          <p:cNvSpPr/>
          <p:nvPr/>
        </p:nvSpPr>
        <p:spPr>
          <a:xfrm>
            <a:off x="9526637" y="3367757"/>
            <a:ext cx="913672" cy="913672"/>
          </a:xfrm>
          <a:prstGeom prst="rect">
            <a:avLst/>
          </a:prstGeom>
          <a:solidFill>
            <a:srgbClr val="FDDCD9"/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itchFamily="34" charset="0"/>
              </a:rPr>
              <a:t>-2.7</a:t>
            </a:r>
            <a:endParaRPr lang="en-US" sz="2400" dirty="0"/>
          </a:p>
        </p:txBody>
      </p:sp>
      <p:sp>
        <p:nvSpPr>
          <p:cNvPr id="91" name="Text 6">
            <a:extLst>
              <a:ext uri="{FF2B5EF4-FFF2-40B4-BE49-F238E27FC236}">
                <a16:creationId xmlns:a16="http://schemas.microsoft.com/office/drawing/2014/main" id="{F85C5F8A-682A-FB69-6707-BF57B86FC3E6}"/>
              </a:ext>
            </a:extLst>
          </p:cNvPr>
          <p:cNvSpPr/>
          <p:nvPr/>
        </p:nvSpPr>
        <p:spPr>
          <a:xfrm>
            <a:off x="8610932" y="1536342"/>
            <a:ext cx="913672" cy="9136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1430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2400" b="1" dirty="0">
                <a:latin typeface="Aptos" pitchFamily="34" charset="0"/>
              </a:rPr>
              <a:t>8.8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011680" y="4892040"/>
            <a:ext cx="8138160" cy="54864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sweep lets future reward influence states farther away.</a:t>
            </a:r>
            <a:endParaRPr lang="en-US" dirty="0"/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C03A74D3-5D9F-B409-049A-F13C54BB6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825" y="1965960"/>
            <a:ext cx="5243375" cy="2023695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F7FBE9C2-E2D3-E9D6-4E69-46D164991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965960"/>
            <a:ext cx="5243376" cy="2023695"/>
          </a:xfrm>
          <a:prstGeom prst="rect">
            <a:avLst/>
          </a:prstGeom>
        </p:spPr>
      </p:pic>
      <p:sp>
        <p:nvSpPr>
          <p:cNvPr id="172" name="Shape 17">
            <a:extLst>
              <a:ext uri="{FF2B5EF4-FFF2-40B4-BE49-F238E27FC236}">
                <a16:creationId xmlns:a16="http://schemas.microsoft.com/office/drawing/2014/main" id="{D98E32A8-B9A1-8335-E46B-CA9597812F32}"/>
              </a:ext>
            </a:extLst>
          </p:cNvPr>
          <p:cNvSpPr/>
          <p:nvPr/>
        </p:nvSpPr>
        <p:spPr>
          <a:xfrm>
            <a:off x="5840186" y="2799805"/>
            <a:ext cx="533400" cy="0"/>
          </a:xfrm>
          <a:prstGeom prst="line">
            <a:avLst/>
          </a:prstGeom>
          <a:noFill/>
          <a:ln w="2794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0">
            <a:extLst>
              <a:ext uri="{FF2B5EF4-FFF2-40B4-BE49-F238E27FC236}">
                <a16:creationId xmlns:a16="http://schemas.microsoft.com/office/drawing/2014/main" id="{74204750-EBCC-EB52-B650-33D237803068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propagates backward through the state space</a:t>
            </a:r>
            <a:endParaRPr lang="en-US" sz="3200" dirty="0"/>
          </a:p>
        </p:txBody>
      </p:sp>
      <p:sp>
        <p:nvSpPr>
          <p:cNvPr id="176" name="Text 1">
            <a:extLst>
              <a:ext uri="{FF2B5EF4-FFF2-40B4-BE49-F238E27FC236}">
                <a16:creationId xmlns:a16="http://schemas.microsoft.com/office/drawing/2014/main" id="{78329222-A2BF-4305-0955-81A7EB19E735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heat map tells the story of repeated Bellman backups.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09491" y="466355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state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75712" y="1909572"/>
            <a:ext cx="3815443" cy="1234440"/>
          </a:xfrm>
          <a:prstGeom prst="rect">
            <a:avLst/>
          </a:prstGeom>
          <a:solidFill>
            <a:srgbClr val="FDECEC"/>
          </a:solidFill>
          <a:ln w="13970">
            <a:solidFill>
              <a:srgbClr val="D0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reward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through ordinary cells still costs about −1.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75713" y="3474720"/>
            <a:ext cx="3815443" cy="123444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value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state can lead toward +10, so its long-term value is positive.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5434149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Reward answers “what happened now?” </a:t>
            </a:r>
            <a:br>
              <a:rPr lang="en-US" b="1" dirty="0">
                <a:solidFill>
                  <a:srgbClr val="082B55"/>
                </a:solidFill>
              </a:rPr>
            </a:br>
            <a:r>
              <a:rPr lang="en-US" b="1" dirty="0">
                <a:solidFill>
                  <a:srgbClr val="082B55"/>
                </a:solidFill>
              </a:rPr>
              <a:t>Value answers “what should I expect from here?”</a:t>
            </a:r>
            <a:endParaRPr lang="en-US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642819DE-937C-1719-7C41-E9DF8D353886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Values are not rewards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8FE24093-DF70-CA4D-38ED-ABB3AFBC6EF7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 can have low immediate reward and high long-term value.</a:t>
            </a:r>
            <a:endParaRPr lang="en-US" sz="16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F0548C4A-071A-C332-94FE-743DC213EBDB}"/>
              </a:ext>
            </a:extLst>
          </p:cNvPr>
          <p:cNvSpPr/>
          <p:nvPr/>
        </p:nvSpPr>
        <p:spPr>
          <a:xfrm>
            <a:off x="1300844" y="1930039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</a:t>
            </a:r>
            <a:endParaRPr lang="en-US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E5C66475-AEF6-FA42-F1B2-9CCBD868DE3A}"/>
              </a:ext>
            </a:extLst>
          </p:cNvPr>
          <p:cNvSpPr/>
          <p:nvPr/>
        </p:nvSpPr>
        <p:spPr>
          <a:xfrm>
            <a:off x="2161033" y="1930039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</a:t>
            </a:r>
            <a:endParaRPr lang="en-US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74958EC0-43FE-F91E-B127-6ED8E8299106}"/>
              </a:ext>
            </a:extLst>
          </p:cNvPr>
          <p:cNvSpPr/>
          <p:nvPr/>
        </p:nvSpPr>
        <p:spPr>
          <a:xfrm>
            <a:off x="3023891" y="1930039"/>
            <a:ext cx="862584" cy="862584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</a:t>
            </a:r>
            <a:endParaRPr lang="en-US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85920FF1-6A35-4654-A28C-12C190EB01B0}"/>
              </a:ext>
            </a:extLst>
          </p:cNvPr>
          <p:cNvSpPr/>
          <p:nvPr/>
        </p:nvSpPr>
        <p:spPr>
          <a:xfrm>
            <a:off x="3886749" y="1930039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0EBEBCA5-C3D4-93C0-A568-FD3AE97A6F9E}"/>
              </a:ext>
            </a:extLst>
          </p:cNvPr>
          <p:cNvSpPr/>
          <p:nvPr/>
        </p:nvSpPr>
        <p:spPr>
          <a:xfrm>
            <a:off x="1300844" y="2795675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</a:t>
            </a:r>
            <a:endParaRPr lang="en-US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6BD41543-918B-C603-4175-4ED4578B1186}"/>
              </a:ext>
            </a:extLst>
          </p:cNvPr>
          <p:cNvSpPr/>
          <p:nvPr/>
        </p:nvSpPr>
        <p:spPr>
          <a:xfrm>
            <a:off x="2161033" y="2795675"/>
            <a:ext cx="862584" cy="862584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11A5FF6D-CBBD-3D63-B281-72E45922DB56}"/>
              </a:ext>
            </a:extLst>
          </p:cNvPr>
          <p:cNvSpPr/>
          <p:nvPr/>
        </p:nvSpPr>
        <p:spPr>
          <a:xfrm>
            <a:off x="3023891" y="2795675"/>
            <a:ext cx="862584" cy="862584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</a:t>
            </a:r>
            <a:endParaRPr lang="en-US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525C54CA-1F3D-8B18-8A13-E9C489C744A9}"/>
              </a:ext>
            </a:extLst>
          </p:cNvPr>
          <p:cNvSpPr/>
          <p:nvPr/>
        </p:nvSpPr>
        <p:spPr>
          <a:xfrm>
            <a:off x="3886749" y="2795675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8CB988F6-5DFC-1E44-6F62-F2470F384255}"/>
              </a:ext>
            </a:extLst>
          </p:cNvPr>
          <p:cNvSpPr/>
          <p:nvPr/>
        </p:nvSpPr>
        <p:spPr>
          <a:xfrm>
            <a:off x="1300844" y="3661308"/>
            <a:ext cx="862584" cy="862584"/>
          </a:xfrm>
          <a:prstGeom prst="rect">
            <a:avLst/>
          </a:prstGeom>
          <a:solidFill>
            <a:srgbClr val="FADDD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-3.4</a:t>
            </a:r>
            <a:endParaRPr lang="en-US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04195773-0326-CF74-D050-449496A1A019}"/>
              </a:ext>
            </a:extLst>
          </p:cNvPr>
          <p:cNvSpPr/>
          <p:nvPr/>
        </p:nvSpPr>
        <p:spPr>
          <a:xfrm>
            <a:off x="2161033" y="3661308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-0.6</a:t>
            </a:r>
            <a:endParaRPr lang="en-US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7A0F5DB5-F181-EA04-8813-867B4D7EF0B9}"/>
              </a:ext>
            </a:extLst>
          </p:cNvPr>
          <p:cNvSpPr/>
          <p:nvPr/>
        </p:nvSpPr>
        <p:spPr>
          <a:xfrm>
            <a:off x="3023891" y="3661308"/>
            <a:ext cx="862584" cy="862584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</a:t>
            </a:r>
            <a:endParaRPr lang="en-US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8D779E38-5AA9-0E45-C58C-BE790DBCECCF}"/>
              </a:ext>
            </a:extLst>
          </p:cNvPr>
          <p:cNvSpPr/>
          <p:nvPr/>
        </p:nvSpPr>
        <p:spPr>
          <a:xfrm>
            <a:off x="3886749" y="3661308"/>
            <a:ext cx="862584" cy="862584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-1.2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220686" y="3981782"/>
            <a:ext cx="7772400" cy="5486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sample cell: 4.4 → 5.8 → 6.5 → 6.6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924197" y="558068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Successive heat maps become less different.</a:t>
            </a:r>
            <a:endParaRPr lang="en-US" sz="1600" dirty="0"/>
          </a:p>
        </p:txBody>
      </p:sp>
      <p:sp>
        <p:nvSpPr>
          <p:cNvPr id="77" name="Text 0">
            <a:extLst>
              <a:ext uri="{FF2B5EF4-FFF2-40B4-BE49-F238E27FC236}">
                <a16:creationId xmlns:a16="http://schemas.microsoft.com/office/drawing/2014/main" id="{0C55D7B5-F666-4E85-5B44-F3DA53E2F4E0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convergence looks like</a:t>
            </a:r>
            <a:endParaRPr lang="en-US" sz="3200" dirty="0"/>
          </a:p>
        </p:txBody>
      </p:sp>
      <p:sp>
        <p:nvSpPr>
          <p:cNvPr id="79" name="Text 1">
            <a:extLst>
              <a:ext uri="{FF2B5EF4-FFF2-40B4-BE49-F238E27FC236}">
                <a16:creationId xmlns:a16="http://schemas.microsoft.com/office/drawing/2014/main" id="{7B9ACB39-F1B9-C8A6-B90D-D31BC5BFC153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estimates change a lot early and only a little later.</a:t>
            </a:r>
            <a:endParaRPr lang="en-US" sz="1600" dirty="0"/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6942C6F7-27EB-2DB7-4955-5E9FD8C0E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8" y="1764792"/>
            <a:ext cx="5130437" cy="1980106"/>
          </a:xfrm>
          <a:prstGeom prst="rect">
            <a:avLst/>
          </a:prstGeom>
        </p:spPr>
      </p:pic>
      <p:sp>
        <p:nvSpPr>
          <p:cNvPr id="248" name="Shape 17">
            <a:extLst>
              <a:ext uri="{FF2B5EF4-FFF2-40B4-BE49-F238E27FC236}">
                <a16:creationId xmlns:a16="http://schemas.microsoft.com/office/drawing/2014/main" id="{F9EED97B-5EA7-4550-DF7B-CF71E48E5EC3}"/>
              </a:ext>
            </a:extLst>
          </p:cNvPr>
          <p:cNvSpPr/>
          <p:nvPr/>
        </p:nvSpPr>
        <p:spPr>
          <a:xfrm>
            <a:off x="5840186" y="2565762"/>
            <a:ext cx="533400" cy="0"/>
          </a:xfrm>
          <a:prstGeom prst="line">
            <a:avLst/>
          </a:prstGeom>
          <a:noFill/>
          <a:ln w="2794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F5311DEE-DA9C-769B-2CF7-FDA17ADC52BE}"/>
              </a:ext>
            </a:extLst>
          </p:cNvPr>
          <p:cNvGrpSpPr/>
          <p:nvPr/>
        </p:nvGrpSpPr>
        <p:grpSpPr>
          <a:xfrm>
            <a:off x="6512703" y="1764793"/>
            <a:ext cx="5130439" cy="1980106"/>
            <a:chOff x="6512703" y="1764793"/>
            <a:chExt cx="5130439" cy="1980106"/>
          </a:xfrm>
        </p:grpSpPr>
        <p:pic>
          <p:nvPicPr>
            <p:cNvPr id="246" name="Picture 245">
              <a:extLst>
                <a:ext uri="{FF2B5EF4-FFF2-40B4-BE49-F238E27FC236}">
                  <a16:creationId xmlns:a16="http://schemas.microsoft.com/office/drawing/2014/main" id="{8424E0A1-C269-B0C0-BFED-F420ECE4E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12703" y="1764793"/>
              <a:ext cx="5130439" cy="1980106"/>
            </a:xfrm>
            <a:prstGeom prst="rect">
              <a:avLst/>
            </a:prstGeom>
          </p:spPr>
        </p:pic>
        <p:pic>
          <p:nvPicPr>
            <p:cNvPr id="284" name="Picture 283">
              <a:extLst>
                <a:ext uri="{FF2B5EF4-FFF2-40B4-BE49-F238E27FC236}">
                  <a16:creationId xmlns:a16="http://schemas.microsoft.com/office/drawing/2014/main" id="{C19EFBE7-F117-5D6C-55A5-A20F90E2F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25049" y="1764945"/>
              <a:ext cx="544978" cy="544978"/>
            </a:xfrm>
            <a:prstGeom prst="rect">
              <a:avLst/>
            </a:prstGeom>
          </p:spPr>
        </p:pic>
      </p:grpSp>
      <p:sp>
        <p:nvSpPr>
          <p:cNvPr id="2" name="Arrow: Down 1">
            <a:extLst>
              <a:ext uri="{FF2B5EF4-FFF2-40B4-BE49-F238E27FC236}">
                <a16:creationId xmlns:a16="http://schemas.microsoft.com/office/drawing/2014/main" id="{E5900FE6-D1C2-6A16-DA94-AC1842E79AF5}"/>
              </a:ext>
            </a:extLst>
          </p:cNvPr>
          <p:cNvSpPr/>
          <p:nvPr/>
        </p:nvSpPr>
        <p:spPr>
          <a:xfrm>
            <a:off x="1157100" y="1321804"/>
            <a:ext cx="347472" cy="5059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C6328504-CF8E-4FA7-9E21-03C21EDE1A8D}"/>
              </a:ext>
            </a:extLst>
          </p:cNvPr>
          <p:cNvSpPr/>
          <p:nvPr/>
        </p:nvSpPr>
        <p:spPr>
          <a:xfrm>
            <a:off x="4133979" y="1321804"/>
            <a:ext cx="347472" cy="5059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923E6A0-4DDB-02BC-C127-082D9AEBA79F}"/>
              </a:ext>
            </a:extLst>
          </p:cNvPr>
          <p:cNvSpPr/>
          <p:nvPr/>
        </p:nvSpPr>
        <p:spPr>
          <a:xfrm>
            <a:off x="7110859" y="1321804"/>
            <a:ext cx="347472" cy="5059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B754391-712D-0135-9AE3-C50EEEFD70F1}"/>
              </a:ext>
            </a:extLst>
          </p:cNvPr>
          <p:cNvSpPr/>
          <p:nvPr/>
        </p:nvSpPr>
        <p:spPr>
          <a:xfrm>
            <a:off x="10133459" y="1321804"/>
            <a:ext cx="347472" cy="5059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914400" y="1993392"/>
                <a:ext cx="1033272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3600" b="0" i="1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unc>
                        <m:funcPr>
                          <m:ctrlPr>
                            <a:rPr lang="en-US" sz="36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6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36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3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ₖ₊₁(</m:t>
                              </m:r>
                              <m:r>
                                <a:rPr lang="en-US" sz="3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3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) − </m:t>
                              </m:r>
                              <m:r>
                                <a:rPr lang="en-US" sz="3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3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ₖ(</m:t>
                              </m:r>
                              <m:r>
                                <a:rPr lang="en-US" sz="3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3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93392"/>
                <a:ext cx="10332720" cy="548640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1934391" y="2880360"/>
            <a:ext cx="8323217" cy="100584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is the largest state-value change in the latest sweep.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34391" y="4069080"/>
            <a:ext cx="8323217" cy="10058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Δ = 0.0007 and θ = 0.001, stop because Δ &lt; θ.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29639" y="56007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Small Δ means the repeated updates are no longer changing the values much.</a:t>
            </a:r>
            <a:endParaRPr lang="en-US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BBE9CE5C-166A-AB59-EA12-F96610C8400B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change with Δ</a:t>
            </a:r>
            <a:endParaRPr lang="en-US" sz="32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F8F41DEE-D93E-E11A-7754-11BF5DBFE609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Convergence needs a stopping signal.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641566"/>
            <a:ext cx="4892040" cy="3474720"/>
          </a:xfrm>
          <a:prstGeom prst="rect">
            <a:avLst/>
          </a:prstGeom>
          <a:solidFill>
            <a:srgbClr val="FDECEC"/>
          </a:solidFill>
          <a:ln w="13970">
            <a:solidFill>
              <a:srgbClr val="D0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convergence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value must be exactly identical</a:t>
            </a:r>
            <a:endParaRPr lang="en-US" sz="20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has experienced the environment</a:t>
            </a:r>
            <a:endParaRPr lang="en-US" sz="20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 disappear</a:t>
            </a:r>
            <a:endParaRPr lang="en-US" sz="20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 becomes deterministic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46520" y="1641566"/>
            <a:ext cx="4892040" cy="347472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Convergence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estimates are sufficiently stable</a:t>
            </a:r>
            <a:endParaRPr lang="en-US" sz="20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Further sweeps change little</a:t>
            </a:r>
            <a:endParaRPr lang="en-US" sz="20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tolerance tells us when to stop</a:t>
            </a:r>
            <a:endParaRPr lang="en-US" sz="200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resulting values support action choice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57783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We stop when the values are stable enough for the chosen tolerance.</a:t>
            </a:r>
            <a:endParaRPr lang="en-US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E9A86469-2411-FDA7-8D5F-E019D2651389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Convergence means stability, not magic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1B4CDA35-38D5-DF57-7AFC-EA2F7DD06AC4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usually do not become exactly unchanged in finite time.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547082" y="1844503"/>
            <a:ext cx="786601" cy="786601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20719" y="1844503"/>
            <a:ext cx="786601" cy="786601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9.1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12980" y="1844503"/>
            <a:ext cx="786601" cy="786601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47082" y="2631320"/>
            <a:ext cx="786601" cy="786601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33901" y="2631320"/>
            <a:ext cx="786601" cy="786601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20719" y="2631320"/>
            <a:ext cx="786601" cy="786601"/>
          </a:xfrm>
          <a:prstGeom prst="rect">
            <a:avLst/>
          </a:prstGeom>
          <a:solidFill>
            <a:srgbClr val="E8F6EF"/>
          </a:solidFill>
          <a:ln w="57150">
            <a:solidFill>
              <a:srgbClr val="4472C4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12980" y="2631320"/>
            <a:ext cx="786601" cy="786601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47082" y="3418140"/>
            <a:ext cx="786601" cy="786601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-1.5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33901" y="3418140"/>
            <a:ext cx="786601" cy="786601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120719" y="3418140"/>
            <a:ext cx="786601" cy="786601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12980" y="3418140"/>
            <a:ext cx="786601" cy="786601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-0.8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71823" y="4358013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Stabilized values + greedy arrows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26"/>
              <p:cNvSpPr/>
              <p:nvPr/>
            </p:nvSpPr>
            <p:spPr>
              <a:xfrm>
                <a:off x="5956228" y="3469985"/>
                <a:ext cx="4241074" cy="885009"/>
              </a:xfrm>
              <a:prstGeom prst="rect">
                <a:avLst/>
              </a:prstGeom>
              <a:solidFill>
                <a:srgbClr val="FFF4D6"/>
              </a:solidFill>
              <a:ln w="13970">
                <a:solidFill>
                  <a:srgbClr val="F2B944"/>
                </a:solidFill>
              </a:ln>
            </p:spPr>
            <p:txBody>
              <a:bodyPr wrap="square" lIns="762" tIns="762" rIns="762" bIns="762" rtlCol="0" anchor="ctr">
                <a:no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𝜋</m:t>
                      </m:r>
                      <m:r>
                        <a:rPr lang="en-US" sz="28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8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𝑠</m:t>
                      </m:r>
                      <m:r>
                        <a:rPr lang="en-US" sz="28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 = </m:t>
                      </m:r>
                      <m:func>
                        <m:funcPr>
                          <m:ctrlPr>
                            <a:rPr lang="en-US" sz="28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arg</m:t>
                              </m:r>
                              <m:r>
                                <a:rPr lang="en-US" sz="28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8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𝑄</m:t>
                          </m:r>
                          <m:r>
                            <a:rPr lang="en-US" sz="28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(</m:t>
                          </m:r>
                          <m:r>
                            <a:rPr lang="en-US" sz="28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𝑠</m:t>
                          </m:r>
                          <m:r>
                            <a:rPr lang="en-US" sz="28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r>
                            <a:rPr lang="en-US" sz="28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𝑎</m:t>
                          </m:r>
                          <m:r>
                            <a:rPr lang="en-US" sz="28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Tex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228" y="3469985"/>
                <a:ext cx="4241074" cy="8850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3970">
                <a:solidFill>
                  <a:srgbClr val="F2B94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27"/>
          <p:cNvSpPr/>
          <p:nvPr/>
        </p:nvSpPr>
        <p:spPr>
          <a:xfrm>
            <a:off x="868680" y="5257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The arrow is not guessed. It comes from comparing action values.</a:t>
            </a:r>
            <a:endParaRPr lang="en-US" sz="160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CDAADB0B-6853-7DCE-0BE6-B7698FFBDE95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Values reveal a greedy policy</a:t>
            </a:r>
            <a:endParaRPr lang="en-US" sz="32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3CFB8D85-4965-7F3C-42BC-DB94FDC94AD9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values stabilize, choose the action with the highest Bellman action value.</a:t>
            </a:r>
            <a:endParaRPr lang="en-US" sz="1600" dirty="0"/>
          </a:p>
        </p:txBody>
      </p:sp>
      <p:sp>
        <p:nvSpPr>
          <p:cNvPr id="59" name="Shape 39">
            <a:extLst>
              <a:ext uri="{FF2B5EF4-FFF2-40B4-BE49-F238E27FC236}">
                <a16:creationId xmlns:a16="http://schemas.microsoft.com/office/drawing/2014/main" id="{467A900D-C4C9-1E29-8305-D06C65A440C2}"/>
              </a:ext>
            </a:extLst>
          </p:cNvPr>
          <p:cNvSpPr/>
          <p:nvPr/>
        </p:nvSpPr>
        <p:spPr>
          <a:xfrm>
            <a:off x="7349600" y="1670984"/>
            <a:ext cx="1600200" cy="1600200"/>
          </a:xfrm>
          <a:prstGeom prst="rect">
            <a:avLst/>
          </a:prstGeom>
          <a:solidFill>
            <a:srgbClr val="EAF2F8"/>
          </a:solidFill>
          <a:ln w="13970">
            <a:solidFill>
              <a:srgbClr val="0B2D5C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61" name="Text 40">
            <a:extLst>
              <a:ext uri="{FF2B5EF4-FFF2-40B4-BE49-F238E27FC236}">
                <a16:creationId xmlns:a16="http://schemas.microsoft.com/office/drawing/2014/main" id="{61A6B342-23CE-BB6E-4DC1-1C8F3207CD5E}"/>
              </a:ext>
            </a:extLst>
          </p:cNvPr>
          <p:cNvSpPr/>
          <p:nvPr/>
        </p:nvSpPr>
        <p:spPr>
          <a:xfrm>
            <a:off x="7893668" y="1799000"/>
            <a:ext cx="5120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C8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2000" dirty="0"/>
          </a:p>
        </p:txBody>
      </p:sp>
      <p:sp>
        <p:nvSpPr>
          <p:cNvPr id="63" name="Text 41">
            <a:extLst>
              <a:ext uri="{FF2B5EF4-FFF2-40B4-BE49-F238E27FC236}">
                <a16:creationId xmlns:a16="http://schemas.microsoft.com/office/drawing/2014/main" id="{702BD4FE-EA42-454F-19A2-2C335C85CB8C}"/>
              </a:ext>
            </a:extLst>
          </p:cNvPr>
          <p:cNvSpPr/>
          <p:nvPr/>
        </p:nvSpPr>
        <p:spPr>
          <a:xfrm>
            <a:off x="8405732" y="2343068"/>
            <a:ext cx="4800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-2.1</a:t>
            </a:r>
            <a:endParaRPr lang="en-US" sz="2000" dirty="0"/>
          </a:p>
        </p:txBody>
      </p:sp>
      <p:sp>
        <p:nvSpPr>
          <p:cNvPr id="65" name="Text 42">
            <a:extLst>
              <a:ext uri="{FF2B5EF4-FFF2-40B4-BE49-F238E27FC236}">
                <a16:creationId xmlns:a16="http://schemas.microsoft.com/office/drawing/2014/main" id="{D8AE1E00-3D83-D73A-5A03-7C13C4A4CDC8}"/>
              </a:ext>
            </a:extLst>
          </p:cNvPr>
          <p:cNvSpPr/>
          <p:nvPr/>
        </p:nvSpPr>
        <p:spPr>
          <a:xfrm>
            <a:off x="7893668" y="2839130"/>
            <a:ext cx="5120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2000" dirty="0"/>
          </a:p>
        </p:txBody>
      </p:sp>
      <p:sp>
        <p:nvSpPr>
          <p:cNvPr id="67" name="Text 43">
            <a:extLst>
              <a:ext uri="{FF2B5EF4-FFF2-40B4-BE49-F238E27FC236}">
                <a16:creationId xmlns:a16="http://schemas.microsoft.com/office/drawing/2014/main" id="{A8C69BFF-B393-62DF-6601-39586B53FC0C}"/>
              </a:ext>
            </a:extLst>
          </p:cNvPr>
          <p:cNvSpPr/>
          <p:nvPr/>
        </p:nvSpPr>
        <p:spPr>
          <a:xfrm>
            <a:off x="7413608" y="2343068"/>
            <a:ext cx="4800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2000" dirty="0"/>
          </a:p>
        </p:txBody>
      </p:sp>
      <p:sp>
        <p:nvSpPr>
          <p:cNvPr id="69" name="Text 44">
            <a:extLst>
              <a:ext uri="{FF2B5EF4-FFF2-40B4-BE49-F238E27FC236}">
                <a16:creationId xmlns:a16="http://schemas.microsoft.com/office/drawing/2014/main" id="{2EB84459-E559-5ADA-4C62-F8BDE30CE616}"/>
              </a:ext>
            </a:extLst>
          </p:cNvPr>
          <p:cNvSpPr/>
          <p:nvPr/>
        </p:nvSpPr>
        <p:spPr>
          <a:xfrm>
            <a:off x="8037686" y="2343068"/>
            <a:ext cx="2240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C5A66"/>
                </a:solidFill>
                <a:latin typeface="Arial" pitchFamily="34" charset="0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71" name="Text 45">
            <a:extLst>
              <a:ext uri="{FF2B5EF4-FFF2-40B4-BE49-F238E27FC236}">
                <a16:creationId xmlns:a16="http://schemas.microsoft.com/office/drawing/2014/main" id="{238B01C2-2181-7AB4-E52D-EF28B814E6A8}"/>
              </a:ext>
            </a:extLst>
          </p:cNvPr>
          <p:cNvSpPr/>
          <p:nvPr/>
        </p:nvSpPr>
        <p:spPr>
          <a:xfrm>
            <a:off x="8322564" y="1606976"/>
            <a:ext cx="416052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C8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333901" y="1844503"/>
            <a:ext cx="786601" cy="786601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082B55"/>
                </a:solidFill>
                <a:latin typeface="Aptos" pitchFamily="34" charset="0"/>
              </a:rPr>
              <a:t>6.6</a:t>
            </a:r>
          </a:p>
          <a:p>
            <a:pPr algn="ctr"/>
            <a:r>
              <a:rPr lang="en-US" b="1" dirty="0">
                <a:solidFill>
                  <a:srgbClr val="082B55"/>
                </a:solidFill>
                <a:latin typeface="Aptos" pitchFamily="34" charset="0"/>
              </a:rPr>
              <a:t>→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926774"/>
            <a:ext cx="2240280" cy="105156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0" y="1926774"/>
            <a:ext cx="2240280" cy="105156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6492240" y="1926774"/>
                <a:ext cx="2240280" cy="1051560"/>
              </a:xfrm>
              <a:prstGeom prst="rect">
                <a:avLst/>
              </a:prstGeom>
              <a:solidFill>
                <a:srgbClr val="FFF4D6"/>
              </a:solidFill>
              <a:ln w="13970">
                <a:solidFill>
                  <a:srgbClr val="F2B944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Transitions</a:t>
                </a:r>
                <a:endParaRPr lang="en-US" sz="2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𝑷</m:t>
                      </m:r>
                      <m:r>
                        <a:rPr lang="en-US" sz="2400" b="1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𝒔</m:t>
                      </m:r>
                      <m:r>
                        <a:rPr lang="en-US" sz="2400" b="1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′|</m:t>
                      </m:r>
                      <m:r>
                        <a:rPr lang="en-US" sz="2400" b="1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𝒔</m:t>
                      </m:r>
                      <m:r>
                        <a:rPr lang="en-US" sz="2400" b="1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,</m:t>
                      </m:r>
                      <m:r>
                        <a:rPr lang="en-US" sz="2400" b="1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𝒂</m:t>
                      </m:r>
                      <m:r>
                        <a:rPr lang="en-US" sz="2400" b="1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40" y="1926774"/>
                <a:ext cx="2240280" cy="1051560"/>
              </a:xfrm>
              <a:prstGeom prst="rect">
                <a:avLst/>
              </a:prstGeom>
              <a:blipFill>
                <a:blip r:embed="rId3"/>
                <a:stretch>
                  <a:fillRect b="-1714"/>
                </a:stretch>
              </a:blipFill>
              <a:ln w="13970">
                <a:solidFill>
                  <a:srgbClr val="F2B94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9326880" y="1926774"/>
            <a:ext cx="2240280" cy="105156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74520" y="3526974"/>
            <a:ext cx="8412480" cy="749808"/>
          </a:xfrm>
          <a:prstGeom prst="rect">
            <a:avLst/>
          </a:prstGeom>
          <a:solidFill>
            <a:srgbClr val="FDECEC"/>
          </a:solidFill>
          <a:ln w="13970">
            <a:solidFill>
              <a:srgbClr val="D0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transition probabilities are unknown, </a:t>
            </a:r>
            <a:b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exact Bellman expectation calculation cannot be performed.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535577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That question will return in Q-learning.</a:t>
            </a:r>
            <a:endParaRPr lang="en-US" sz="16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82DD5E5F-A318-38F4-FE28-566C1D33BEB4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iteration is model-based</a:t>
            </a:r>
            <a:endParaRPr lang="en-US" sz="32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3177943B-23A3-AB31-00D6-2C4A4B476233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backup used a model of how actions may turn out.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14400" y="1770017"/>
            <a:ext cx="4114800" cy="283464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Reserve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state: Z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reward: +2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 → X, V(X)=5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 → Y, V(Y)=1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γ = 0.6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23560" y="1998617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82B55"/>
                </a:solidFill>
              </a:rPr>
              <a:t>Q(Z, Reserve) = 2 + 0.6[0.7(5)+0.3(1)]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23560" y="2638697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AA876"/>
                </a:solidFill>
              </a:rPr>
              <a:t>= 4.28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623560" y="3553097"/>
            <a:ext cx="5760720" cy="10515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Q(Z, Alternate)=4.60, which action is greedy? </a:t>
            </a:r>
            <a:b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4.28 mean?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29640" y="5668191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Compute → Interpret → Predict.</a:t>
            </a:r>
            <a:endParaRPr lang="en-US" sz="16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34F66D1D-E1D1-10DC-A283-DD890F63F05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Bellman update sprint</a:t>
            </a:r>
            <a:endParaRPr lang="en-US" sz="32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0D6C3CB-213B-2CED-4117-11E47FF17982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substitution, compute, compare, interpret.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763488"/>
            <a:ext cx="438912" cy="438912"/>
          </a:xfrm>
          <a:prstGeom prst="rect">
            <a:avLst/>
          </a:prstGeom>
          <a:solidFill>
            <a:srgbClr val="082B55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63488"/>
            <a:ext cx="50292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Choose the most likely next state and ignore the others.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29400" y="1763488"/>
            <a:ext cx="4297680" cy="438912"/>
          </a:xfrm>
          <a:prstGeom prst="rect">
            <a:avLst/>
          </a:prstGeom>
          <a:solidFill>
            <a:srgbClr val="FDECEC"/>
          </a:solidFill>
          <a:ln w="13970">
            <a:solidFill>
              <a:srgbClr val="D0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Wrong: use expected value.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32168"/>
            <a:ext cx="438912" cy="438912"/>
          </a:xfrm>
          <a:prstGeom prst="rect">
            <a:avLst/>
          </a:prstGeom>
          <a:solidFill>
            <a:srgbClr val="082B55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632168"/>
            <a:ext cx="50292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Choose the action with the largest immediate reward.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632168"/>
            <a:ext cx="4297680" cy="438912"/>
          </a:xfrm>
          <a:prstGeom prst="rect">
            <a:avLst/>
          </a:prstGeom>
          <a:solidFill>
            <a:srgbClr val="FDECEC"/>
          </a:solidFill>
          <a:ln w="13970">
            <a:solidFill>
              <a:srgbClr val="D0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Wrong: compare Bellman action values.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500848"/>
            <a:ext cx="438912" cy="438912"/>
          </a:xfrm>
          <a:prstGeom prst="rect">
            <a:avLst/>
          </a:prstGeom>
          <a:solidFill>
            <a:srgbClr val="082B55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500848"/>
            <a:ext cx="50292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During a synchronous sweep, use Vₖ values to compute Vₖ₊₁.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3500848"/>
            <a:ext cx="4297680" cy="438912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Correct for our convention.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369528"/>
            <a:ext cx="438912" cy="438912"/>
          </a:xfrm>
          <a:prstGeom prst="rect">
            <a:avLst/>
          </a:prstGeom>
          <a:solidFill>
            <a:srgbClr val="082B55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369528"/>
            <a:ext cx="50292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Tiny value changes suggest convergence if below the threshold.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4369528"/>
            <a:ext cx="4297680" cy="438912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Reasonable.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5081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Common errors usually come from confusing chance, control, and time.</a:t>
            </a:r>
            <a:endParaRPr lang="en-US" sz="16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C36FF207-4A7C-5F94-C781-99CB07916887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diagnose Bellman mistakes</a:t>
            </a:r>
            <a:endParaRPr lang="en-US" sz="3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6D74596-D6F1-9B2D-1CE3-CA9C3305F314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statements are correct? Which misconception do they reveal?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97774" y="1828147"/>
            <a:ext cx="5048794" cy="2879925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174625" algn="l">
              <a:buNone/>
            </a:pPr>
            <a:r>
              <a:rPr lang="en-US" b="1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initialize V</a:t>
            </a:r>
            <a:endParaRPr lang="en-US" dirty="0">
              <a:latin typeface="Consolas" panose="020B0609020204030204" pitchFamily="49" charset="0"/>
            </a:endParaRPr>
          </a:p>
          <a:p>
            <a:pPr marL="174625" algn="l">
              <a:buNone/>
            </a:pPr>
            <a:r>
              <a:rPr lang="en-US" b="1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repeat:</a:t>
            </a:r>
            <a:endParaRPr lang="en-US" dirty="0">
              <a:latin typeface="Consolas" panose="020B0609020204030204" pitchFamily="49" charset="0"/>
            </a:endParaRPr>
          </a:p>
          <a:p>
            <a:pPr marL="174625" algn="l">
              <a:buNone/>
            </a:pPr>
            <a:r>
              <a:rPr lang="en-US" b="1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delta = 0</a:t>
            </a:r>
            <a:endParaRPr lang="en-US" dirty="0">
              <a:latin typeface="Consolas" panose="020B0609020204030204" pitchFamily="49" charset="0"/>
            </a:endParaRPr>
          </a:p>
          <a:p>
            <a:pPr marL="174625" algn="l">
              <a:buNone/>
            </a:pPr>
            <a:r>
              <a:rPr lang="en-US" b="1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for each state s:</a:t>
            </a:r>
            <a:endParaRPr lang="en-US" dirty="0">
              <a:latin typeface="Consolas" panose="020B0609020204030204" pitchFamily="49" charset="0"/>
            </a:endParaRPr>
          </a:p>
          <a:p>
            <a:pPr marL="174625" algn="l">
              <a:buNone/>
            </a:pPr>
            <a:r>
              <a:rPr lang="en-US" b="1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  compute return for every action</a:t>
            </a:r>
            <a:endParaRPr lang="en-US" dirty="0">
              <a:latin typeface="Consolas" panose="020B0609020204030204" pitchFamily="49" charset="0"/>
            </a:endParaRPr>
          </a:p>
          <a:p>
            <a:pPr marL="174625" algn="l">
              <a:buNone/>
            </a:pPr>
            <a:r>
              <a:rPr lang="en-US" b="1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  V_new[s] = largest action value</a:t>
            </a:r>
            <a:endParaRPr lang="en-US" dirty="0">
              <a:latin typeface="Consolas" panose="020B0609020204030204" pitchFamily="49" charset="0"/>
            </a:endParaRPr>
          </a:p>
          <a:p>
            <a:pPr marL="174625" algn="l">
              <a:buNone/>
            </a:pPr>
            <a:r>
              <a:rPr lang="en-US" b="1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  update delta</a:t>
            </a:r>
            <a:endParaRPr lang="en-US" dirty="0">
              <a:latin typeface="Consolas" panose="020B0609020204030204" pitchFamily="49" charset="0"/>
            </a:endParaRPr>
          </a:p>
          <a:p>
            <a:pPr marL="174625" algn="l">
              <a:buNone/>
            </a:pPr>
            <a:r>
              <a:rPr lang="en-US" b="1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V = V_new</a:t>
            </a:r>
            <a:endParaRPr lang="en-US" dirty="0">
              <a:latin typeface="Consolas" panose="020B0609020204030204" pitchFamily="49" charset="0"/>
            </a:endParaRPr>
          </a:p>
          <a:p>
            <a:pPr marL="174625" algn="l">
              <a:buNone/>
            </a:pPr>
            <a:r>
              <a:rPr lang="en-US" b="1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until delta is small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22573" y="1822269"/>
            <a:ext cx="1920240" cy="566928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idea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42813" y="1822269"/>
            <a:ext cx="3017520" cy="566928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meaning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22573" y="2389197"/>
            <a:ext cx="19202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return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42813" y="2389197"/>
            <a:ext cx="3017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+ evaluate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2573" y="2956125"/>
            <a:ext cx="1920240" cy="566928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action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42813" y="2956125"/>
            <a:ext cx="3017520" cy="566928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takes MAX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2573" y="3523053"/>
            <a:ext cx="19202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delta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42813" y="3523053"/>
            <a:ext cx="3017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change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2573" y="4089981"/>
            <a:ext cx="1920240" cy="566928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2813" y="4089981"/>
            <a:ext cx="3017520" cy="566928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Propagate farther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1877" y="5414989"/>
            <a:ext cx="9368246" cy="474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to ask: which part handles chance, and which part handles choice?</a:t>
            </a:r>
            <a:endParaRPr lang="en-US" sz="20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0C9CBF45-78E2-3417-28A0-7A493DAC25D4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value iteration</a:t>
            </a:r>
            <a:endParaRPr lang="en-US" sz="32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463E43A7-45AB-98A0-1C8F-C68657B91AD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code to the visual process.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L13: Value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1767841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</a:rPr>
              <a:t>Expected future value combines _______________________.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426209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</a:rPr>
              <a:t>Bellman action value adds _______________________.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3084577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</a:rPr>
              <a:t>V(s) uses the __________ action value.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3742945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</a:rPr>
              <a:t>Repeated sweeps allow value to _______________________.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4401313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B2430"/>
                </a:solidFill>
              </a:rPr>
              <a:t>Very small changes suggest _______________________.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5257800"/>
            <a:ext cx="9966960" cy="566928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L14: What if we explicitly hold a policy fixed, evaluate it, then improve it?</a:t>
            </a:r>
            <a:endParaRPr lang="en-US" sz="16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F67A7C31-126A-E8F7-99EF-41C4ABAD8FC8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ticket: rebuild value iteration</a:t>
            </a:r>
            <a:endParaRPr lang="en-US" sz="32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6FA9E44D-7A74-87FE-5BE9-0A1D8C0EC2C0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concept chain, not just the formula.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7D154A9B6B4745A92074A700A40869" ma:contentTypeVersion="24" ma:contentTypeDescription="Create a new document." ma:contentTypeScope="" ma:versionID="49c36a49e684e25092aa685b0fe35842">
  <xsd:schema xmlns:xsd="http://www.w3.org/2001/XMLSchema" xmlns:xs="http://www.w3.org/2001/XMLSchema" xmlns:p="http://schemas.microsoft.com/office/2006/metadata/properties" xmlns:ns1="http://schemas.microsoft.com/sharepoint/v3" xmlns:ns2="fcae3b96-bd14-4ee2-8386-a94084e60018" xmlns:ns3="56f87f42-bac6-49e2-b9d5-04744cb514ee" targetNamespace="http://schemas.microsoft.com/office/2006/metadata/properties" ma:root="true" ma:fieldsID="9c960b9d532a5d3a9032170b89435a2d" ns1:_="" ns2:_="" ns3:_="">
    <xsd:import namespace="http://schemas.microsoft.com/sharepoint/v3"/>
    <xsd:import namespace="fcae3b96-bd14-4ee2-8386-a94084e60018"/>
    <xsd:import namespace="56f87f42-bac6-49e2-b9d5-04744cb514e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e3b96-bd14-4ee2-8386-a94084e600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87f42-bac6-49e2-b9d5-04744cb514e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8e345d7-e916-42f7-ade4-36d8c15b0911}" ma:internalName="TaxCatchAll" ma:showField="CatchAllData" ma:web="56f87f42-bac6-49e2-b9d5-04744cb514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56f87f42-bac6-49e2-b9d5-04744cb514ee" xsi:nil="true"/>
    <lcf76f155ced4ddcb4097134ff3c332f xmlns="fcae3b96-bd14-4ee2-8386-a94084e60018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094812A-C78A-4CD8-8CEE-30B6CC55D9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6360AC-E54E-4481-918F-4A4CA1813E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cae3b96-bd14-4ee2-8386-a94084e60018"/>
    <ds:schemaRef ds:uri="56f87f42-bac6-49e2-b9d5-04744cb514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C50CFF-EB8E-4F36-901E-F4B6C91B33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56f87f42-bac6-49e2-b9d5-04744cb514ee"/>
    <ds:schemaRef ds:uri="fcae3b96-bd14-4ee2-8386-a94084e60018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5407</TotalTime>
  <Words>3163</Words>
  <Application>Microsoft Office PowerPoint</Application>
  <PresentationFormat>Widescreen</PresentationFormat>
  <Paragraphs>715</Paragraphs>
  <Slides>32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CompSci 471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CS471 Lesson 13 Value Iteration</dc:title>
  <dc:subject>Lesson 13: Value Iteration</dc:subject>
  <dc:creator>CS 471 Instructional Team</dc:creator>
  <cp:lastModifiedBy>Phan, Tiffany M Capt USAF USAFA AW/ESCS</cp:lastModifiedBy>
  <cp:revision>14</cp:revision>
  <dcterms:created xsi:type="dcterms:W3CDTF">2026-08-25T21:55:26Z</dcterms:created>
  <dcterms:modified xsi:type="dcterms:W3CDTF">2026-09-14T13:51:37Z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0x0101006A7D154A9B6B4745A92074A700A40869</vt:lpwstr>
  </property>
  <property fmtid="{D5CDD505-2E9C-101B-9397-08002B2CF9AE}" pid="3" name="MediaServiceImageTags">
    <vt:lpwstr/>
  </property>
</Properties>
</file>