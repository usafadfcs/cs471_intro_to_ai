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43"/>
  </p:notesMasterIdLst>
  <p:sldIdLst>
    <p:sldId id="293" r:id="rId5"/>
    <p:sldId id="295" r:id="rId6"/>
    <p:sldId id="257" r:id="rId7"/>
    <p:sldId id="258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96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2479CC6-D109-1460-FC3E-E5B40DD327C2}" v="257" dt="2026-09-15T22:01:23.978"/>
    <p1510:client id="{EA5993F5-FCFB-4914-A34C-80364449DAC2}" v="205" dt="2026-09-14T20:08:22.97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94640" autoAdjust="0"/>
  </p:normalViewPr>
  <p:slideViewPr>
    <p:cSldViewPr snapToGrid="0" snapToObjects="1">
      <p:cViewPr>
        <p:scale>
          <a:sx n="85" d="100"/>
          <a:sy n="85" d="100"/>
        </p:scale>
        <p:origin x="75" y="1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notesMaster" Target="notesMasters/notesMaster1.xml"/><Relationship Id="rId48" Type="http://schemas.microsoft.com/office/2016/11/relationships/changesInfo" Target="changesInfos/changesInfo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theme" Target="theme/theme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han, Tiffany M Maj USAF USAFA AW/ESCS" userId="a0ed988f-3bd3-448a-ab68-f6eca8eadb00" providerId="ADAL" clId="{D74FDB2A-C6F9-423C-9DA7-5C8A44CC196C}"/>
    <pc:docChg chg="addSld modSld">
      <pc:chgData name="Phan, Tiffany M Maj USAF USAFA AW/ESCS" userId="a0ed988f-3bd3-448a-ab68-f6eca8eadb00" providerId="ADAL" clId="{D74FDB2A-C6F9-423C-9DA7-5C8A44CC196C}" dt="2026-09-14T20:08:22.977" v="182" actId="403"/>
      <pc:docMkLst>
        <pc:docMk/>
      </pc:docMkLst>
      <pc:sldChg chg="modSp">
        <pc:chgData name="Phan, Tiffany M Maj USAF USAFA AW/ESCS" userId="a0ed988f-3bd3-448a-ab68-f6eca8eadb00" providerId="ADAL" clId="{D74FDB2A-C6F9-423C-9DA7-5C8A44CC196C}" dt="2026-09-14T15:13:28.499" v="18" actId="113"/>
        <pc:sldMkLst>
          <pc:docMk/>
          <pc:sldMk cId="0" sldId="257"/>
        </pc:sldMkLst>
        <pc:spChg chg="mod">
          <ac:chgData name="Phan, Tiffany M Maj USAF USAFA AW/ESCS" userId="a0ed988f-3bd3-448a-ab68-f6eca8eadb00" providerId="ADAL" clId="{D74FDB2A-C6F9-423C-9DA7-5C8A44CC196C}" dt="2026-09-14T15:08:45.929" v="12"/>
          <ac:spMkLst>
            <pc:docMk/>
            <pc:sldMk cId="0" sldId="257"/>
            <ac:spMk id="27" creationId="{DB82234B-3C72-13DB-5EB7-AF8CF976459A}"/>
          </ac:spMkLst>
        </pc:spChg>
        <pc:spChg chg="mod">
          <ac:chgData name="Phan, Tiffany M Maj USAF USAFA AW/ESCS" userId="a0ed988f-3bd3-448a-ab68-f6eca8eadb00" providerId="ADAL" clId="{D74FDB2A-C6F9-423C-9DA7-5C8A44CC196C}" dt="2026-09-14T15:08:51.120" v="13"/>
          <ac:spMkLst>
            <pc:docMk/>
            <pc:sldMk cId="0" sldId="257"/>
            <ac:spMk id="29" creationId="{88D11B5A-1791-9841-DC63-41AD4EB9612B}"/>
          </ac:spMkLst>
        </pc:spChg>
        <pc:spChg chg="mod">
          <ac:chgData name="Phan, Tiffany M Maj USAF USAFA AW/ESCS" userId="a0ed988f-3bd3-448a-ab68-f6eca8eadb00" providerId="ADAL" clId="{D74FDB2A-C6F9-423C-9DA7-5C8A44CC196C}" dt="2026-09-14T15:13:28.499" v="18" actId="113"/>
          <ac:spMkLst>
            <pc:docMk/>
            <pc:sldMk cId="0" sldId="257"/>
            <ac:spMk id="55" creationId="{3DAFFD93-AB62-5D89-A7AE-4E530D569F0F}"/>
          </ac:spMkLst>
        </pc:spChg>
      </pc:sldChg>
      <pc:sldChg chg="modSp">
        <pc:chgData name="Phan, Tiffany M Maj USAF USAFA AW/ESCS" userId="a0ed988f-3bd3-448a-ab68-f6eca8eadb00" providerId="ADAL" clId="{D74FDB2A-C6F9-423C-9DA7-5C8A44CC196C}" dt="2026-09-14T15:14:55.713" v="20"/>
        <pc:sldMkLst>
          <pc:docMk/>
          <pc:sldMk cId="0" sldId="258"/>
        </pc:sldMkLst>
        <pc:spChg chg="mod">
          <ac:chgData name="Phan, Tiffany M Maj USAF USAFA AW/ESCS" userId="a0ed988f-3bd3-448a-ab68-f6eca8eadb00" providerId="ADAL" clId="{D74FDB2A-C6F9-423C-9DA7-5C8A44CC196C}" dt="2026-09-14T15:14:46.789" v="19"/>
          <ac:spMkLst>
            <pc:docMk/>
            <pc:sldMk cId="0" sldId="258"/>
            <ac:spMk id="11" creationId="{2539DB3F-29C8-1433-A0BF-FF5B37C7F054}"/>
          </ac:spMkLst>
        </pc:spChg>
        <pc:spChg chg="mod">
          <ac:chgData name="Phan, Tiffany M Maj USAF USAFA AW/ESCS" userId="a0ed988f-3bd3-448a-ab68-f6eca8eadb00" providerId="ADAL" clId="{D74FDB2A-C6F9-423C-9DA7-5C8A44CC196C}" dt="2026-09-14T15:14:55.713" v="20"/>
          <ac:spMkLst>
            <pc:docMk/>
            <pc:sldMk cId="0" sldId="258"/>
            <ac:spMk id="13" creationId="{9F69505D-C246-75EA-D298-685102067E8A}"/>
          </ac:spMkLst>
        </pc:spChg>
      </pc:sldChg>
      <pc:sldChg chg="modSp modAnim">
        <pc:chgData name="Phan, Tiffany M Maj USAF USAFA AW/ESCS" userId="a0ed988f-3bd3-448a-ab68-f6eca8eadb00" providerId="ADAL" clId="{D74FDB2A-C6F9-423C-9DA7-5C8A44CC196C}" dt="2026-09-14T15:16:16.970" v="23"/>
        <pc:sldMkLst>
          <pc:docMk/>
          <pc:sldMk cId="0" sldId="260"/>
        </pc:sldMkLst>
        <pc:spChg chg="mod">
          <ac:chgData name="Phan, Tiffany M Maj USAF USAFA AW/ESCS" userId="a0ed988f-3bd3-448a-ab68-f6eca8eadb00" providerId="ADAL" clId="{D74FDB2A-C6F9-423C-9DA7-5C8A44CC196C}" dt="2026-09-14T15:15:27.889" v="21"/>
          <ac:spMkLst>
            <pc:docMk/>
            <pc:sldMk cId="0" sldId="260"/>
            <ac:spMk id="23" creationId="{40352CF0-95B9-22DD-E1A2-AEFCEDB4F303}"/>
          </ac:spMkLst>
        </pc:spChg>
        <pc:spChg chg="mod">
          <ac:chgData name="Phan, Tiffany M Maj USAF USAFA AW/ESCS" userId="a0ed988f-3bd3-448a-ab68-f6eca8eadb00" providerId="ADAL" clId="{D74FDB2A-C6F9-423C-9DA7-5C8A44CC196C}" dt="2026-09-14T15:15:33.909" v="22"/>
          <ac:spMkLst>
            <pc:docMk/>
            <pc:sldMk cId="0" sldId="260"/>
            <ac:spMk id="25" creationId="{8E49C058-E01D-2FFB-9378-E91E6BCB5689}"/>
          </ac:spMkLst>
        </pc:spChg>
      </pc:sldChg>
      <pc:sldChg chg="addSp modSp">
        <pc:chgData name="Phan, Tiffany M Maj USAF USAFA AW/ESCS" userId="a0ed988f-3bd3-448a-ab68-f6eca8eadb00" providerId="ADAL" clId="{D74FDB2A-C6F9-423C-9DA7-5C8A44CC196C}" dt="2026-09-14T15:18:22.159" v="26" actId="767"/>
        <pc:sldMkLst>
          <pc:docMk/>
          <pc:sldMk cId="0" sldId="261"/>
        </pc:sldMkLst>
        <pc:spChg chg="mod">
          <ac:chgData name="Phan, Tiffany M Maj USAF USAFA AW/ESCS" userId="a0ed988f-3bd3-448a-ab68-f6eca8eadb00" providerId="ADAL" clId="{D74FDB2A-C6F9-423C-9DA7-5C8A44CC196C}" dt="2026-09-14T15:16:34.251" v="24"/>
          <ac:spMkLst>
            <pc:docMk/>
            <pc:sldMk cId="0" sldId="261"/>
            <ac:spMk id="27" creationId="{F18BA3FF-A8AF-BA8C-C367-6DB515D2F55C}"/>
          </ac:spMkLst>
        </pc:spChg>
        <pc:spChg chg="mod">
          <ac:chgData name="Phan, Tiffany M Maj USAF USAFA AW/ESCS" userId="a0ed988f-3bd3-448a-ab68-f6eca8eadb00" providerId="ADAL" clId="{D74FDB2A-C6F9-423C-9DA7-5C8A44CC196C}" dt="2026-09-14T15:16:40.290" v="25"/>
          <ac:spMkLst>
            <pc:docMk/>
            <pc:sldMk cId="0" sldId="261"/>
            <ac:spMk id="29" creationId="{35AC3E0A-8258-E206-1933-31AC131BD4A4}"/>
          </ac:spMkLst>
        </pc:spChg>
        <pc:spChg chg="add mod">
          <ac:chgData name="Phan, Tiffany M Maj USAF USAFA AW/ESCS" userId="a0ed988f-3bd3-448a-ab68-f6eca8eadb00" providerId="ADAL" clId="{D74FDB2A-C6F9-423C-9DA7-5C8A44CC196C}" dt="2026-09-14T15:18:22.159" v="26" actId="767"/>
          <ac:spMkLst>
            <pc:docMk/>
            <pc:sldMk cId="0" sldId="261"/>
            <ac:spMk id="30" creationId="{692C36BF-6742-40EF-A861-6452E919E4A6}"/>
          </ac:spMkLst>
        </pc:spChg>
      </pc:sldChg>
      <pc:sldChg chg="modSp">
        <pc:chgData name="Phan, Tiffany M Maj USAF USAFA AW/ESCS" userId="a0ed988f-3bd3-448a-ab68-f6eca8eadb00" providerId="ADAL" clId="{D74FDB2A-C6F9-423C-9DA7-5C8A44CC196C}" dt="2026-09-14T15:19:46.465" v="28"/>
        <pc:sldMkLst>
          <pc:docMk/>
          <pc:sldMk cId="0" sldId="262"/>
        </pc:sldMkLst>
        <pc:spChg chg="mod">
          <ac:chgData name="Phan, Tiffany M Maj USAF USAFA AW/ESCS" userId="a0ed988f-3bd3-448a-ab68-f6eca8eadb00" providerId="ADAL" clId="{D74FDB2A-C6F9-423C-9DA7-5C8A44CC196C}" dt="2026-09-14T15:19:41.174" v="27"/>
          <ac:spMkLst>
            <pc:docMk/>
            <pc:sldMk cId="0" sldId="262"/>
            <ac:spMk id="25" creationId="{9A13012E-7A9B-06CE-E97C-4A38079CEF3D}"/>
          </ac:spMkLst>
        </pc:spChg>
        <pc:spChg chg="mod">
          <ac:chgData name="Phan, Tiffany M Maj USAF USAFA AW/ESCS" userId="a0ed988f-3bd3-448a-ab68-f6eca8eadb00" providerId="ADAL" clId="{D74FDB2A-C6F9-423C-9DA7-5C8A44CC196C}" dt="2026-09-14T15:19:46.465" v="28"/>
          <ac:spMkLst>
            <pc:docMk/>
            <pc:sldMk cId="0" sldId="262"/>
            <ac:spMk id="27" creationId="{E7C35C16-CD97-7C0C-D800-AA1247622631}"/>
          </ac:spMkLst>
        </pc:spChg>
      </pc:sldChg>
      <pc:sldChg chg="modSp">
        <pc:chgData name="Phan, Tiffany M Maj USAF USAFA AW/ESCS" userId="a0ed988f-3bd3-448a-ab68-f6eca8eadb00" providerId="ADAL" clId="{D74FDB2A-C6F9-423C-9DA7-5C8A44CC196C}" dt="2026-09-14T15:21:21.163" v="30"/>
        <pc:sldMkLst>
          <pc:docMk/>
          <pc:sldMk cId="0" sldId="263"/>
        </pc:sldMkLst>
        <pc:spChg chg="mod">
          <ac:chgData name="Phan, Tiffany M Maj USAF USAFA AW/ESCS" userId="a0ed988f-3bd3-448a-ab68-f6eca8eadb00" providerId="ADAL" clId="{D74FDB2A-C6F9-423C-9DA7-5C8A44CC196C}" dt="2026-09-14T15:21:16.257" v="29"/>
          <ac:spMkLst>
            <pc:docMk/>
            <pc:sldMk cId="0" sldId="263"/>
            <ac:spMk id="23" creationId="{CFC434E6-9DEE-0771-A90C-C83586E576A2}"/>
          </ac:spMkLst>
        </pc:spChg>
        <pc:spChg chg="mod">
          <ac:chgData name="Phan, Tiffany M Maj USAF USAFA AW/ESCS" userId="a0ed988f-3bd3-448a-ab68-f6eca8eadb00" providerId="ADAL" clId="{D74FDB2A-C6F9-423C-9DA7-5C8A44CC196C}" dt="2026-09-14T15:21:21.163" v="30"/>
          <ac:spMkLst>
            <pc:docMk/>
            <pc:sldMk cId="0" sldId="263"/>
            <ac:spMk id="25" creationId="{E5342012-3F42-734F-CF50-E9A7248D6F23}"/>
          </ac:spMkLst>
        </pc:spChg>
      </pc:sldChg>
      <pc:sldChg chg="modSp modAnim">
        <pc:chgData name="Phan, Tiffany M Maj USAF USAFA AW/ESCS" userId="a0ed988f-3bd3-448a-ab68-f6eca8eadb00" providerId="ADAL" clId="{D74FDB2A-C6F9-423C-9DA7-5C8A44CC196C}" dt="2026-09-14T15:24:22.756" v="35"/>
        <pc:sldMkLst>
          <pc:docMk/>
          <pc:sldMk cId="0" sldId="264"/>
        </pc:sldMkLst>
        <pc:spChg chg="mod">
          <ac:chgData name="Phan, Tiffany M Maj USAF USAFA AW/ESCS" userId="a0ed988f-3bd3-448a-ab68-f6eca8eadb00" providerId="ADAL" clId="{D74FDB2A-C6F9-423C-9DA7-5C8A44CC196C}" dt="2026-09-14T15:22:20.295" v="31"/>
          <ac:spMkLst>
            <pc:docMk/>
            <pc:sldMk cId="0" sldId="264"/>
            <ac:spMk id="11" creationId="{7EB18135-8685-E247-4D05-D058C5832DD8}"/>
          </ac:spMkLst>
        </pc:spChg>
        <pc:spChg chg="mod">
          <ac:chgData name="Phan, Tiffany M Maj USAF USAFA AW/ESCS" userId="a0ed988f-3bd3-448a-ab68-f6eca8eadb00" providerId="ADAL" clId="{D74FDB2A-C6F9-423C-9DA7-5C8A44CC196C}" dt="2026-09-14T15:22:25.585" v="32"/>
          <ac:spMkLst>
            <pc:docMk/>
            <pc:sldMk cId="0" sldId="264"/>
            <ac:spMk id="13" creationId="{15716C46-E3E2-3F6A-243A-00EF09BAE036}"/>
          </ac:spMkLst>
        </pc:spChg>
      </pc:sldChg>
      <pc:sldChg chg="addSp delSp modSp">
        <pc:chgData name="Phan, Tiffany M Maj USAF USAFA AW/ESCS" userId="a0ed988f-3bd3-448a-ab68-f6eca8eadb00" providerId="ADAL" clId="{D74FDB2A-C6F9-423C-9DA7-5C8A44CC196C}" dt="2026-09-14T15:34:39.346" v="46"/>
        <pc:sldMkLst>
          <pc:docMk/>
          <pc:sldMk cId="0" sldId="265"/>
        </pc:sldMkLst>
        <pc:spChg chg="mod">
          <ac:chgData name="Phan, Tiffany M Maj USAF USAFA AW/ESCS" userId="a0ed988f-3bd3-448a-ab68-f6eca8eadb00" providerId="ADAL" clId="{D74FDB2A-C6F9-423C-9DA7-5C8A44CC196C}" dt="2026-09-14T15:34:04.628" v="39"/>
          <ac:spMkLst>
            <pc:docMk/>
            <pc:sldMk cId="0" sldId="265"/>
            <ac:spMk id="6" creationId="{00000000-0000-0000-0000-000000000000}"/>
          </ac:spMkLst>
        </pc:spChg>
        <pc:spChg chg="mod">
          <ac:chgData name="Phan, Tiffany M Maj USAF USAFA AW/ESCS" userId="a0ed988f-3bd3-448a-ab68-f6eca8eadb00" providerId="ADAL" clId="{D74FDB2A-C6F9-423C-9DA7-5C8A44CC196C}" dt="2026-09-14T15:34:22.421" v="44" actId="57"/>
          <ac:spMkLst>
            <pc:docMk/>
            <pc:sldMk cId="0" sldId="265"/>
            <ac:spMk id="7" creationId="{00000000-0000-0000-0000-000000000000}"/>
          </ac:spMkLst>
        </pc:spChg>
        <pc:spChg chg="mod">
          <ac:chgData name="Phan, Tiffany M Maj USAF USAFA AW/ESCS" userId="a0ed988f-3bd3-448a-ab68-f6eca8eadb00" providerId="ADAL" clId="{D74FDB2A-C6F9-423C-9DA7-5C8A44CC196C}" dt="2026-09-14T15:24:46.076" v="36"/>
          <ac:spMkLst>
            <pc:docMk/>
            <pc:sldMk cId="0" sldId="265"/>
            <ac:spMk id="10" creationId="{C556ED21-4A0C-3A92-0DCC-CDC70561C181}"/>
          </ac:spMkLst>
        </pc:spChg>
        <pc:spChg chg="mod">
          <ac:chgData name="Phan, Tiffany M Maj USAF USAFA AW/ESCS" userId="a0ed988f-3bd3-448a-ab68-f6eca8eadb00" providerId="ADAL" clId="{D74FDB2A-C6F9-423C-9DA7-5C8A44CC196C}" dt="2026-09-14T15:24:51.822" v="38"/>
          <ac:spMkLst>
            <pc:docMk/>
            <pc:sldMk cId="0" sldId="265"/>
            <ac:spMk id="12" creationId="{C4A18450-DFB8-8722-DFEE-25D7C5C87712}"/>
          </ac:spMkLst>
        </pc:spChg>
        <pc:spChg chg="add del mod">
          <ac:chgData name="Phan, Tiffany M Maj USAF USAFA AW/ESCS" userId="a0ed988f-3bd3-448a-ab68-f6eca8eadb00" providerId="ADAL" clId="{D74FDB2A-C6F9-423C-9DA7-5C8A44CC196C}" dt="2026-09-14T15:34:39.346" v="46"/>
          <ac:spMkLst>
            <pc:docMk/>
            <pc:sldMk cId="0" sldId="265"/>
            <ac:spMk id="13" creationId="{837E6A31-E470-A6F8-697F-E419F55A5438}"/>
          </ac:spMkLst>
        </pc:spChg>
      </pc:sldChg>
      <pc:sldChg chg="addSp modSp">
        <pc:chgData name="Phan, Tiffany M Maj USAF USAFA AW/ESCS" userId="a0ed988f-3bd3-448a-ab68-f6eca8eadb00" providerId="ADAL" clId="{D74FDB2A-C6F9-423C-9DA7-5C8A44CC196C}" dt="2026-09-14T15:38:36.583" v="50"/>
        <pc:sldMkLst>
          <pc:docMk/>
          <pc:sldMk cId="0" sldId="266"/>
        </pc:sldMkLst>
        <pc:spChg chg="mod">
          <ac:chgData name="Phan, Tiffany M Maj USAF USAFA AW/ESCS" userId="a0ed988f-3bd3-448a-ab68-f6eca8eadb00" providerId="ADAL" clId="{D74FDB2A-C6F9-423C-9DA7-5C8A44CC196C}" dt="2026-09-14T15:34:59.751" v="47"/>
          <ac:spMkLst>
            <pc:docMk/>
            <pc:sldMk cId="0" sldId="266"/>
            <ac:spMk id="20" creationId="{F271AE9C-D69F-9F5D-6DFE-5C3C5627F6E6}"/>
          </ac:spMkLst>
        </pc:spChg>
        <pc:spChg chg="mod">
          <ac:chgData name="Phan, Tiffany M Maj USAF USAFA AW/ESCS" userId="a0ed988f-3bd3-448a-ab68-f6eca8eadb00" providerId="ADAL" clId="{D74FDB2A-C6F9-423C-9DA7-5C8A44CC196C}" dt="2026-09-14T15:35:05.353" v="48"/>
          <ac:spMkLst>
            <pc:docMk/>
            <pc:sldMk cId="0" sldId="266"/>
            <ac:spMk id="22" creationId="{20CF7753-FA23-AC04-1435-D75E5FC0B9BD}"/>
          </ac:spMkLst>
        </pc:spChg>
        <pc:spChg chg="add mod">
          <ac:chgData name="Phan, Tiffany M Maj USAF USAFA AW/ESCS" userId="a0ed988f-3bd3-448a-ab68-f6eca8eadb00" providerId="ADAL" clId="{D74FDB2A-C6F9-423C-9DA7-5C8A44CC196C}" dt="2026-09-14T15:38:29.004" v="49"/>
          <ac:spMkLst>
            <pc:docMk/>
            <pc:sldMk cId="0" sldId="266"/>
            <ac:spMk id="23" creationId="{32078587-D665-06EB-B807-FEEA6850A989}"/>
          </ac:spMkLst>
        </pc:spChg>
        <pc:spChg chg="add mod">
          <ac:chgData name="Phan, Tiffany M Maj USAF USAFA AW/ESCS" userId="a0ed988f-3bd3-448a-ab68-f6eca8eadb00" providerId="ADAL" clId="{D74FDB2A-C6F9-423C-9DA7-5C8A44CC196C}" dt="2026-09-14T15:38:36.583" v="50"/>
          <ac:spMkLst>
            <pc:docMk/>
            <pc:sldMk cId="0" sldId="266"/>
            <ac:spMk id="24" creationId="{F16834FF-DEE5-2404-B93B-3A7D22E152ED}"/>
          </ac:spMkLst>
        </pc:spChg>
      </pc:sldChg>
      <pc:sldChg chg="modSp">
        <pc:chgData name="Phan, Tiffany M Maj USAF USAFA AW/ESCS" userId="a0ed988f-3bd3-448a-ab68-f6eca8eadb00" providerId="ADAL" clId="{D74FDB2A-C6F9-423C-9DA7-5C8A44CC196C}" dt="2026-09-14T20:08:22.977" v="182" actId="403"/>
        <pc:sldMkLst>
          <pc:docMk/>
          <pc:sldMk cId="0" sldId="267"/>
        </pc:sldMkLst>
        <pc:spChg chg="mod">
          <ac:chgData name="Phan, Tiffany M Maj USAF USAFA AW/ESCS" userId="a0ed988f-3bd3-448a-ab68-f6eca8eadb00" providerId="ADAL" clId="{D74FDB2A-C6F9-423C-9DA7-5C8A44CC196C}" dt="2026-09-14T20:08:22.977" v="182" actId="403"/>
          <ac:spMkLst>
            <pc:docMk/>
            <pc:sldMk cId="0" sldId="267"/>
            <ac:spMk id="27" creationId="{00000000-0000-0000-0000-000000000000}"/>
          </ac:spMkLst>
        </pc:spChg>
        <pc:spChg chg="mod">
          <ac:chgData name="Phan, Tiffany M Maj USAF USAFA AW/ESCS" userId="a0ed988f-3bd3-448a-ab68-f6eca8eadb00" providerId="ADAL" clId="{D74FDB2A-C6F9-423C-9DA7-5C8A44CC196C}" dt="2026-09-14T15:39:44.359" v="51"/>
          <ac:spMkLst>
            <pc:docMk/>
            <pc:sldMk cId="0" sldId="267"/>
            <ac:spMk id="31" creationId="{242B11D9-CF7F-0998-52F6-DF9A72E599CA}"/>
          </ac:spMkLst>
        </pc:spChg>
        <pc:spChg chg="mod">
          <ac:chgData name="Phan, Tiffany M Maj USAF USAFA AW/ESCS" userId="a0ed988f-3bd3-448a-ab68-f6eca8eadb00" providerId="ADAL" clId="{D74FDB2A-C6F9-423C-9DA7-5C8A44CC196C}" dt="2026-09-14T15:39:49.402" v="52"/>
          <ac:spMkLst>
            <pc:docMk/>
            <pc:sldMk cId="0" sldId="267"/>
            <ac:spMk id="33" creationId="{C9E7D28E-586B-2097-9D9E-070C78388CFB}"/>
          </ac:spMkLst>
        </pc:spChg>
      </pc:sldChg>
      <pc:sldChg chg="modSp">
        <pc:chgData name="Phan, Tiffany M Maj USAF USAFA AW/ESCS" userId="a0ed988f-3bd3-448a-ab68-f6eca8eadb00" providerId="ADAL" clId="{D74FDB2A-C6F9-423C-9DA7-5C8A44CC196C}" dt="2026-09-14T15:40:33.634" v="54"/>
        <pc:sldMkLst>
          <pc:docMk/>
          <pc:sldMk cId="0" sldId="268"/>
        </pc:sldMkLst>
        <pc:spChg chg="mod">
          <ac:chgData name="Phan, Tiffany M Maj USAF USAFA AW/ESCS" userId="a0ed988f-3bd3-448a-ab68-f6eca8eadb00" providerId="ADAL" clId="{D74FDB2A-C6F9-423C-9DA7-5C8A44CC196C}" dt="2026-09-14T15:40:28.435" v="53"/>
          <ac:spMkLst>
            <pc:docMk/>
            <pc:sldMk cId="0" sldId="268"/>
            <ac:spMk id="12" creationId="{8201E361-55C5-F799-F0BF-E226015B6E0B}"/>
          </ac:spMkLst>
        </pc:spChg>
        <pc:spChg chg="mod">
          <ac:chgData name="Phan, Tiffany M Maj USAF USAFA AW/ESCS" userId="a0ed988f-3bd3-448a-ab68-f6eca8eadb00" providerId="ADAL" clId="{D74FDB2A-C6F9-423C-9DA7-5C8A44CC196C}" dt="2026-09-14T15:40:33.634" v="54"/>
          <ac:spMkLst>
            <pc:docMk/>
            <pc:sldMk cId="0" sldId="268"/>
            <ac:spMk id="14" creationId="{7D2B48AA-150C-04ED-6D18-207E896B494C}"/>
          </ac:spMkLst>
        </pc:spChg>
      </pc:sldChg>
      <pc:sldChg chg="modSp">
        <pc:chgData name="Phan, Tiffany M Maj USAF USAFA AW/ESCS" userId="a0ed988f-3bd3-448a-ab68-f6eca8eadb00" providerId="ADAL" clId="{D74FDB2A-C6F9-423C-9DA7-5C8A44CC196C}" dt="2026-09-14T15:41:14.566" v="56"/>
        <pc:sldMkLst>
          <pc:docMk/>
          <pc:sldMk cId="0" sldId="269"/>
        </pc:sldMkLst>
        <pc:spChg chg="mod">
          <ac:chgData name="Phan, Tiffany M Maj USAF USAFA AW/ESCS" userId="a0ed988f-3bd3-448a-ab68-f6eca8eadb00" providerId="ADAL" clId="{D74FDB2A-C6F9-423C-9DA7-5C8A44CC196C}" dt="2026-09-14T15:41:10.468" v="55"/>
          <ac:spMkLst>
            <pc:docMk/>
            <pc:sldMk cId="0" sldId="269"/>
            <ac:spMk id="10" creationId="{E40CB34E-3C0A-987E-C1B9-FECFD285127E}"/>
          </ac:spMkLst>
        </pc:spChg>
        <pc:spChg chg="mod">
          <ac:chgData name="Phan, Tiffany M Maj USAF USAFA AW/ESCS" userId="a0ed988f-3bd3-448a-ab68-f6eca8eadb00" providerId="ADAL" clId="{D74FDB2A-C6F9-423C-9DA7-5C8A44CC196C}" dt="2026-09-14T15:41:14.566" v="56"/>
          <ac:spMkLst>
            <pc:docMk/>
            <pc:sldMk cId="0" sldId="269"/>
            <ac:spMk id="12" creationId="{6F51F96D-B439-EF25-540D-76E1A7D0AA7D}"/>
          </ac:spMkLst>
        </pc:spChg>
      </pc:sldChg>
      <pc:sldChg chg="modSp">
        <pc:chgData name="Phan, Tiffany M Maj USAF USAFA AW/ESCS" userId="a0ed988f-3bd3-448a-ab68-f6eca8eadb00" providerId="ADAL" clId="{D74FDB2A-C6F9-423C-9DA7-5C8A44CC196C}" dt="2026-09-14T15:42:24.518" v="58"/>
        <pc:sldMkLst>
          <pc:docMk/>
          <pc:sldMk cId="0" sldId="270"/>
        </pc:sldMkLst>
        <pc:spChg chg="mod">
          <ac:chgData name="Phan, Tiffany M Maj USAF USAFA AW/ESCS" userId="a0ed988f-3bd3-448a-ab68-f6eca8eadb00" providerId="ADAL" clId="{D74FDB2A-C6F9-423C-9DA7-5C8A44CC196C}" dt="2026-09-14T15:42:19.217" v="57"/>
          <ac:spMkLst>
            <pc:docMk/>
            <pc:sldMk cId="0" sldId="270"/>
            <ac:spMk id="21" creationId="{A36E6CAD-BCEB-A838-F690-93A9EF12ACCE}"/>
          </ac:spMkLst>
        </pc:spChg>
        <pc:spChg chg="mod">
          <ac:chgData name="Phan, Tiffany M Maj USAF USAFA AW/ESCS" userId="a0ed988f-3bd3-448a-ab68-f6eca8eadb00" providerId="ADAL" clId="{D74FDB2A-C6F9-423C-9DA7-5C8A44CC196C}" dt="2026-09-14T15:42:24.518" v="58"/>
          <ac:spMkLst>
            <pc:docMk/>
            <pc:sldMk cId="0" sldId="270"/>
            <ac:spMk id="23" creationId="{A5EDFD08-6892-65AE-8485-4E46867E7418}"/>
          </ac:spMkLst>
        </pc:spChg>
      </pc:sldChg>
      <pc:sldChg chg="modSp">
        <pc:chgData name="Phan, Tiffany M Maj USAF USAFA AW/ESCS" userId="a0ed988f-3bd3-448a-ab68-f6eca8eadb00" providerId="ADAL" clId="{D74FDB2A-C6F9-423C-9DA7-5C8A44CC196C}" dt="2026-09-14T15:42:53.899" v="60"/>
        <pc:sldMkLst>
          <pc:docMk/>
          <pc:sldMk cId="0" sldId="271"/>
        </pc:sldMkLst>
        <pc:spChg chg="mod">
          <ac:chgData name="Phan, Tiffany M Maj USAF USAFA AW/ESCS" userId="a0ed988f-3bd3-448a-ab68-f6eca8eadb00" providerId="ADAL" clId="{D74FDB2A-C6F9-423C-9DA7-5C8A44CC196C}" dt="2026-09-14T15:42:47.008" v="59"/>
          <ac:spMkLst>
            <pc:docMk/>
            <pc:sldMk cId="0" sldId="271"/>
            <ac:spMk id="21" creationId="{87DF1440-8E8D-0A51-05A3-59C36960B27C}"/>
          </ac:spMkLst>
        </pc:spChg>
        <pc:spChg chg="mod">
          <ac:chgData name="Phan, Tiffany M Maj USAF USAFA AW/ESCS" userId="a0ed988f-3bd3-448a-ab68-f6eca8eadb00" providerId="ADAL" clId="{D74FDB2A-C6F9-423C-9DA7-5C8A44CC196C}" dt="2026-09-14T15:42:53.899" v="60"/>
          <ac:spMkLst>
            <pc:docMk/>
            <pc:sldMk cId="0" sldId="271"/>
            <ac:spMk id="23" creationId="{ABE535E2-455B-6B1C-2688-1774938CA8F7}"/>
          </ac:spMkLst>
        </pc:spChg>
      </pc:sldChg>
      <pc:sldChg chg="modSp">
        <pc:chgData name="Phan, Tiffany M Maj USAF USAFA AW/ESCS" userId="a0ed988f-3bd3-448a-ab68-f6eca8eadb00" providerId="ADAL" clId="{D74FDB2A-C6F9-423C-9DA7-5C8A44CC196C}" dt="2026-09-14T15:43:38.761" v="62"/>
        <pc:sldMkLst>
          <pc:docMk/>
          <pc:sldMk cId="0" sldId="272"/>
        </pc:sldMkLst>
        <pc:spChg chg="mod">
          <ac:chgData name="Phan, Tiffany M Maj USAF USAFA AW/ESCS" userId="a0ed988f-3bd3-448a-ab68-f6eca8eadb00" providerId="ADAL" clId="{D74FDB2A-C6F9-423C-9DA7-5C8A44CC196C}" dt="2026-09-14T15:43:34.497" v="61"/>
          <ac:spMkLst>
            <pc:docMk/>
            <pc:sldMk cId="0" sldId="272"/>
            <ac:spMk id="21" creationId="{3281D6D6-F9D4-182E-4259-5B8BD433B5AA}"/>
          </ac:spMkLst>
        </pc:spChg>
        <pc:spChg chg="mod">
          <ac:chgData name="Phan, Tiffany M Maj USAF USAFA AW/ESCS" userId="a0ed988f-3bd3-448a-ab68-f6eca8eadb00" providerId="ADAL" clId="{D74FDB2A-C6F9-423C-9DA7-5C8A44CC196C}" dt="2026-09-14T15:43:38.761" v="62"/>
          <ac:spMkLst>
            <pc:docMk/>
            <pc:sldMk cId="0" sldId="272"/>
            <ac:spMk id="23" creationId="{429879E1-0C91-06B4-D8D0-2153CB505DCE}"/>
          </ac:spMkLst>
        </pc:spChg>
      </pc:sldChg>
      <pc:sldChg chg="modSp">
        <pc:chgData name="Phan, Tiffany M Maj USAF USAFA AW/ESCS" userId="a0ed988f-3bd3-448a-ab68-f6eca8eadb00" providerId="ADAL" clId="{D74FDB2A-C6F9-423C-9DA7-5C8A44CC196C}" dt="2026-09-14T15:44:16.363" v="64"/>
        <pc:sldMkLst>
          <pc:docMk/>
          <pc:sldMk cId="0" sldId="273"/>
        </pc:sldMkLst>
        <pc:spChg chg="mod">
          <ac:chgData name="Phan, Tiffany M Maj USAF USAFA AW/ESCS" userId="a0ed988f-3bd3-448a-ab68-f6eca8eadb00" providerId="ADAL" clId="{D74FDB2A-C6F9-423C-9DA7-5C8A44CC196C}" dt="2026-09-14T15:44:11.428" v="63"/>
          <ac:spMkLst>
            <pc:docMk/>
            <pc:sldMk cId="0" sldId="273"/>
            <ac:spMk id="17" creationId="{A0A300F2-1DD9-F160-0290-6A838628B7A8}"/>
          </ac:spMkLst>
        </pc:spChg>
        <pc:spChg chg="mod">
          <ac:chgData name="Phan, Tiffany M Maj USAF USAFA AW/ESCS" userId="a0ed988f-3bd3-448a-ab68-f6eca8eadb00" providerId="ADAL" clId="{D74FDB2A-C6F9-423C-9DA7-5C8A44CC196C}" dt="2026-09-14T15:44:16.363" v="64"/>
          <ac:spMkLst>
            <pc:docMk/>
            <pc:sldMk cId="0" sldId="273"/>
            <ac:spMk id="19" creationId="{6B185913-7962-B751-255F-75C8E3A4079A}"/>
          </ac:spMkLst>
        </pc:spChg>
      </pc:sldChg>
      <pc:sldChg chg="modSp">
        <pc:chgData name="Phan, Tiffany M Maj USAF USAFA AW/ESCS" userId="a0ed988f-3bd3-448a-ab68-f6eca8eadb00" providerId="ADAL" clId="{D74FDB2A-C6F9-423C-9DA7-5C8A44CC196C}" dt="2026-09-14T15:45:16.187" v="66"/>
        <pc:sldMkLst>
          <pc:docMk/>
          <pc:sldMk cId="0" sldId="274"/>
        </pc:sldMkLst>
        <pc:spChg chg="mod">
          <ac:chgData name="Phan, Tiffany M Maj USAF USAFA AW/ESCS" userId="a0ed988f-3bd3-448a-ab68-f6eca8eadb00" providerId="ADAL" clId="{D74FDB2A-C6F9-423C-9DA7-5C8A44CC196C}" dt="2026-09-14T15:45:10.452" v="65"/>
          <ac:spMkLst>
            <pc:docMk/>
            <pc:sldMk cId="0" sldId="274"/>
            <ac:spMk id="63" creationId="{A5AC3867-8CAA-6F4A-A4C9-6F561D965A35}"/>
          </ac:spMkLst>
        </pc:spChg>
        <pc:spChg chg="mod">
          <ac:chgData name="Phan, Tiffany M Maj USAF USAFA AW/ESCS" userId="a0ed988f-3bd3-448a-ab68-f6eca8eadb00" providerId="ADAL" clId="{D74FDB2A-C6F9-423C-9DA7-5C8A44CC196C}" dt="2026-09-14T15:45:16.187" v="66"/>
          <ac:spMkLst>
            <pc:docMk/>
            <pc:sldMk cId="0" sldId="274"/>
            <ac:spMk id="65" creationId="{7F65EAB9-98DA-D9C9-8A9A-3A4A6E5DF84B}"/>
          </ac:spMkLst>
        </pc:spChg>
      </pc:sldChg>
      <pc:sldChg chg="modSp">
        <pc:chgData name="Phan, Tiffany M Maj USAF USAFA AW/ESCS" userId="a0ed988f-3bd3-448a-ab68-f6eca8eadb00" providerId="ADAL" clId="{D74FDB2A-C6F9-423C-9DA7-5C8A44CC196C}" dt="2026-09-14T15:48:53.792" v="70"/>
        <pc:sldMkLst>
          <pc:docMk/>
          <pc:sldMk cId="0" sldId="275"/>
        </pc:sldMkLst>
        <pc:spChg chg="mod">
          <ac:chgData name="Phan, Tiffany M Maj USAF USAFA AW/ESCS" userId="a0ed988f-3bd3-448a-ab68-f6eca8eadb00" providerId="ADAL" clId="{D74FDB2A-C6F9-423C-9DA7-5C8A44CC196C}" dt="2026-09-14T15:48:47.217" v="68"/>
          <ac:spMkLst>
            <pc:docMk/>
            <pc:sldMk cId="0" sldId="275"/>
            <ac:spMk id="22" creationId="{DDBD77B7-B1A3-4836-A951-1B9E56EB96F5}"/>
          </ac:spMkLst>
        </pc:spChg>
        <pc:spChg chg="mod">
          <ac:chgData name="Phan, Tiffany M Maj USAF USAFA AW/ESCS" userId="a0ed988f-3bd3-448a-ab68-f6eca8eadb00" providerId="ADAL" clId="{D74FDB2A-C6F9-423C-9DA7-5C8A44CC196C}" dt="2026-09-14T15:48:53.792" v="70"/>
          <ac:spMkLst>
            <pc:docMk/>
            <pc:sldMk cId="0" sldId="275"/>
            <ac:spMk id="24" creationId="{AE1E04FD-AE89-BA89-3A76-3B8D5D01AC86}"/>
          </ac:spMkLst>
        </pc:spChg>
      </pc:sldChg>
      <pc:sldChg chg="modSp">
        <pc:chgData name="Phan, Tiffany M Maj USAF USAFA AW/ESCS" userId="a0ed988f-3bd3-448a-ab68-f6eca8eadb00" providerId="ADAL" clId="{D74FDB2A-C6F9-423C-9DA7-5C8A44CC196C}" dt="2026-09-14T15:51:25.057" v="100" actId="113"/>
        <pc:sldMkLst>
          <pc:docMk/>
          <pc:sldMk cId="0" sldId="276"/>
        </pc:sldMkLst>
        <pc:spChg chg="mod">
          <ac:chgData name="Phan, Tiffany M Maj USAF USAFA AW/ESCS" userId="a0ed988f-3bd3-448a-ab68-f6eca8eadb00" providerId="ADAL" clId="{D74FDB2A-C6F9-423C-9DA7-5C8A44CC196C}" dt="2026-09-14T15:51:25.057" v="100" actId="113"/>
          <ac:spMkLst>
            <pc:docMk/>
            <pc:sldMk cId="0" sldId="276"/>
            <ac:spMk id="17" creationId="{00000000-0000-0000-0000-000000000000}"/>
          </ac:spMkLst>
        </pc:spChg>
        <pc:spChg chg="mod">
          <ac:chgData name="Phan, Tiffany M Maj USAF USAFA AW/ESCS" userId="a0ed988f-3bd3-448a-ab68-f6eca8eadb00" providerId="ADAL" clId="{D74FDB2A-C6F9-423C-9DA7-5C8A44CC196C}" dt="2026-09-14T15:49:37.987" v="71"/>
          <ac:spMkLst>
            <pc:docMk/>
            <pc:sldMk cId="0" sldId="276"/>
            <ac:spMk id="20" creationId="{0972F133-4A72-5A04-0998-391D01C3FF3D}"/>
          </ac:spMkLst>
        </pc:spChg>
        <pc:spChg chg="mod">
          <ac:chgData name="Phan, Tiffany M Maj USAF USAFA AW/ESCS" userId="a0ed988f-3bd3-448a-ab68-f6eca8eadb00" providerId="ADAL" clId="{D74FDB2A-C6F9-423C-9DA7-5C8A44CC196C}" dt="2026-09-14T15:49:41.743" v="72"/>
          <ac:spMkLst>
            <pc:docMk/>
            <pc:sldMk cId="0" sldId="276"/>
            <ac:spMk id="22" creationId="{D89B765A-D576-C6F6-B57A-73DADEBDD7EE}"/>
          </ac:spMkLst>
        </pc:spChg>
      </pc:sldChg>
      <pc:sldChg chg="modSp">
        <pc:chgData name="Phan, Tiffany M Maj USAF USAFA AW/ESCS" userId="a0ed988f-3bd3-448a-ab68-f6eca8eadb00" providerId="ADAL" clId="{D74FDB2A-C6F9-423C-9DA7-5C8A44CC196C}" dt="2026-09-14T15:51:46.971" v="102"/>
        <pc:sldMkLst>
          <pc:docMk/>
          <pc:sldMk cId="0" sldId="277"/>
        </pc:sldMkLst>
        <pc:spChg chg="mod">
          <ac:chgData name="Phan, Tiffany M Maj USAF USAFA AW/ESCS" userId="a0ed988f-3bd3-448a-ab68-f6eca8eadb00" providerId="ADAL" clId="{D74FDB2A-C6F9-423C-9DA7-5C8A44CC196C}" dt="2026-09-14T15:51:42.384" v="101"/>
          <ac:spMkLst>
            <pc:docMk/>
            <pc:sldMk cId="0" sldId="277"/>
            <ac:spMk id="20" creationId="{2AA999BA-CE0E-F44B-8E88-35C12B21997D}"/>
          </ac:spMkLst>
        </pc:spChg>
        <pc:spChg chg="mod">
          <ac:chgData name="Phan, Tiffany M Maj USAF USAFA AW/ESCS" userId="a0ed988f-3bd3-448a-ab68-f6eca8eadb00" providerId="ADAL" clId="{D74FDB2A-C6F9-423C-9DA7-5C8A44CC196C}" dt="2026-09-14T15:51:46.971" v="102"/>
          <ac:spMkLst>
            <pc:docMk/>
            <pc:sldMk cId="0" sldId="277"/>
            <ac:spMk id="22" creationId="{C31D594D-F18D-DC0B-B7BF-21E3D1BCC648}"/>
          </ac:spMkLst>
        </pc:spChg>
      </pc:sldChg>
      <pc:sldChg chg="modSp">
        <pc:chgData name="Phan, Tiffany M Maj USAF USAFA AW/ESCS" userId="a0ed988f-3bd3-448a-ab68-f6eca8eadb00" providerId="ADAL" clId="{D74FDB2A-C6F9-423C-9DA7-5C8A44CC196C}" dt="2026-09-14T15:52:58.853" v="104"/>
        <pc:sldMkLst>
          <pc:docMk/>
          <pc:sldMk cId="0" sldId="278"/>
        </pc:sldMkLst>
        <pc:spChg chg="mod">
          <ac:chgData name="Phan, Tiffany M Maj USAF USAFA AW/ESCS" userId="a0ed988f-3bd3-448a-ab68-f6eca8eadb00" providerId="ADAL" clId="{D74FDB2A-C6F9-423C-9DA7-5C8A44CC196C}" dt="2026-09-14T15:52:50.940" v="103"/>
          <ac:spMkLst>
            <pc:docMk/>
            <pc:sldMk cId="0" sldId="278"/>
            <ac:spMk id="29" creationId="{67BD91EC-E723-E8ED-01E5-6E503B5FDD06}"/>
          </ac:spMkLst>
        </pc:spChg>
        <pc:spChg chg="mod">
          <ac:chgData name="Phan, Tiffany M Maj USAF USAFA AW/ESCS" userId="a0ed988f-3bd3-448a-ab68-f6eca8eadb00" providerId="ADAL" clId="{D74FDB2A-C6F9-423C-9DA7-5C8A44CC196C}" dt="2026-09-14T15:52:58.853" v="104"/>
          <ac:spMkLst>
            <pc:docMk/>
            <pc:sldMk cId="0" sldId="278"/>
            <ac:spMk id="31" creationId="{7009141C-1813-7F38-A20B-28D488DD5BE8}"/>
          </ac:spMkLst>
        </pc:spChg>
      </pc:sldChg>
      <pc:sldChg chg="modSp">
        <pc:chgData name="Phan, Tiffany M Maj USAF USAFA AW/ESCS" userId="a0ed988f-3bd3-448a-ab68-f6eca8eadb00" providerId="ADAL" clId="{D74FDB2A-C6F9-423C-9DA7-5C8A44CC196C}" dt="2026-09-14T15:54:53.187" v="106"/>
        <pc:sldMkLst>
          <pc:docMk/>
          <pc:sldMk cId="0" sldId="279"/>
        </pc:sldMkLst>
        <pc:spChg chg="mod">
          <ac:chgData name="Phan, Tiffany M Maj USAF USAFA AW/ESCS" userId="a0ed988f-3bd3-448a-ab68-f6eca8eadb00" providerId="ADAL" clId="{D74FDB2A-C6F9-423C-9DA7-5C8A44CC196C}" dt="2026-09-14T15:54:45.693" v="105"/>
          <ac:spMkLst>
            <pc:docMk/>
            <pc:sldMk cId="0" sldId="279"/>
            <ac:spMk id="20" creationId="{FE77490B-09A1-054F-13AE-23795677B44F}"/>
          </ac:spMkLst>
        </pc:spChg>
        <pc:spChg chg="mod">
          <ac:chgData name="Phan, Tiffany M Maj USAF USAFA AW/ESCS" userId="a0ed988f-3bd3-448a-ab68-f6eca8eadb00" providerId="ADAL" clId="{D74FDB2A-C6F9-423C-9DA7-5C8A44CC196C}" dt="2026-09-14T15:54:53.187" v="106"/>
          <ac:spMkLst>
            <pc:docMk/>
            <pc:sldMk cId="0" sldId="279"/>
            <ac:spMk id="22" creationId="{0B035594-018B-A69F-ACA1-CA65CB1F8C4E}"/>
          </ac:spMkLst>
        </pc:spChg>
      </pc:sldChg>
      <pc:sldChg chg="addSp delSp modSp">
        <pc:chgData name="Phan, Tiffany M Maj USAF USAFA AW/ESCS" userId="a0ed988f-3bd3-448a-ab68-f6eca8eadb00" providerId="ADAL" clId="{D74FDB2A-C6F9-423C-9DA7-5C8A44CC196C}" dt="2026-09-14T16:00:38.979" v="110"/>
        <pc:sldMkLst>
          <pc:docMk/>
          <pc:sldMk cId="0" sldId="280"/>
        </pc:sldMkLst>
        <pc:spChg chg="mod">
          <ac:chgData name="Phan, Tiffany M Maj USAF USAFA AW/ESCS" userId="a0ed988f-3bd3-448a-ab68-f6eca8eadb00" providerId="ADAL" clId="{D74FDB2A-C6F9-423C-9DA7-5C8A44CC196C}" dt="2026-09-14T15:58:31.948" v="107"/>
          <ac:spMkLst>
            <pc:docMk/>
            <pc:sldMk cId="0" sldId="280"/>
            <ac:spMk id="44" creationId="{A2305E57-C48B-7CCC-44DC-BC185E4D670D}"/>
          </ac:spMkLst>
        </pc:spChg>
        <pc:spChg chg="mod">
          <ac:chgData name="Phan, Tiffany M Maj USAF USAFA AW/ESCS" userId="a0ed988f-3bd3-448a-ab68-f6eca8eadb00" providerId="ADAL" clId="{D74FDB2A-C6F9-423C-9DA7-5C8A44CC196C}" dt="2026-09-14T15:58:38.646" v="108"/>
          <ac:spMkLst>
            <pc:docMk/>
            <pc:sldMk cId="0" sldId="280"/>
            <ac:spMk id="46" creationId="{D1280DEF-343C-9450-9CD0-4246E3518A94}"/>
          </ac:spMkLst>
        </pc:spChg>
        <pc:spChg chg="add del mod">
          <ac:chgData name="Phan, Tiffany M Maj USAF USAFA AW/ESCS" userId="a0ed988f-3bd3-448a-ab68-f6eca8eadb00" providerId="ADAL" clId="{D74FDB2A-C6F9-423C-9DA7-5C8A44CC196C}" dt="2026-09-14T16:00:38.979" v="110"/>
          <ac:spMkLst>
            <pc:docMk/>
            <pc:sldMk cId="0" sldId="280"/>
            <ac:spMk id="111" creationId="{F5D5881F-D03A-5025-4573-99FBCCB1329E}"/>
          </ac:spMkLst>
        </pc:spChg>
      </pc:sldChg>
      <pc:sldChg chg="modSp">
        <pc:chgData name="Phan, Tiffany M Maj USAF USAFA AW/ESCS" userId="a0ed988f-3bd3-448a-ab68-f6eca8eadb00" providerId="ADAL" clId="{D74FDB2A-C6F9-423C-9DA7-5C8A44CC196C}" dt="2026-09-14T16:01:57.780" v="112"/>
        <pc:sldMkLst>
          <pc:docMk/>
          <pc:sldMk cId="0" sldId="281"/>
        </pc:sldMkLst>
        <pc:spChg chg="mod">
          <ac:chgData name="Phan, Tiffany M Maj USAF USAFA AW/ESCS" userId="a0ed988f-3bd3-448a-ab68-f6eca8eadb00" providerId="ADAL" clId="{D74FDB2A-C6F9-423C-9DA7-5C8A44CC196C}" dt="2026-09-14T16:01:52.613" v="111"/>
          <ac:spMkLst>
            <pc:docMk/>
            <pc:sldMk cId="0" sldId="281"/>
            <ac:spMk id="49" creationId="{7BDA7DB0-1B23-333F-1945-CD5A75EB1E2A}"/>
          </ac:spMkLst>
        </pc:spChg>
        <pc:spChg chg="mod">
          <ac:chgData name="Phan, Tiffany M Maj USAF USAFA AW/ESCS" userId="a0ed988f-3bd3-448a-ab68-f6eca8eadb00" providerId="ADAL" clId="{D74FDB2A-C6F9-423C-9DA7-5C8A44CC196C}" dt="2026-09-14T16:01:57.780" v="112"/>
          <ac:spMkLst>
            <pc:docMk/>
            <pc:sldMk cId="0" sldId="281"/>
            <ac:spMk id="51" creationId="{DE32F24A-4F77-DD2F-40E1-D9FB7ECF6966}"/>
          </ac:spMkLst>
        </pc:spChg>
      </pc:sldChg>
      <pc:sldChg chg="addSp modSp">
        <pc:chgData name="Phan, Tiffany M Maj USAF USAFA AW/ESCS" userId="a0ed988f-3bd3-448a-ab68-f6eca8eadb00" providerId="ADAL" clId="{D74FDB2A-C6F9-423C-9DA7-5C8A44CC196C}" dt="2026-09-14T16:03:24.005" v="115"/>
        <pc:sldMkLst>
          <pc:docMk/>
          <pc:sldMk cId="0" sldId="282"/>
        </pc:sldMkLst>
        <pc:spChg chg="mod">
          <ac:chgData name="Phan, Tiffany M Maj USAF USAFA AW/ESCS" userId="a0ed988f-3bd3-448a-ab68-f6eca8eadb00" providerId="ADAL" clId="{D74FDB2A-C6F9-423C-9DA7-5C8A44CC196C}" dt="2026-09-14T16:02:54.194" v="113"/>
          <ac:spMkLst>
            <pc:docMk/>
            <pc:sldMk cId="0" sldId="282"/>
            <ac:spMk id="18" creationId="{AB0393B9-10CF-8704-200D-52E61EA9054D}"/>
          </ac:spMkLst>
        </pc:spChg>
        <pc:spChg chg="mod">
          <ac:chgData name="Phan, Tiffany M Maj USAF USAFA AW/ESCS" userId="a0ed988f-3bd3-448a-ab68-f6eca8eadb00" providerId="ADAL" clId="{D74FDB2A-C6F9-423C-9DA7-5C8A44CC196C}" dt="2026-09-14T16:02:58.271" v="114"/>
          <ac:spMkLst>
            <pc:docMk/>
            <pc:sldMk cId="0" sldId="282"/>
            <ac:spMk id="20" creationId="{CB3706A0-3BB5-9D19-47EE-56BAF02C77F2}"/>
          </ac:spMkLst>
        </pc:spChg>
        <pc:spChg chg="add mod">
          <ac:chgData name="Phan, Tiffany M Maj USAF USAFA AW/ESCS" userId="a0ed988f-3bd3-448a-ab68-f6eca8eadb00" providerId="ADAL" clId="{D74FDB2A-C6F9-423C-9DA7-5C8A44CC196C}" dt="2026-09-14T16:03:24.005" v="115"/>
          <ac:spMkLst>
            <pc:docMk/>
            <pc:sldMk cId="0" sldId="282"/>
            <ac:spMk id="21" creationId="{32F00D75-9155-2C95-6B8D-F075E1ECC89D}"/>
          </ac:spMkLst>
        </pc:spChg>
      </pc:sldChg>
      <pc:sldChg chg="modSp">
        <pc:chgData name="Phan, Tiffany M Maj USAF USAFA AW/ESCS" userId="a0ed988f-3bd3-448a-ab68-f6eca8eadb00" providerId="ADAL" clId="{D74FDB2A-C6F9-423C-9DA7-5C8A44CC196C}" dt="2026-09-14T16:04:08.883" v="117"/>
        <pc:sldMkLst>
          <pc:docMk/>
          <pc:sldMk cId="0" sldId="283"/>
        </pc:sldMkLst>
        <pc:spChg chg="mod">
          <ac:chgData name="Phan, Tiffany M Maj USAF USAFA AW/ESCS" userId="a0ed988f-3bd3-448a-ab68-f6eca8eadb00" providerId="ADAL" clId="{D74FDB2A-C6F9-423C-9DA7-5C8A44CC196C}" dt="2026-09-14T16:04:04.028" v="116"/>
          <ac:spMkLst>
            <pc:docMk/>
            <pc:sldMk cId="0" sldId="283"/>
            <ac:spMk id="33" creationId="{7ACB6B69-C70B-ACA4-06DB-840DC94B508F}"/>
          </ac:spMkLst>
        </pc:spChg>
        <pc:spChg chg="mod">
          <ac:chgData name="Phan, Tiffany M Maj USAF USAFA AW/ESCS" userId="a0ed988f-3bd3-448a-ab68-f6eca8eadb00" providerId="ADAL" clId="{D74FDB2A-C6F9-423C-9DA7-5C8A44CC196C}" dt="2026-09-14T16:04:08.883" v="117"/>
          <ac:spMkLst>
            <pc:docMk/>
            <pc:sldMk cId="0" sldId="283"/>
            <ac:spMk id="35" creationId="{673BD86F-D9AB-A2E5-8864-12ACF85F6A9D}"/>
          </ac:spMkLst>
        </pc:spChg>
      </pc:sldChg>
      <pc:sldChg chg="modSp">
        <pc:chgData name="Phan, Tiffany M Maj USAF USAFA AW/ESCS" userId="a0ed988f-3bd3-448a-ab68-f6eca8eadb00" providerId="ADAL" clId="{D74FDB2A-C6F9-423C-9DA7-5C8A44CC196C}" dt="2026-09-14T16:04:30.012" v="119"/>
        <pc:sldMkLst>
          <pc:docMk/>
          <pc:sldMk cId="0" sldId="284"/>
        </pc:sldMkLst>
        <pc:spChg chg="mod">
          <ac:chgData name="Phan, Tiffany M Maj USAF USAFA AW/ESCS" userId="a0ed988f-3bd3-448a-ab68-f6eca8eadb00" providerId="ADAL" clId="{D74FDB2A-C6F9-423C-9DA7-5C8A44CC196C}" dt="2026-09-14T16:04:24.730" v="118"/>
          <ac:spMkLst>
            <pc:docMk/>
            <pc:sldMk cId="0" sldId="284"/>
            <ac:spMk id="10" creationId="{256C3CEC-47C6-3F00-5342-04DD3A632B45}"/>
          </ac:spMkLst>
        </pc:spChg>
        <pc:spChg chg="mod">
          <ac:chgData name="Phan, Tiffany M Maj USAF USAFA AW/ESCS" userId="a0ed988f-3bd3-448a-ab68-f6eca8eadb00" providerId="ADAL" clId="{D74FDB2A-C6F9-423C-9DA7-5C8A44CC196C}" dt="2026-09-14T16:04:30.012" v="119"/>
          <ac:spMkLst>
            <pc:docMk/>
            <pc:sldMk cId="0" sldId="284"/>
            <ac:spMk id="12" creationId="{F0E1A39C-5DCC-68A1-202E-7D43BC92237E}"/>
          </ac:spMkLst>
        </pc:spChg>
      </pc:sldChg>
      <pc:sldChg chg="modSp">
        <pc:chgData name="Phan, Tiffany M Maj USAF USAFA AW/ESCS" userId="a0ed988f-3bd3-448a-ab68-f6eca8eadb00" providerId="ADAL" clId="{D74FDB2A-C6F9-423C-9DA7-5C8A44CC196C}" dt="2026-09-14T16:05:10.657" v="122"/>
        <pc:sldMkLst>
          <pc:docMk/>
          <pc:sldMk cId="0" sldId="285"/>
        </pc:sldMkLst>
        <pc:spChg chg="mod">
          <ac:chgData name="Phan, Tiffany M Maj USAF USAFA AW/ESCS" userId="a0ed988f-3bd3-448a-ab68-f6eca8eadb00" providerId="ADAL" clId="{D74FDB2A-C6F9-423C-9DA7-5C8A44CC196C}" dt="2026-09-14T16:05:04.567" v="121"/>
          <ac:spMkLst>
            <pc:docMk/>
            <pc:sldMk cId="0" sldId="285"/>
            <ac:spMk id="10" creationId="{BF7F1154-7496-BA2D-E364-015277EB3774}"/>
          </ac:spMkLst>
        </pc:spChg>
        <pc:spChg chg="mod">
          <ac:chgData name="Phan, Tiffany M Maj USAF USAFA AW/ESCS" userId="a0ed988f-3bd3-448a-ab68-f6eca8eadb00" providerId="ADAL" clId="{D74FDB2A-C6F9-423C-9DA7-5C8A44CC196C}" dt="2026-09-14T16:05:10.657" v="122"/>
          <ac:spMkLst>
            <pc:docMk/>
            <pc:sldMk cId="0" sldId="285"/>
            <ac:spMk id="12" creationId="{B4CBE8D5-CBCF-DCAA-0DF4-F71BA1375453}"/>
          </ac:spMkLst>
        </pc:spChg>
      </pc:sldChg>
      <pc:sldChg chg="modSp">
        <pc:chgData name="Phan, Tiffany M Maj USAF USAFA AW/ESCS" userId="a0ed988f-3bd3-448a-ab68-f6eca8eadb00" providerId="ADAL" clId="{D74FDB2A-C6F9-423C-9DA7-5C8A44CC196C}" dt="2026-09-14T16:05:44.311" v="125"/>
        <pc:sldMkLst>
          <pc:docMk/>
          <pc:sldMk cId="0" sldId="286"/>
        </pc:sldMkLst>
        <pc:spChg chg="mod">
          <ac:chgData name="Phan, Tiffany M Maj USAF USAFA AW/ESCS" userId="a0ed988f-3bd3-448a-ab68-f6eca8eadb00" providerId="ADAL" clId="{D74FDB2A-C6F9-423C-9DA7-5C8A44CC196C}" dt="2026-09-14T16:05:36.259" v="123"/>
          <ac:spMkLst>
            <pc:docMk/>
            <pc:sldMk cId="0" sldId="286"/>
            <ac:spMk id="10" creationId="{24D99132-3BC3-45B9-3E7E-8EA306E37170}"/>
          </ac:spMkLst>
        </pc:spChg>
        <pc:spChg chg="mod">
          <ac:chgData name="Phan, Tiffany M Maj USAF USAFA AW/ESCS" userId="a0ed988f-3bd3-448a-ab68-f6eca8eadb00" providerId="ADAL" clId="{D74FDB2A-C6F9-423C-9DA7-5C8A44CC196C}" dt="2026-09-14T16:05:44.311" v="125"/>
          <ac:spMkLst>
            <pc:docMk/>
            <pc:sldMk cId="0" sldId="286"/>
            <ac:spMk id="12" creationId="{92AA5302-6867-D239-94AD-7839E6A85A6C}"/>
          </ac:spMkLst>
        </pc:spChg>
      </pc:sldChg>
      <pc:sldChg chg="modSp">
        <pc:chgData name="Phan, Tiffany M Maj USAF USAFA AW/ESCS" userId="a0ed988f-3bd3-448a-ab68-f6eca8eadb00" providerId="ADAL" clId="{D74FDB2A-C6F9-423C-9DA7-5C8A44CC196C}" dt="2026-09-14T16:06:22.595" v="127"/>
        <pc:sldMkLst>
          <pc:docMk/>
          <pc:sldMk cId="0" sldId="287"/>
        </pc:sldMkLst>
        <pc:spChg chg="mod">
          <ac:chgData name="Phan, Tiffany M Maj USAF USAFA AW/ESCS" userId="a0ed988f-3bd3-448a-ab68-f6eca8eadb00" providerId="ADAL" clId="{D74FDB2A-C6F9-423C-9DA7-5C8A44CC196C}" dt="2026-09-14T16:06:14.969" v="126"/>
          <ac:spMkLst>
            <pc:docMk/>
            <pc:sldMk cId="0" sldId="287"/>
            <ac:spMk id="14" creationId="{24DEC932-AE8C-B8C8-70E2-B0F97A2A2FEF}"/>
          </ac:spMkLst>
        </pc:spChg>
        <pc:spChg chg="mod">
          <ac:chgData name="Phan, Tiffany M Maj USAF USAFA AW/ESCS" userId="a0ed988f-3bd3-448a-ab68-f6eca8eadb00" providerId="ADAL" clId="{D74FDB2A-C6F9-423C-9DA7-5C8A44CC196C}" dt="2026-09-14T16:06:22.595" v="127"/>
          <ac:spMkLst>
            <pc:docMk/>
            <pc:sldMk cId="0" sldId="287"/>
            <ac:spMk id="16" creationId="{F0AA1A9D-283C-34D6-5A66-761639EC1E60}"/>
          </ac:spMkLst>
        </pc:spChg>
      </pc:sldChg>
      <pc:sldChg chg="modSp">
        <pc:chgData name="Phan, Tiffany M Maj USAF USAFA AW/ESCS" userId="a0ed988f-3bd3-448a-ab68-f6eca8eadb00" providerId="ADAL" clId="{D74FDB2A-C6F9-423C-9DA7-5C8A44CC196C}" dt="2026-09-14T16:07:05.354" v="129"/>
        <pc:sldMkLst>
          <pc:docMk/>
          <pc:sldMk cId="0" sldId="288"/>
        </pc:sldMkLst>
        <pc:spChg chg="mod">
          <ac:chgData name="Phan, Tiffany M Maj USAF USAFA AW/ESCS" userId="a0ed988f-3bd3-448a-ab68-f6eca8eadb00" providerId="ADAL" clId="{D74FDB2A-C6F9-423C-9DA7-5C8A44CC196C}" dt="2026-09-14T16:06:58.823" v="128"/>
          <ac:spMkLst>
            <pc:docMk/>
            <pc:sldMk cId="0" sldId="288"/>
            <ac:spMk id="29" creationId="{4D5AD1F2-89F0-A8CC-8105-F3DFE5C81781}"/>
          </ac:spMkLst>
        </pc:spChg>
        <pc:spChg chg="mod">
          <ac:chgData name="Phan, Tiffany M Maj USAF USAFA AW/ESCS" userId="a0ed988f-3bd3-448a-ab68-f6eca8eadb00" providerId="ADAL" clId="{D74FDB2A-C6F9-423C-9DA7-5C8A44CC196C}" dt="2026-09-14T16:07:05.354" v="129"/>
          <ac:spMkLst>
            <pc:docMk/>
            <pc:sldMk cId="0" sldId="288"/>
            <ac:spMk id="31" creationId="{BBE5E66F-B41F-0BF4-D3E5-04334060E44B}"/>
          </ac:spMkLst>
        </pc:spChg>
      </pc:sldChg>
      <pc:sldChg chg="modSp modAnim">
        <pc:chgData name="Phan, Tiffany M Maj USAF USAFA AW/ESCS" userId="a0ed988f-3bd3-448a-ab68-f6eca8eadb00" providerId="ADAL" clId="{D74FDB2A-C6F9-423C-9DA7-5C8A44CC196C}" dt="2026-09-14T16:08:10.506" v="132"/>
        <pc:sldMkLst>
          <pc:docMk/>
          <pc:sldMk cId="0" sldId="289"/>
        </pc:sldMkLst>
        <pc:spChg chg="mod">
          <ac:chgData name="Phan, Tiffany M Maj USAF USAFA AW/ESCS" userId="a0ed988f-3bd3-448a-ab68-f6eca8eadb00" providerId="ADAL" clId="{D74FDB2A-C6F9-423C-9DA7-5C8A44CC196C}" dt="2026-09-14T16:07:38.890" v="130"/>
          <ac:spMkLst>
            <pc:docMk/>
            <pc:sldMk cId="0" sldId="289"/>
            <ac:spMk id="12" creationId="{7A2166E0-A229-29A4-FB8A-30E53A80F014}"/>
          </ac:spMkLst>
        </pc:spChg>
        <pc:spChg chg="mod">
          <ac:chgData name="Phan, Tiffany M Maj USAF USAFA AW/ESCS" userId="a0ed988f-3bd3-448a-ab68-f6eca8eadb00" providerId="ADAL" clId="{D74FDB2A-C6F9-423C-9DA7-5C8A44CC196C}" dt="2026-09-14T16:07:43.467" v="131"/>
          <ac:spMkLst>
            <pc:docMk/>
            <pc:sldMk cId="0" sldId="289"/>
            <ac:spMk id="14" creationId="{3D1A8A07-643C-7C5C-27EA-4DA9324288AB}"/>
          </ac:spMkLst>
        </pc:spChg>
      </pc:sldChg>
      <pc:sldChg chg="modSp modAnim">
        <pc:chgData name="Phan, Tiffany M Maj USAF USAFA AW/ESCS" userId="a0ed988f-3bd3-448a-ab68-f6eca8eadb00" providerId="ADAL" clId="{D74FDB2A-C6F9-423C-9DA7-5C8A44CC196C}" dt="2026-09-14T16:09:15.105" v="142" actId="122"/>
        <pc:sldMkLst>
          <pc:docMk/>
          <pc:sldMk cId="0" sldId="290"/>
        </pc:sldMkLst>
        <pc:spChg chg="mod">
          <ac:chgData name="Phan, Tiffany M Maj USAF USAFA AW/ESCS" userId="a0ed988f-3bd3-448a-ab68-f6eca8eadb00" providerId="ADAL" clId="{D74FDB2A-C6F9-423C-9DA7-5C8A44CC196C}" dt="2026-09-14T16:09:15.105" v="142" actId="122"/>
          <ac:spMkLst>
            <pc:docMk/>
            <pc:sldMk cId="0" sldId="290"/>
            <ac:spMk id="7" creationId="{00000000-0000-0000-0000-000000000000}"/>
          </ac:spMkLst>
        </pc:spChg>
        <pc:spChg chg="mod">
          <ac:chgData name="Phan, Tiffany M Maj USAF USAFA AW/ESCS" userId="a0ed988f-3bd3-448a-ab68-f6eca8eadb00" providerId="ADAL" clId="{D74FDB2A-C6F9-423C-9DA7-5C8A44CC196C}" dt="2026-09-14T16:09:15.105" v="142" actId="122"/>
          <ac:spMkLst>
            <pc:docMk/>
            <pc:sldMk cId="0" sldId="290"/>
            <ac:spMk id="9" creationId="{00000000-0000-0000-0000-000000000000}"/>
          </ac:spMkLst>
        </pc:spChg>
        <pc:spChg chg="mod">
          <ac:chgData name="Phan, Tiffany M Maj USAF USAFA AW/ESCS" userId="a0ed988f-3bd3-448a-ab68-f6eca8eadb00" providerId="ADAL" clId="{D74FDB2A-C6F9-423C-9DA7-5C8A44CC196C}" dt="2026-09-14T16:09:15.105" v="142" actId="122"/>
          <ac:spMkLst>
            <pc:docMk/>
            <pc:sldMk cId="0" sldId="290"/>
            <ac:spMk id="11" creationId="{00000000-0000-0000-0000-000000000000}"/>
          </ac:spMkLst>
        </pc:spChg>
        <pc:spChg chg="mod">
          <ac:chgData name="Phan, Tiffany M Maj USAF USAFA AW/ESCS" userId="a0ed988f-3bd3-448a-ab68-f6eca8eadb00" providerId="ADAL" clId="{D74FDB2A-C6F9-423C-9DA7-5C8A44CC196C}" dt="2026-09-14T16:09:15.105" v="142" actId="122"/>
          <ac:spMkLst>
            <pc:docMk/>
            <pc:sldMk cId="0" sldId="290"/>
            <ac:spMk id="13" creationId="{00000000-0000-0000-0000-000000000000}"/>
          </ac:spMkLst>
        </pc:spChg>
        <pc:spChg chg="mod">
          <ac:chgData name="Phan, Tiffany M Maj USAF USAFA AW/ESCS" userId="a0ed988f-3bd3-448a-ab68-f6eca8eadb00" providerId="ADAL" clId="{D74FDB2A-C6F9-423C-9DA7-5C8A44CC196C}" dt="2026-09-14T16:09:15.105" v="142" actId="122"/>
          <ac:spMkLst>
            <pc:docMk/>
            <pc:sldMk cId="0" sldId="290"/>
            <ac:spMk id="15" creationId="{00000000-0000-0000-0000-000000000000}"/>
          </ac:spMkLst>
        </pc:spChg>
        <pc:spChg chg="mod">
          <ac:chgData name="Phan, Tiffany M Maj USAF USAFA AW/ESCS" userId="a0ed988f-3bd3-448a-ab68-f6eca8eadb00" providerId="ADAL" clId="{D74FDB2A-C6F9-423C-9DA7-5C8A44CC196C}" dt="2026-09-14T16:08:17.744" v="133"/>
          <ac:spMkLst>
            <pc:docMk/>
            <pc:sldMk cId="0" sldId="290"/>
            <ac:spMk id="18" creationId="{96C23A2C-D69D-6AA5-8C35-04F6176228AA}"/>
          </ac:spMkLst>
        </pc:spChg>
        <pc:spChg chg="mod">
          <ac:chgData name="Phan, Tiffany M Maj USAF USAFA AW/ESCS" userId="a0ed988f-3bd3-448a-ab68-f6eca8eadb00" providerId="ADAL" clId="{D74FDB2A-C6F9-423C-9DA7-5C8A44CC196C}" dt="2026-09-14T16:08:22.064" v="134"/>
          <ac:spMkLst>
            <pc:docMk/>
            <pc:sldMk cId="0" sldId="290"/>
            <ac:spMk id="20" creationId="{293AC522-8FAB-EC54-F6C2-48729150A839}"/>
          </ac:spMkLst>
        </pc:spChg>
      </pc:sldChg>
      <pc:sldChg chg="modSp">
        <pc:chgData name="Phan, Tiffany M Maj USAF USAFA AW/ESCS" userId="a0ed988f-3bd3-448a-ab68-f6eca8eadb00" providerId="ADAL" clId="{D74FDB2A-C6F9-423C-9DA7-5C8A44CC196C}" dt="2026-09-14T16:09:28.107" v="144"/>
        <pc:sldMkLst>
          <pc:docMk/>
          <pc:sldMk cId="0" sldId="291"/>
        </pc:sldMkLst>
        <pc:spChg chg="mod">
          <ac:chgData name="Phan, Tiffany M Maj USAF USAFA AW/ESCS" userId="a0ed988f-3bd3-448a-ab68-f6eca8eadb00" providerId="ADAL" clId="{D74FDB2A-C6F9-423C-9DA7-5C8A44CC196C}" dt="2026-09-14T16:09:22.560" v="143"/>
          <ac:spMkLst>
            <pc:docMk/>
            <pc:sldMk cId="0" sldId="291"/>
            <ac:spMk id="23" creationId="{87B1ED6F-D289-2B3A-31C7-F4E82776239F}"/>
          </ac:spMkLst>
        </pc:spChg>
        <pc:spChg chg="mod">
          <ac:chgData name="Phan, Tiffany M Maj USAF USAFA AW/ESCS" userId="a0ed988f-3bd3-448a-ab68-f6eca8eadb00" providerId="ADAL" clId="{D74FDB2A-C6F9-423C-9DA7-5C8A44CC196C}" dt="2026-09-14T16:09:28.107" v="144"/>
          <ac:spMkLst>
            <pc:docMk/>
            <pc:sldMk cId="0" sldId="291"/>
            <ac:spMk id="25" creationId="{E86331C7-23DA-4F34-FDD4-9F050184B963}"/>
          </ac:spMkLst>
        </pc:spChg>
      </pc:sldChg>
      <pc:sldChg chg="modSp">
        <pc:chgData name="Phan, Tiffany M Maj USAF USAFA AW/ESCS" userId="a0ed988f-3bd3-448a-ab68-f6eca8eadb00" providerId="ADAL" clId="{D74FDB2A-C6F9-423C-9DA7-5C8A44CC196C}" dt="2026-09-14T16:10:48.499" v="146"/>
        <pc:sldMkLst>
          <pc:docMk/>
          <pc:sldMk cId="0" sldId="292"/>
        </pc:sldMkLst>
        <pc:spChg chg="mod">
          <ac:chgData name="Phan, Tiffany M Maj USAF USAFA AW/ESCS" userId="a0ed988f-3bd3-448a-ab68-f6eca8eadb00" providerId="ADAL" clId="{D74FDB2A-C6F9-423C-9DA7-5C8A44CC196C}" dt="2026-09-14T16:10:43.910" v="145"/>
          <ac:spMkLst>
            <pc:docMk/>
            <pc:sldMk cId="0" sldId="292"/>
            <ac:spMk id="13" creationId="{BA249F2A-3C62-9A09-79A9-F1F69A4F1B87}"/>
          </ac:spMkLst>
        </pc:spChg>
        <pc:spChg chg="mod">
          <ac:chgData name="Phan, Tiffany M Maj USAF USAFA AW/ESCS" userId="a0ed988f-3bd3-448a-ab68-f6eca8eadb00" providerId="ADAL" clId="{D74FDB2A-C6F9-423C-9DA7-5C8A44CC196C}" dt="2026-09-14T16:10:48.499" v="146"/>
          <ac:spMkLst>
            <pc:docMk/>
            <pc:sldMk cId="0" sldId="292"/>
            <ac:spMk id="15" creationId="{402E7347-34C9-6008-E872-804251D343E8}"/>
          </ac:spMkLst>
        </pc:spChg>
      </pc:sldChg>
      <pc:sldChg chg="addSp delSp modSp add">
        <pc:chgData name="Phan, Tiffany M Maj USAF USAFA AW/ESCS" userId="a0ed988f-3bd3-448a-ab68-f6eca8eadb00" providerId="ADAL" clId="{D74FDB2A-C6F9-423C-9DA7-5C8A44CC196C}" dt="2026-09-14T15:07:11.441" v="9"/>
        <pc:sldMkLst>
          <pc:docMk/>
          <pc:sldMk cId="0" sldId="293"/>
        </pc:sldMkLst>
        <pc:spChg chg="mod">
          <ac:chgData name="Phan, Tiffany M Maj USAF USAFA AW/ESCS" userId="a0ed988f-3bd3-448a-ab68-f6eca8eadb00" providerId="ADAL" clId="{D74FDB2A-C6F9-423C-9DA7-5C8A44CC196C}" dt="2026-09-14T05:42:37.061" v="1"/>
          <ac:spMkLst>
            <pc:docMk/>
            <pc:sldMk cId="0" sldId="293"/>
            <ac:spMk id="15" creationId="{00000000-0000-0000-0000-000000000000}"/>
          </ac:spMkLst>
        </pc:spChg>
        <pc:spChg chg="add del mod">
          <ac:chgData name="Phan, Tiffany M Maj USAF USAFA AW/ESCS" userId="a0ed988f-3bd3-448a-ab68-f6eca8eadb00" providerId="ADAL" clId="{D74FDB2A-C6F9-423C-9DA7-5C8A44CC196C}" dt="2026-09-14T05:44:07.766" v="3"/>
          <ac:spMkLst>
            <pc:docMk/>
            <pc:sldMk cId="0" sldId="293"/>
            <ac:spMk id="62" creationId="{E8801CE6-A3F9-DD68-1621-81285543D9FB}"/>
          </ac:spMkLst>
        </pc:spChg>
        <pc:spChg chg="add del mod">
          <ac:chgData name="Phan, Tiffany M Maj USAF USAFA AW/ESCS" userId="a0ed988f-3bd3-448a-ab68-f6eca8eadb00" providerId="ADAL" clId="{D74FDB2A-C6F9-423C-9DA7-5C8A44CC196C}" dt="2026-09-14T05:44:25.021" v="5"/>
          <ac:spMkLst>
            <pc:docMk/>
            <pc:sldMk cId="0" sldId="293"/>
            <ac:spMk id="64" creationId="{606B333E-40F2-EF59-551E-A3B6188552C4}"/>
          </ac:spMkLst>
        </pc:spChg>
        <pc:spChg chg="mod">
          <ac:chgData name="Phan, Tiffany M Maj USAF USAFA AW/ESCS" userId="a0ed988f-3bd3-448a-ab68-f6eca8eadb00" providerId="ADAL" clId="{D74FDB2A-C6F9-423C-9DA7-5C8A44CC196C}" dt="2026-09-14T15:07:11.441" v="9"/>
          <ac:spMkLst>
            <pc:docMk/>
            <pc:sldMk cId="0" sldId="293"/>
            <ac:spMk id="83" creationId="{2B6543BC-6D1B-DE77-09E5-14A952EEA159}"/>
          </ac:spMkLst>
        </pc:spChg>
      </pc:sldChg>
      <pc:sldChg chg="add">
        <pc:chgData name="Phan, Tiffany M Maj USAF USAFA AW/ESCS" userId="a0ed988f-3bd3-448a-ab68-f6eca8eadb00" providerId="ADAL" clId="{D74FDB2A-C6F9-423C-9DA7-5C8A44CC196C}" dt="2026-09-14T05:42:16.749" v="0"/>
        <pc:sldMkLst>
          <pc:docMk/>
          <pc:sldMk cId="2129994802" sldId="294"/>
        </pc:sldMkLst>
      </pc:sldChg>
      <pc:sldChg chg="modSp add">
        <pc:chgData name="Phan, Tiffany M Maj USAF USAFA AW/ESCS" userId="a0ed988f-3bd3-448a-ab68-f6eca8eadb00" providerId="ADAL" clId="{D74FDB2A-C6F9-423C-9DA7-5C8A44CC196C}" dt="2026-09-14T15:07:55.022" v="11"/>
        <pc:sldMkLst>
          <pc:docMk/>
          <pc:sldMk cId="0" sldId="295"/>
        </pc:sldMkLst>
        <pc:spChg chg="mod">
          <ac:chgData name="Phan, Tiffany M Maj USAF USAFA AW/ESCS" userId="a0ed988f-3bd3-448a-ab68-f6eca8eadb00" providerId="ADAL" clId="{D74FDB2A-C6F9-423C-9DA7-5C8A44CC196C}" dt="2026-09-14T05:45:46.804" v="6"/>
          <ac:spMkLst>
            <pc:docMk/>
            <pc:sldMk cId="0" sldId="295"/>
            <ac:spMk id="7" creationId="{00000000-0000-0000-0000-000000000000}"/>
          </ac:spMkLst>
        </pc:spChg>
        <pc:spChg chg="mod">
          <ac:chgData name="Phan, Tiffany M Maj USAF USAFA AW/ESCS" userId="a0ed988f-3bd3-448a-ab68-f6eca8eadb00" providerId="ADAL" clId="{D74FDB2A-C6F9-423C-9DA7-5C8A44CC196C}" dt="2026-09-14T05:45:55.684" v="7"/>
          <ac:spMkLst>
            <pc:docMk/>
            <pc:sldMk cId="0" sldId="295"/>
            <ac:spMk id="9" creationId="{00000000-0000-0000-0000-000000000000}"/>
          </ac:spMkLst>
        </pc:spChg>
        <pc:spChg chg="mod">
          <ac:chgData name="Phan, Tiffany M Maj USAF USAFA AW/ESCS" userId="a0ed988f-3bd3-448a-ab68-f6eca8eadb00" providerId="ADAL" clId="{D74FDB2A-C6F9-423C-9DA7-5C8A44CC196C}" dt="2026-09-14T05:46:04.423" v="8"/>
          <ac:spMkLst>
            <pc:docMk/>
            <pc:sldMk cId="0" sldId="295"/>
            <ac:spMk id="11" creationId="{00000000-0000-0000-0000-000000000000}"/>
          </ac:spMkLst>
        </pc:spChg>
        <pc:spChg chg="mod">
          <ac:chgData name="Phan, Tiffany M Maj USAF USAFA AW/ESCS" userId="a0ed988f-3bd3-448a-ab68-f6eca8eadb00" providerId="ADAL" clId="{D74FDB2A-C6F9-423C-9DA7-5C8A44CC196C}" dt="2026-09-14T15:07:55.022" v="11"/>
          <ac:spMkLst>
            <pc:docMk/>
            <pc:sldMk cId="0" sldId="295"/>
            <ac:spMk id="12" creationId="{00000000-0000-0000-0000-000000000000}"/>
          </ac:spMkLst>
        </pc:spChg>
      </pc:sldChg>
    </pc:docChg>
  </pc:docChgLst>
  <pc:docChgLst>
    <pc:chgData name="Todd, Michael C Lt Col USAF USAFA AW/ESCS" userId="S::michael.todd@afacademy.af.edu::7f2b73f0-8b3c-4828-8231-ca44095d7704" providerId="AD" clId="Web-{32479CC6-D109-1460-FC3E-E5B40DD327C2}"/>
    <pc:docChg chg="addSld modSld sldOrd">
      <pc:chgData name="Todd, Michael C Lt Col USAF USAFA AW/ESCS" userId="S::michael.todd@afacademy.af.edu::7f2b73f0-8b3c-4828-8231-ca44095d7704" providerId="AD" clId="Web-{32479CC6-D109-1460-FC3E-E5B40DD327C2}" dt="2026-09-15T22:01:23.978" v="186" actId="20577"/>
      <pc:docMkLst>
        <pc:docMk/>
      </pc:docMkLst>
      <pc:sldChg chg="modSp">
        <pc:chgData name="Todd, Michael C Lt Col USAF USAFA AW/ESCS" userId="S::michael.todd@afacademy.af.edu::7f2b73f0-8b3c-4828-8231-ca44095d7704" providerId="AD" clId="Web-{32479CC6-D109-1460-FC3E-E5B40DD327C2}" dt="2026-09-15T21:58:04.070" v="119" actId="1076"/>
        <pc:sldMkLst>
          <pc:docMk/>
          <pc:sldMk cId="0" sldId="267"/>
        </pc:sldMkLst>
        <pc:spChg chg="mod">
          <ac:chgData name="Todd, Michael C Lt Col USAF USAFA AW/ESCS" userId="S::michael.todd@afacademy.af.edu::7f2b73f0-8b3c-4828-8231-ca44095d7704" providerId="AD" clId="Web-{32479CC6-D109-1460-FC3E-E5B40DD327C2}" dt="2026-09-15T21:58:04.070" v="119" actId="1076"/>
          <ac:spMkLst>
            <pc:docMk/>
            <pc:sldMk cId="0" sldId="267"/>
            <ac:spMk id="27" creationId="{00000000-0000-0000-0000-000000000000}"/>
          </ac:spMkLst>
        </pc:spChg>
      </pc:sldChg>
      <pc:sldChg chg="addSp delSp">
        <pc:chgData name="Todd, Michael C Lt Col USAF USAFA AW/ESCS" userId="S::michael.todd@afacademy.af.edu::7f2b73f0-8b3c-4828-8231-ca44095d7704" providerId="AD" clId="Web-{32479CC6-D109-1460-FC3E-E5B40DD327C2}" dt="2026-09-15T21:57:01.741" v="102"/>
        <pc:sldMkLst>
          <pc:docMk/>
          <pc:sldMk cId="0" sldId="275"/>
        </pc:sldMkLst>
        <pc:spChg chg="add del">
          <ac:chgData name="Todd, Michael C Lt Col USAF USAFA AW/ESCS" userId="S::michael.todd@afacademy.af.edu::7f2b73f0-8b3c-4828-8231-ca44095d7704" providerId="AD" clId="Web-{32479CC6-D109-1460-FC3E-E5B40DD327C2}" dt="2026-09-15T21:57:01.741" v="102"/>
          <ac:spMkLst>
            <pc:docMk/>
            <pc:sldMk cId="0" sldId="275"/>
            <ac:spMk id="3" creationId="{CB3EA706-0B53-0536-D309-773A2941D2AA}"/>
          </ac:spMkLst>
        </pc:spChg>
        <pc:spChg chg="add del">
          <ac:chgData name="Todd, Michael C Lt Col USAF USAFA AW/ESCS" userId="S::michael.todd@afacademy.af.edu::7f2b73f0-8b3c-4828-8231-ca44095d7704" providerId="AD" clId="Web-{32479CC6-D109-1460-FC3E-E5B40DD327C2}" dt="2026-09-15T21:57:01.741" v="102"/>
          <ac:spMkLst>
            <pc:docMk/>
            <pc:sldMk cId="0" sldId="275"/>
            <ac:spMk id="21" creationId="{5C0DC571-3CB8-5EAE-567B-25224245FB85}"/>
          </ac:spMkLst>
        </pc:spChg>
        <pc:spChg chg="add del">
          <ac:chgData name="Todd, Michael C Lt Col USAF USAFA AW/ESCS" userId="S::michael.todd@afacademy.af.edu::7f2b73f0-8b3c-4828-8231-ca44095d7704" providerId="AD" clId="Web-{32479CC6-D109-1460-FC3E-E5B40DD327C2}" dt="2026-09-15T21:57:01.741" v="102"/>
          <ac:spMkLst>
            <pc:docMk/>
            <pc:sldMk cId="0" sldId="275"/>
            <ac:spMk id="23" creationId="{2D97B0C4-7985-8E85-836C-E95036C8022B}"/>
          </ac:spMkLst>
        </pc:spChg>
        <pc:spChg chg="add del">
          <ac:chgData name="Todd, Michael C Lt Col USAF USAFA AW/ESCS" userId="S::michael.todd@afacademy.af.edu::7f2b73f0-8b3c-4828-8231-ca44095d7704" providerId="AD" clId="Web-{32479CC6-D109-1460-FC3E-E5B40DD327C2}" dt="2026-09-15T21:57:01.741" v="102"/>
          <ac:spMkLst>
            <pc:docMk/>
            <pc:sldMk cId="0" sldId="275"/>
            <ac:spMk id="25" creationId="{CBF4C138-55BB-FCF6-0E6A-8C1DE5A85D8F}"/>
          </ac:spMkLst>
        </pc:spChg>
        <pc:spChg chg="add del">
          <ac:chgData name="Todd, Michael C Lt Col USAF USAFA AW/ESCS" userId="S::michael.todd@afacademy.af.edu::7f2b73f0-8b3c-4828-8231-ca44095d7704" providerId="AD" clId="Web-{32479CC6-D109-1460-FC3E-E5B40DD327C2}" dt="2026-09-15T21:57:01.741" v="102"/>
          <ac:spMkLst>
            <pc:docMk/>
            <pc:sldMk cId="0" sldId="275"/>
            <ac:spMk id="26" creationId="{545F57A5-6077-0FC5-87DE-88524CEA4E50}"/>
          </ac:spMkLst>
        </pc:spChg>
        <pc:spChg chg="add del">
          <ac:chgData name="Todd, Michael C Lt Col USAF USAFA AW/ESCS" userId="S::michael.todd@afacademy.af.edu::7f2b73f0-8b3c-4828-8231-ca44095d7704" providerId="AD" clId="Web-{32479CC6-D109-1460-FC3E-E5B40DD327C2}" dt="2026-09-15T21:57:01.741" v="102"/>
          <ac:spMkLst>
            <pc:docMk/>
            <pc:sldMk cId="0" sldId="275"/>
            <ac:spMk id="27" creationId="{40E39BFC-34F3-CD31-57CC-0A31C9033A76}"/>
          </ac:spMkLst>
        </pc:spChg>
        <pc:spChg chg="add del">
          <ac:chgData name="Todd, Michael C Lt Col USAF USAFA AW/ESCS" userId="S::michael.todd@afacademy.af.edu::7f2b73f0-8b3c-4828-8231-ca44095d7704" providerId="AD" clId="Web-{32479CC6-D109-1460-FC3E-E5B40DD327C2}" dt="2026-09-15T21:57:01.741" v="102"/>
          <ac:spMkLst>
            <pc:docMk/>
            <pc:sldMk cId="0" sldId="275"/>
            <ac:spMk id="28" creationId="{7F0EFC19-D593-D98E-31C8-B6D37A44D7C4}"/>
          </ac:spMkLst>
        </pc:spChg>
        <pc:spChg chg="add del">
          <ac:chgData name="Todd, Michael C Lt Col USAF USAFA AW/ESCS" userId="S::michael.todd@afacademy.af.edu::7f2b73f0-8b3c-4828-8231-ca44095d7704" providerId="AD" clId="Web-{32479CC6-D109-1460-FC3E-E5B40DD327C2}" dt="2026-09-15T21:57:01.741" v="102"/>
          <ac:spMkLst>
            <pc:docMk/>
            <pc:sldMk cId="0" sldId="275"/>
            <ac:spMk id="29" creationId="{BA945F23-6479-25A7-8D61-6EAE27D9300F}"/>
          </ac:spMkLst>
        </pc:spChg>
        <pc:spChg chg="add del">
          <ac:chgData name="Todd, Michael C Lt Col USAF USAFA AW/ESCS" userId="S::michael.todd@afacademy.af.edu::7f2b73f0-8b3c-4828-8231-ca44095d7704" providerId="AD" clId="Web-{32479CC6-D109-1460-FC3E-E5B40DD327C2}" dt="2026-09-15T21:57:01.741" v="102"/>
          <ac:spMkLst>
            <pc:docMk/>
            <pc:sldMk cId="0" sldId="275"/>
            <ac:spMk id="31" creationId="{0475374F-75D3-1AED-63C4-E61ADAFEB1B1}"/>
          </ac:spMkLst>
        </pc:spChg>
        <pc:spChg chg="add del">
          <ac:chgData name="Todd, Michael C Lt Col USAF USAFA AW/ESCS" userId="S::michael.todd@afacademy.af.edu::7f2b73f0-8b3c-4828-8231-ca44095d7704" providerId="AD" clId="Web-{32479CC6-D109-1460-FC3E-E5B40DD327C2}" dt="2026-09-15T21:57:01.741" v="102"/>
          <ac:spMkLst>
            <pc:docMk/>
            <pc:sldMk cId="0" sldId="275"/>
            <ac:spMk id="32" creationId="{691E9B36-A258-BB83-7FDF-CA17D9196D7A}"/>
          </ac:spMkLst>
        </pc:spChg>
        <pc:spChg chg="add del">
          <ac:chgData name="Todd, Michael C Lt Col USAF USAFA AW/ESCS" userId="S::michael.todd@afacademy.af.edu::7f2b73f0-8b3c-4828-8231-ca44095d7704" providerId="AD" clId="Web-{32479CC6-D109-1460-FC3E-E5B40DD327C2}" dt="2026-09-15T21:56:57.007" v="101"/>
          <ac:spMkLst>
            <pc:docMk/>
            <pc:sldMk cId="0" sldId="275"/>
            <ac:spMk id="33" creationId="{9551CB9B-D074-C49F-96F2-D56A2E1D885B}"/>
          </ac:spMkLst>
        </pc:spChg>
        <pc:spChg chg="add del">
          <ac:chgData name="Todd, Michael C Lt Col USAF USAFA AW/ESCS" userId="S::michael.todd@afacademy.af.edu::7f2b73f0-8b3c-4828-8231-ca44095d7704" providerId="AD" clId="Web-{32479CC6-D109-1460-FC3E-E5B40DD327C2}" dt="2026-09-15T21:56:57.007" v="101"/>
          <ac:spMkLst>
            <pc:docMk/>
            <pc:sldMk cId="0" sldId="275"/>
            <ac:spMk id="34" creationId="{ABC3C847-9B5C-F038-3E95-97465C086AE6}"/>
          </ac:spMkLst>
        </pc:spChg>
        <pc:spChg chg="add del">
          <ac:chgData name="Todd, Michael C Lt Col USAF USAFA AW/ESCS" userId="S::michael.todd@afacademy.af.edu::7f2b73f0-8b3c-4828-8231-ca44095d7704" providerId="AD" clId="Web-{32479CC6-D109-1460-FC3E-E5B40DD327C2}" dt="2026-09-15T21:56:57.007" v="101"/>
          <ac:spMkLst>
            <pc:docMk/>
            <pc:sldMk cId="0" sldId="275"/>
            <ac:spMk id="36" creationId="{06F8A9BC-F8AF-9721-A38C-780D2C2C6CAE}"/>
          </ac:spMkLst>
        </pc:spChg>
        <pc:spChg chg="add del">
          <ac:chgData name="Todd, Michael C Lt Col USAF USAFA AW/ESCS" userId="S::michael.todd@afacademy.af.edu::7f2b73f0-8b3c-4828-8231-ca44095d7704" providerId="AD" clId="Web-{32479CC6-D109-1460-FC3E-E5B40DD327C2}" dt="2026-09-15T21:56:57.007" v="101"/>
          <ac:spMkLst>
            <pc:docMk/>
            <pc:sldMk cId="0" sldId="275"/>
            <ac:spMk id="37" creationId="{FBFE3317-05BF-2E37-2CDA-7AFE3B2B2A99}"/>
          </ac:spMkLst>
        </pc:spChg>
        <pc:spChg chg="add del">
          <ac:chgData name="Todd, Michael C Lt Col USAF USAFA AW/ESCS" userId="S::michael.todd@afacademy.af.edu::7f2b73f0-8b3c-4828-8231-ca44095d7704" providerId="AD" clId="Web-{32479CC6-D109-1460-FC3E-E5B40DD327C2}" dt="2026-09-15T21:56:57.007" v="101"/>
          <ac:spMkLst>
            <pc:docMk/>
            <pc:sldMk cId="0" sldId="275"/>
            <ac:spMk id="38" creationId="{353EFAFA-E51D-D99E-09A2-93F2D9CCCFD0}"/>
          </ac:spMkLst>
        </pc:spChg>
        <pc:spChg chg="add del">
          <ac:chgData name="Todd, Michael C Lt Col USAF USAFA AW/ESCS" userId="S::michael.todd@afacademy.af.edu::7f2b73f0-8b3c-4828-8231-ca44095d7704" providerId="AD" clId="Web-{32479CC6-D109-1460-FC3E-E5B40DD327C2}" dt="2026-09-15T21:56:57.007" v="101"/>
          <ac:spMkLst>
            <pc:docMk/>
            <pc:sldMk cId="0" sldId="275"/>
            <ac:spMk id="39" creationId="{4DE5635C-868B-4C0B-86E0-B0BBED3E22C3}"/>
          </ac:spMkLst>
        </pc:spChg>
        <pc:spChg chg="add del">
          <ac:chgData name="Todd, Michael C Lt Col USAF USAFA AW/ESCS" userId="S::michael.todd@afacademy.af.edu::7f2b73f0-8b3c-4828-8231-ca44095d7704" providerId="AD" clId="Web-{32479CC6-D109-1460-FC3E-E5B40DD327C2}" dt="2026-09-15T21:56:57.007" v="101"/>
          <ac:spMkLst>
            <pc:docMk/>
            <pc:sldMk cId="0" sldId="275"/>
            <ac:spMk id="40" creationId="{CF84F2C0-DE47-8CC4-7E72-67B683882994}"/>
          </ac:spMkLst>
        </pc:spChg>
        <pc:spChg chg="add del">
          <ac:chgData name="Todd, Michael C Lt Col USAF USAFA AW/ESCS" userId="S::michael.todd@afacademy.af.edu::7f2b73f0-8b3c-4828-8231-ca44095d7704" providerId="AD" clId="Web-{32479CC6-D109-1460-FC3E-E5B40DD327C2}" dt="2026-09-15T21:56:57.007" v="101"/>
          <ac:spMkLst>
            <pc:docMk/>
            <pc:sldMk cId="0" sldId="275"/>
            <ac:spMk id="42" creationId="{1E9A22E8-058E-0F92-22F6-1AABE65C6938}"/>
          </ac:spMkLst>
        </pc:spChg>
        <pc:spChg chg="add del">
          <ac:chgData name="Todd, Michael C Lt Col USAF USAFA AW/ESCS" userId="S::michael.todd@afacademy.af.edu::7f2b73f0-8b3c-4828-8231-ca44095d7704" providerId="AD" clId="Web-{32479CC6-D109-1460-FC3E-E5B40DD327C2}" dt="2026-09-15T21:56:57.007" v="101"/>
          <ac:spMkLst>
            <pc:docMk/>
            <pc:sldMk cId="0" sldId="275"/>
            <ac:spMk id="43" creationId="{136C2C90-0281-023E-4A2D-A4BF9CD47386}"/>
          </ac:spMkLst>
        </pc:spChg>
        <pc:spChg chg="add del">
          <ac:chgData name="Todd, Michael C Lt Col USAF USAFA AW/ESCS" userId="S::michael.todd@afacademy.af.edu::7f2b73f0-8b3c-4828-8231-ca44095d7704" providerId="AD" clId="Web-{32479CC6-D109-1460-FC3E-E5B40DD327C2}" dt="2026-09-15T21:56:57.007" v="101"/>
          <ac:spMkLst>
            <pc:docMk/>
            <pc:sldMk cId="0" sldId="275"/>
            <ac:spMk id="44" creationId="{91BB3EB1-DBAF-3D1D-7F85-11C3BD7B5D82}"/>
          </ac:spMkLst>
        </pc:spChg>
      </pc:sldChg>
      <pc:sldChg chg="addSp delSp modSp add ord">
        <pc:chgData name="Todd, Michael C Lt Col USAF USAFA AW/ESCS" userId="S::michael.todd@afacademy.af.edu::7f2b73f0-8b3c-4828-8231-ca44095d7704" providerId="AD" clId="Web-{32479CC6-D109-1460-FC3E-E5B40DD327C2}" dt="2026-09-15T22:01:23.978" v="186" actId="20577"/>
        <pc:sldMkLst>
          <pc:docMk/>
          <pc:sldMk cId="4178627560" sldId="296"/>
        </pc:sldMkLst>
        <pc:spChg chg="add del">
          <ac:chgData name="Todd, Michael C Lt Col USAF USAFA AW/ESCS" userId="S::michael.todd@afacademy.af.edu::7f2b73f0-8b3c-4828-8231-ca44095d7704" providerId="AD" clId="Web-{32479CC6-D109-1460-FC3E-E5B40DD327C2}" dt="2026-09-15T21:55:38.521" v="14"/>
          <ac:spMkLst>
            <pc:docMk/>
            <pc:sldMk cId="4178627560" sldId="296"/>
            <ac:spMk id="3" creationId="{1069C677-7ABA-35BA-CC51-5FE3B05311E2}"/>
          </ac:spMkLst>
        </pc:spChg>
        <pc:spChg chg="add del mod">
          <ac:chgData name="Todd, Michael C Lt Col USAF USAFA AW/ESCS" userId="S::michael.todd@afacademy.af.edu::7f2b73f0-8b3c-4828-8231-ca44095d7704" providerId="AD" clId="Web-{32479CC6-D109-1460-FC3E-E5B40DD327C2}" dt="2026-09-15T21:56:37.116" v="62"/>
          <ac:spMkLst>
            <pc:docMk/>
            <pc:sldMk cId="4178627560" sldId="296"/>
            <ac:spMk id="5" creationId="{04C6589F-5F70-96EE-7887-C0038BDD0DB6}"/>
          </ac:spMkLst>
        </pc:spChg>
        <pc:spChg chg="add del mod">
          <ac:chgData name="Todd, Michael C Lt Col USAF USAFA AW/ESCS" userId="S::michael.todd@afacademy.af.edu::7f2b73f0-8b3c-4828-8231-ca44095d7704" providerId="AD" clId="Web-{32479CC6-D109-1460-FC3E-E5B40DD327C2}" dt="2026-09-15T21:56:37.116" v="61"/>
          <ac:spMkLst>
            <pc:docMk/>
            <pc:sldMk cId="4178627560" sldId="296"/>
            <ac:spMk id="7" creationId="{A9F003F3-9694-3BE4-E10E-9B9F68B9EEE4}"/>
          </ac:spMkLst>
        </pc:spChg>
        <pc:spChg chg="add del mod">
          <ac:chgData name="Todd, Michael C Lt Col USAF USAFA AW/ESCS" userId="S::michael.todd@afacademy.af.edu::7f2b73f0-8b3c-4828-8231-ca44095d7704" providerId="AD" clId="Web-{32479CC6-D109-1460-FC3E-E5B40DD327C2}" dt="2026-09-15T21:56:37.116" v="60"/>
          <ac:spMkLst>
            <pc:docMk/>
            <pc:sldMk cId="4178627560" sldId="296"/>
            <ac:spMk id="9" creationId="{09B09ABC-DE52-9497-322D-B8BA583F7038}"/>
          </ac:spMkLst>
        </pc:spChg>
        <pc:spChg chg="add del mod">
          <ac:chgData name="Todd, Michael C Lt Col USAF USAFA AW/ESCS" userId="S::michael.todd@afacademy.af.edu::7f2b73f0-8b3c-4828-8231-ca44095d7704" providerId="AD" clId="Web-{32479CC6-D109-1460-FC3E-E5B40DD327C2}" dt="2026-09-15T21:56:37.116" v="59"/>
          <ac:spMkLst>
            <pc:docMk/>
            <pc:sldMk cId="4178627560" sldId="296"/>
            <ac:spMk id="11" creationId="{F39451AB-BE8E-362B-03AC-F08E213B7A86}"/>
          </ac:spMkLst>
        </pc:spChg>
        <pc:spChg chg="add del mod">
          <ac:chgData name="Todd, Michael C Lt Col USAF USAFA AW/ESCS" userId="S::michael.todd@afacademy.af.edu::7f2b73f0-8b3c-4828-8231-ca44095d7704" providerId="AD" clId="Web-{32479CC6-D109-1460-FC3E-E5B40DD327C2}" dt="2026-09-15T21:56:37.116" v="58"/>
          <ac:spMkLst>
            <pc:docMk/>
            <pc:sldMk cId="4178627560" sldId="296"/>
            <ac:spMk id="13" creationId="{40FF28F8-15C9-EBCD-3EB0-08AAE5C917B6}"/>
          </ac:spMkLst>
        </pc:spChg>
        <pc:spChg chg="add del mod">
          <ac:chgData name="Todd, Michael C Lt Col USAF USAFA AW/ESCS" userId="S::michael.todd@afacademy.af.edu::7f2b73f0-8b3c-4828-8231-ca44095d7704" providerId="AD" clId="Web-{32479CC6-D109-1460-FC3E-E5B40DD327C2}" dt="2026-09-15T21:56:37.116" v="57"/>
          <ac:spMkLst>
            <pc:docMk/>
            <pc:sldMk cId="4178627560" sldId="296"/>
            <ac:spMk id="15" creationId="{D55C9B3E-6BB0-F958-8E0D-DFFD08AC963E}"/>
          </ac:spMkLst>
        </pc:spChg>
        <pc:spChg chg="add del mod">
          <ac:chgData name="Todd, Michael C Lt Col USAF USAFA AW/ESCS" userId="S::michael.todd@afacademy.af.edu::7f2b73f0-8b3c-4828-8231-ca44095d7704" providerId="AD" clId="Web-{32479CC6-D109-1460-FC3E-E5B40DD327C2}" dt="2026-09-15T21:56:37.116" v="56"/>
          <ac:spMkLst>
            <pc:docMk/>
            <pc:sldMk cId="4178627560" sldId="296"/>
            <ac:spMk id="17" creationId="{C9061F65-2AF9-09AF-4D46-C01F17E2A425}"/>
          </ac:spMkLst>
        </pc:spChg>
        <pc:spChg chg="add del mod">
          <ac:chgData name="Todd, Michael C Lt Col USAF USAFA AW/ESCS" userId="S::michael.todd@afacademy.af.edu::7f2b73f0-8b3c-4828-8231-ca44095d7704" providerId="AD" clId="Web-{32479CC6-D109-1460-FC3E-E5B40DD327C2}" dt="2026-09-15T21:56:37.116" v="55"/>
          <ac:spMkLst>
            <pc:docMk/>
            <pc:sldMk cId="4178627560" sldId="296"/>
            <ac:spMk id="19" creationId="{10B4F11C-6613-B23F-604E-503327CC91A1}"/>
          </ac:spMkLst>
        </pc:spChg>
        <pc:spChg chg="add del mod">
          <ac:chgData name="Todd, Michael C Lt Col USAF USAFA AW/ESCS" userId="S::michael.todd@afacademy.af.edu::7f2b73f0-8b3c-4828-8231-ca44095d7704" providerId="AD" clId="Web-{32479CC6-D109-1460-FC3E-E5B40DD327C2}" dt="2026-09-15T21:56:37.116" v="54"/>
          <ac:spMkLst>
            <pc:docMk/>
            <pc:sldMk cId="4178627560" sldId="296"/>
            <ac:spMk id="21" creationId="{C40DF73B-ABF5-6328-38E3-D41FF54BE913}"/>
          </ac:spMkLst>
        </pc:spChg>
        <pc:spChg chg="add del mod">
          <ac:chgData name="Todd, Michael C Lt Col USAF USAFA AW/ESCS" userId="S::michael.todd@afacademy.af.edu::7f2b73f0-8b3c-4828-8231-ca44095d7704" providerId="AD" clId="Web-{32479CC6-D109-1460-FC3E-E5B40DD327C2}" dt="2026-09-15T21:56:37.116" v="53"/>
          <ac:spMkLst>
            <pc:docMk/>
            <pc:sldMk cId="4178627560" sldId="296"/>
            <ac:spMk id="23" creationId="{09ADD0DC-8690-3F41-E70D-B03FDA63E07D}"/>
          </ac:spMkLst>
        </pc:spChg>
        <pc:spChg chg="add del mod">
          <ac:chgData name="Todd, Michael C Lt Col USAF USAFA AW/ESCS" userId="S::michael.todd@afacademy.af.edu::7f2b73f0-8b3c-4828-8231-ca44095d7704" providerId="AD" clId="Web-{32479CC6-D109-1460-FC3E-E5B40DD327C2}" dt="2026-09-15T21:56:37.116" v="52"/>
          <ac:spMkLst>
            <pc:docMk/>
            <pc:sldMk cId="4178627560" sldId="296"/>
            <ac:spMk id="25" creationId="{BB68B1B0-105E-B17B-442A-32DBEF695FEB}"/>
          </ac:spMkLst>
        </pc:spChg>
        <pc:spChg chg="add del mod">
          <ac:chgData name="Todd, Michael C Lt Col USAF USAFA AW/ESCS" userId="S::michael.todd@afacademy.af.edu::7f2b73f0-8b3c-4828-8231-ca44095d7704" providerId="AD" clId="Web-{32479CC6-D109-1460-FC3E-E5B40DD327C2}" dt="2026-09-15T21:56:37.116" v="51"/>
          <ac:spMkLst>
            <pc:docMk/>
            <pc:sldMk cId="4178627560" sldId="296"/>
            <ac:spMk id="27" creationId="{BFCB77B5-3A63-25D1-756A-76EFB4B97289}"/>
          </ac:spMkLst>
        </pc:spChg>
        <pc:spChg chg="add del mod">
          <ac:chgData name="Todd, Michael C Lt Col USAF USAFA AW/ESCS" userId="S::michael.todd@afacademy.af.edu::7f2b73f0-8b3c-4828-8231-ca44095d7704" providerId="AD" clId="Web-{32479CC6-D109-1460-FC3E-E5B40DD327C2}" dt="2026-09-15T21:57:05.350" v="103"/>
          <ac:spMkLst>
            <pc:docMk/>
            <pc:sldMk cId="4178627560" sldId="296"/>
            <ac:spMk id="29" creationId="{ED97FBBE-BF6E-7F92-8575-807E341D6120}"/>
          </ac:spMkLst>
        </pc:spChg>
        <pc:spChg chg="add del mod">
          <ac:chgData name="Todd, Michael C Lt Col USAF USAFA AW/ESCS" userId="S::michael.todd@afacademy.af.edu::7f2b73f0-8b3c-4828-8231-ca44095d7704" providerId="AD" clId="Web-{32479CC6-D109-1460-FC3E-E5B40DD327C2}" dt="2026-09-15T21:57:05.350" v="104"/>
          <ac:spMkLst>
            <pc:docMk/>
            <pc:sldMk cId="4178627560" sldId="296"/>
            <ac:spMk id="31" creationId="{CB3EA706-0B53-0536-D309-773A2941D2AA}"/>
          </ac:spMkLst>
        </pc:spChg>
        <pc:spChg chg="add del mod">
          <ac:chgData name="Todd, Michael C Lt Col USAF USAFA AW/ESCS" userId="S::michael.todd@afacademy.af.edu::7f2b73f0-8b3c-4828-8231-ca44095d7704" providerId="AD" clId="Web-{32479CC6-D109-1460-FC3E-E5B40DD327C2}" dt="2026-09-15T21:57:26.866" v="117"/>
          <ac:spMkLst>
            <pc:docMk/>
            <pc:sldMk cId="4178627560" sldId="296"/>
            <ac:spMk id="33" creationId="{5C0DC571-3CB8-5EAE-567B-25224245FB85}"/>
          </ac:spMkLst>
        </pc:spChg>
        <pc:spChg chg="add del mod">
          <ac:chgData name="Todd, Michael C Lt Col USAF USAFA AW/ESCS" userId="S::michael.todd@afacademy.af.edu::7f2b73f0-8b3c-4828-8231-ca44095d7704" providerId="AD" clId="Web-{32479CC6-D109-1460-FC3E-E5B40DD327C2}" dt="2026-09-15T21:57:05.350" v="106"/>
          <ac:spMkLst>
            <pc:docMk/>
            <pc:sldMk cId="4178627560" sldId="296"/>
            <ac:spMk id="35" creationId="{2D97B0C4-7985-8E85-836C-E95036C8022B}"/>
          </ac:spMkLst>
        </pc:spChg>
        <pc:spChg chg="add del mod">
          <ac:chgData name="Todd, Michael C Lt Col USAF USAFA AW/ESCS" userId="S::michael.todd@afacademy.af.edu::7f2b73f0-8b3c-4828-8231-ca44095d7704" providerId="AD" clId="Web-{32479CC6-D109-1460-FC3E-E5B40DD327C2}" dt="2026-09-15T21:57:05.350" v="107"/>
          <ac:spMkLst>
            <pc:docMk/>
            <pc:sldMk cId="4178627560" sldId="296"/>
            <ac:spMk id="37" creationId="{CBF4C138-55BB-FCF6-0E6A-8C1DE5A85D8F}"/>
          </ac:spMkLst>
        </pc:spChg>
        <pc:spChg chg="add del mod">
          <ac:chgData name="Todd, Michael C Lt Col USAF USAFA AW/ESCS" userId="S::michael.todd@afacademy.af.edu::7f2b73f0-8b3c-4828-8231-ca44095d7704" providerId="AD" clId="Web-{32479CC6-D109-1460-FC3E-E5B40DD327C2}" dt="2026-09-15T21:57:05.350" v="108"/>
          <ac:spMkLst>
            <pc:docMk/>
            <pc:sldMk cId="4178627560" sldId="296"/>
            <ac:spMk id="39" creationId="{545F57A5-6077-0FC5-87DE-88524CEA4E50}"/>
          </ac:spMkLst>
        </pc:spChg>
        <pc:spChg chg="add del mod">
          <ac:chgData name="Todd, Michael C Lt Col USAF USAFA AW/ESCS" userId="S::michael.todd@afacademy.af.edu::7f2b73f0-8b3c-4828-8231-ca44095d7704" providerId="AD" clId="Web-{32479CC6-D109-1460-FC3E-E5B40DD327C2}" dt="2026-09-15T21:57:05.350" v="109"/>
          <ac:spMkLst>
            <pc:docMk/>
            <pc:sldMk cId="4178627560" sldId="296"/>
            <ac:spMk id="41" creationId="{40E39BFC-34F3-CD31-57CC-0A31C9033A76}"/>
          </ac:spMkLst>
        </pc:spChg>
        <pc:spChg chg="add del mod">
          <ac:chgData name="Todd, Michael C Lt Col USAF USAFA AW/ESCS" userId="S::michael.todd@afacademy.af.edu::7f2b73f0-8b3c-4828-8231-ca44095d7704" providerId="AD" clId="Web-{32479CC6-D109-1460-FC3E-E5B40DD327C2}" dt="2026-09-15T21:57:05.350" v="110"/>
          <ac:spMkLst>
            <pc:docMk/>
            <pc:sldMk cId="4178627560" sldId="296"/>
            <ac:spMk id="43" creationId="{7F0EFC19-D593-D98E-31C8-B6D37A44D7C4}"/>
          </ac:spMkLst>
        </pc:spChg>
        <pc:spChg chg="add del mod">
          <ac:chgData name="Todd, Michael C Lt Col USAF USAFA AW/ESCS" userId="S::michael.todd@afacademy.af.edu::7f2b73f0-8b3c-4828-8231-ca44095d7704" providerId="AD" clId="Web-{32479CC6-D109-1460-FC3E-E5B40DD327C2}" dt="2026-09-15T21:57:05.350" v="111"/>
          <ac:spMkLst>
            <pc:docMk/>
            <pc:sldMk cId="4178627560" sldId="296"/>
            <ac:spMk id="45" creationId="{BA945F23-6479-25A7-8D61-6EAE27D9300F}"/>
          </ac:spMkLst>
        </pc:spChg>
        <pc:spChg chg="add del mod">
          <ac:chgData name="Todd, Michael C Lt Col USAF USAFA AW/ESCS" userId="S::michael.todd@afacademy.af.edu::7f2b73f0-8b3c-4828-8231-ca44095d7704" providerId="AD" clId="Web-{32479CC6-D109-1460-FC3E-E5B40DD327C2}" dt="2026-09-15T21:57:05.350" v="112"/>
          <ac:spMkLst>
            <pc:docMk/>
            <pc:sldMk cId="4178627560" sldId="296"/>
            <ac:spMk id="47" creationId="{8E9FDA1E-A3DF-4361-BE10-891A9E8A0A38}"/>
          </ac:spMkLst>
        </pc:spChg>
        <pc:spChg chg="add del mod">
          <ac:chgData name="Todd, Michael C Lt Col USAF USAFA AW/ESCS" userId="S::michael.todd@afacademy.af.edu::7f2b73f0-8b3c-4828-8231-ca44095d7704" providerId="AD" clId="Web-{32479CC6-D109-1460-FC3E-E5B40DD327C2}" dt="2026-09-15T21:57:05.350" v="113"/>
          <ac:spMkLst>
            <pc:docMk/>
            <pc:sldMk cId="4178627560" sldId="296"/>
            <ac:spMk id="49" creationId="{0475374F-75D3-1AED-63C4-E61ADAFEB1B1}"/>
          </ac:spMkLst>
        </pc:spChg>
        <pc:spChg chg="add del mod">
          <ac:chgData name="Todd, Michael C Lt Col USAF USAFA AW/ESCS" userId="S::michael.todd@afacademy.af.edu::7f2b73f0-8b3c-4828-8231-ca44095d7704" providerId="AD" clId="Web-{32479CC6-D109-1460-FC3E-E5B40DD327C2}" dt="2026-09-15T21:57:05.350" v="114"/>
          <ac:spMkLst>
            <pc:docMk/>
            <pc:sldMk cId="4178627560" sldId="296"/>
            <ac:spMk id="51" creationId="{691E9B36-A258-BB83-7FDF-CA17D9196D7A}"/>
          </ac:spMkLst>
        </pc:spChg>
        <pc:spChg chg="add mod">
          <ac:chgData name="Todd, Michael C Lt Col USAF USAFA AW/ESCS" userId="S::michael.todd@afacademy.af.edu::7f2b73f0-8b3c-4828-8231-ca44095d7704" providerId="AD" clId="Web-{32479CC6-D109-1460-FC3E-E5B40DD327C2}" dt="2026-09-15T22:00:24.149" v="178" actId="14100"/>
          <ac:spMkLst>
            <pc:docMk/>
            <pc:sldMk cId="4178627560" sldId="296"/>
            <ac:spMk id="52" creationId="{998B20DC-B7D5-A2FF-984D-5B358CA976A1}"/>
          </ac:spMkLst>
        </pc:spChg>
        <pc:spChg chg="add mod">
          <ac:chgData name="Todd, Michael C Lt Col USAF USAFA AW/ESCS" userId="S::michael.todd@afacademy.af.edu::7f2b73f0-8b3c-4828-8231-ca44095d7704" providerId="AD" clId="Web-{32479CC6-D109-1460-FC3E-E5B40DD327C2}" dt="2026-09-15T22:01:23.978" v="186" actId="20577"/>
          <ac:spMkLst>
            <pc:docMk/>
            <pc:sldMk cId="4178627560" sldId="296"/>
            <ac:spMk id="53" creationId="{181E7833-3F2A-F513-7A8B-D4A586A5528B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339015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by contrasting value iteration with policy iteration. Emphasize that the MDP model stays the same; the organization of computation changes.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 directly to the objectives. Emphasize that students should be able to identify phases, improve a policy from Q-values, and state the stopping condition.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Ask students what the MAX meant in value iteration and what convergence meant. Then introduce policy iteration as a more explicit evaluate/improve process.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Use this slide to position value iteration and policy iteration as siblings rather than completely separate topics.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Stress that policy evaluation estimates values under the current policy, not the optimal policy.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Spend about 60–90 seconds. The goal is retrieval, not a new probability lesson.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This is the main mathematical distinction. The MAX appears during policy improvement, not during deterministic policy evaluation.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Walk students through this evaluation backup.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Present a complete cycle with small tables. The goal is seeing the alternation rather than performing lots of arithmetic.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This is the termination condition assessed in the module. Make sure students use “policy stops changing,” not “rewards become zero.”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Make this comparison explicit to prevent students from overapplying the value iteration convergence idea.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Set up L15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Have students work in pairs. Expected improved policy: </a:t>
            </a:r>
            <a:r>
              <a:rPr lang="en-US" dirty="0" err="1"/>
              <a:t>P→Charge</a:t>
            </a:r>
            <a:r>
              <a:rPr lang="en-US" dirty="0"/>
              <a:t>, </a:t>
            </a:r>
            <a:r>
              <a:rPr lang="en-US" dirty="0" err="1"/>
              <a:t>Q→Hold</a:t>
            </a:r>
            <a:r>
              <a:rPr lang="en-US" dirty="0"/>
              <a:t>, </a:t>
            </a:r>
            <a:r>
              <a:rPr lang="en-US" dirty="0" err="1"/>
              <a:t>R→Hold</a:t>
            </a:r>
            <a:r>
              <a:rPr lang="en-US" dirty="0"/>
              <a:t>. Then ask whether the policy changed and whether the algorithm is finished.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Collect or use as retrieval. Expected answers: policy fixed; Vπ; best/highest-valued; evaluate the new policy; terminate; explain VI vs PI difference.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75DA7767-BF0D-DC92-E26F-0230D00BE84F}"/>
              </a:ext>
            </a:extLst>
          </p:cNvPr>
          <p:cNvSpPr/>
          <p:nvPr userDrawn="1"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62B49"/>
          </a:solidFill>
          <a:ln w="12700">
            <a:solidFill>
              <a:srgbClr val="062B4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41681D8C-888C-44D3-6C7E-45FFCCA2F481}"/>
              </a:ext>
            </a:extLst>
          </p:cNvPr>
          <p:cNvSpPr/>
          <p:nvPr userDrawn="1"/>
        </p:nvSpPr>
        <p:spPr>
          <a:xfrm>
            <a:off x="0" y="164592"/>
            <a:ext cx="12191695" cy="32004"/>
          </a:xfrm>
          <a:prstGeom prst="rect">
            <a:avLst/>
          </a:prstGeom>
          <a:solidFill>
            <a:srgbClr val="FDB515"/>
          </a:solidFill>
          <a:ln w="12700">
            <a:solidFill>
              <a:srgbClr val="FDB51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0">
            <a:extLst>
              <a:ext uri="{FF2B5EF4-FFF2-40B4-BE49-F238E27FC236}">
                <a16:creationId xmlns:a16="http://schemas.microsoft.com/office/drawing/2014/main" id="{D740DD9C-5873-4795-FFDC-1A1F28FC34DF}"/>
              </a:ext>
            </a:extLst>
          </p:cNvPr>
          <p:cNvSpPr/>
          <p:nvPr/>
        </p:nvSpPr>
        <p:spPr>
          <a:xfrm>
            <a:off x="0" y="202020"/>
            <a:ext cx="12191695" cy="6655980"/>
          </a:xfrm>
          <a:prstGeom prst="rect">
            <a:avLst/>
          </a:prstGeom>
          <a:solidFill>
            <a:srgbClr val="F4F8F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3600"/>
          </a:p>
        </p:txBody>
      </p:sp>
      <p:sp>
        <p:nvSpPr>
          <p:cNvPr id="2" name="Text 0"/>
          <p:cNvSpPr/>
          <p:nvPr/>
        </p:nvSpPr>
        <p:spPr>
          <a:xfrm>
            <a:off x="731520" y="71323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5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CompSci 471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713232" y="1243584"/>
            <a:ext cx="6217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0B2D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Artificial Intelligence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731520" y="1993392"/>
            <a:ext cx="621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5D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14: Reinforcement Learning II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49808" y="2542032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5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Iteration</a:t>
            </a:r>
          </a:p>
        </p:txBody>
      </p:sp>
      <p:sp>
        <p:nvSpPr>
          <p:cNvPr id="15" name="Text 13"/>
          <p:cNvSpPr/>
          <p:nvPr/>
        </p:nvSpPr>
        <p:spPr>
          <a:xfrm>
            <a:off x="638856" y="3195828"/>
            <a:ext cx="6404795" cy="548640"/>
          </a:xfrm>
          <a:prstGeom prst="roundRect">
            <a:avLst>
              <a:gd name="adj" fmla="val 8333"/>
            </a:avLst>
          </a:prstGeom>
          <a:solidFill>
            <a:srgbClr val="FFF4CE"/>
          </a:solidFill>
          <a:ln w="15240">
            <a:solidFill>
              <a:srgbClr val="F2C14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/>
            <a:r>
              <a:rPr lang="en-US" sz="1600" b="1" dirty="0">
                <a:solidFill>
                  <a:srgbClr val="082B55"/>
                </a:solidFill>
              </a:rPr>
              <a:t>LOCK the arrows → update the numbers. </a:t>
            </a:r>
            <a:br>
              <a:rPr lang="en-US" sz="1600" b="1" dirty="0">
                <a:solidFill>
                  <a:srgbClr val="082B55"/>
                </a:solidFill>
              </a:rPr>
            </a:br>
            <a:r>
              <a:rPr lang="en-US" sz="1600" b="1" dirty="0">
                <a:solidFill>
                  <a:srgbClr val="082B55"/>
                </a:solidFill>
              </a:rPr>
              <a:t>UNLOCK the arrows → choose better actions.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31520" y="626364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Fall 2026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02920" y="6611112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L14: Policy Iteration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11841480" y="6601968"/>
            <a:ext cx="182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00" dirty="0"/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92E7DEFB-A276-4B39-F31B-2FFEBF2F070E}"/>
              </a:ext>
            </a:extLst>
          </p:cNvPr>
          <p:cNvPicPr/>
          <p:nvPr/>
        </p:nvPicPr>
        <p:blipFill>
          <a:blip r:embed="rId3"/>
          <a:srcRect/>
          <a:stretch/>
        </p:blipFill>
        <p:spPr bwMode="auto">
          <a:xfrm>
            <a:off x="530565" y="5148923"/>
            <a:ext cx="980535" cy="981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3" name="Text 6">
            <a:extLst>
              <a:ext uri="{FF2B5EF4-FFF2-40B4-BE49-F238E27FC236}">
                <a16:creationId xmlns:a16="http://schemas.microsoft.com/office/drawing/2014/main" id="{5FB522AD-F414-759B-9EAA-B2CFC50A7AB1}"/>
              </a:ext>
            </a:extLst>
          </p:cNvPr>
          <p:cNvSpPr/>
          <p:nvPr/>
        </p:nvSpPr>
        <p:spPr>
          <a:xfrm>
            <a:off x="7685729" y="632589"/>
            <a:ext cx="951649" cy="951649"/>
          </a:xfrm>
          <a:prstGeom prst="rect">
            <a:avLst/>
          </a:prstGeom>
          <a:solidFill>
            <a:srgbClr val="FDECEC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-1.9</a:t>
            </a:r>
            <a:endParaRPr lang="en-US" sz="2000" dirty="0"/>
          </a:p>
        </p:txBody>
      </p:sp>
      <p:sp>
        <p:nvSpPr>
          <p:cNvPr id="25" name="Text 7">
            <a:extLst>
              <a:ext uri="{FF2B5EF4-FFF2-40B4-BE49-F238E27FC236}">
                <a16:creationId xmlns:a16="http://schemas.microsoft.com/office/drawing/2014/main" id="{0D4C190B-6C65-3944-1C80-1DBA1E19C04B}"/>
              </a:ext>
            </a:extLst>
          </p:cNvPr>
          <p:cNvSpPr/>
          <p:nvPr/>
        </p:nvSpPr>
        <p:spPr>
          <a:xfrm>
            <a:off x="8640183" y="632589"/>
            <a:ext cx="951649" cy="951649"/>
          </a:xfrm>
          <a:prstGeom prst="rect">
            <a:avLst/>
          </a:prstGeom>
          <a:solidFill>
            <a:srgbClr val="D9F0E5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9.6</a:t>
            </a:r>
            <a:endParaRPr lang="en-US" sz="2000" dirty="0"/>
          </a:p>
        </p:txBody>
      </p:sp>
      <p:sp>
        <p:nvSpPr>
          <p:cNvPr id="27" name="Text 8">
            <a:extLst>
              <a:ext uri="{FF2B5EF4-FFF2-40B4-BE49-F238E27FC236}">
                <a16:creationId xmlns:a16="http://schemas.microsoft.com/office/drawing/2014/main" id="{B423A674-66DB-4CB6-E052-7F65A19440EC}"/>
              </a:ext>
            </a:extLst>
          </p:cNvPr>
          <p:cNvSpPr/>
          <p:nvPr/>
        </p:nvSpPr>
        <p:spPr>
          <a:xfrm>
            <a:off x="9594637" y="632589"/>
            <a:ext cx="951649" cy="951649"/>
          </a:xfrm>
          <a:prstGeom prst="rect">
            <a:avLst/>
          </a:prstGeom>
          <a:solidFill>
            <a:srgbClr val="CBEDD9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16.1</a:t>
            </a:r>
            <a:endParaRPr lang="en-US" sz="2000" dirty="0"/>
          </a:p>
        </p:txBody>
      </p:sp>
      <p:sp>
        <p:nvSpPr>
          <p:cNvPr id="29" name="Text 9">
            <a:extLst>
              <a:ext uri="{FF2B5EF4-FFF2-40B4-BE49-F238E27FC236}">
                <a16:creationId xmlns:a16="http://schemas.microsoft.com/office/drawing/2014/main" id="{ED2DF3EE-CC23-EBA5-AF08-5924C2D01610}"/>
              </a:ext>
            </a:extLst>
          </p:cNvPr>
          <p:cNvSpPr/>
          <p:nvPr/>
        </p:nvSpPr>
        <p:spPr>
          <a:xfrm>
            <a:off x="10543479" y="632589"/>
            <a:ext cx="951649" cy="951649"/>
          </a:xfrm>
          <a:prstGeom prst="rect">
            <a:avLst/>
          </a:prstGeom>
          <a:solidFill>
            <a:srgbClr val="E8F6EF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AA8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+10</a:t>
            </a:r>
            <a:endParaRPr lang="en-US" sz="2000" dirty="0"/>
          </a:p>
        </p:txBody>
      </p:sp>
      <p:sp>
        <p:nvSpPr>
          <p:cNvPr id="31" name="Text 10">
            <a:extLst>
              <a:ext uri="{FF2B5EF4-FFF2-40B4-BE49-F238E27FC236}">
                <a16:creationId xmlns:a16="http://schemas.microsoft.com/office/drawing/2014/main" id="{822074A5-530D-6339-7153-E4425D13E69A}"/>
              </a:ext>
            </a:extLst>
          </p:cNvPr>
          <p:cNvSpPr/>
          <p:nvPr/>
        </p:nvSpPr>
        <p:spPr>
          <a:xfrm>
            <a:off x="7685729" y="1581431"/>
            <a:ext cx="951649" cy="951649"/>
          </a:xfrm>
          <a:prstGeom prst="rect">
            <a:avLst/>
          </a:prstGeom>
          <a:solidFill>
            <a:srgbClr val="FDECEC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-1.9</a:t>
            </a:r>
            <a:endParaRPr lang="en-US" sz="2000" dirty="0"/>
          </a:p>
        </p:txBody>
      </p:sp>
      <p:sp>
        <p:nvSpPr>
          <p:cNvPr id="37" name="Text 11">
            <a:extLst>
              <a:ext uri="{FF2B5EF4-FFF2-40B4-BE49-F238E27FC236}">
                <a16:creationId xmlns:a16="http://schemas.microsoft.com/office/drawing/2014/main" id="{873A8836-AAFF-1D91-8A55-123D306A5CA4}"/>
              </a:ext>
            </a:extLst>
          </p:cNvPr>
          <p:cNvSpPr/>
          <p:nvPr/>
        </p:nvSpPr>
        <p:spPr>
          <a:xfrm>
            <a:off x="8640183" y="1581431"/>
            <a:ext cx="951649" cy="951649"/>
          </a:xfrm>
          <a:prstGeom prst="rect">
            <a:avLst/>
          </a:prstGeom>
          <a:solidFill>
            <a:srgbClr val="D4DEE8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WALL</a:t>
            </a:r>
            <a:endParaRPr lang="en-US" sz="2000" dirty="0"/>
          </a:p>
        </p:txBody>
      </p:sp>
      <p:sp>
        <p:nvSpPr>
          <p:cNvPr id="41" name="Text 12">
            <a:extLst>
              <a:ext uri="{FF2B5EF4-FFF2-40B4-BE49-F238E27FC236}">
                <a16:creationId xmlns:a16="http://schemas.microsoft.com/office/drawing/2014/main" id="{358D207C-6186-90A0-0239-5B6177238DC6}"/>
              </a:ext>
            </a:extLst>
          </p:cNvPr>
          <p:cNvSpPr/>
          <p:nvPr/>
        </p:nvSpPr>
        <p:spPr>
          <a:xfrm>
            <a:off x="9594637" y="1581431"/>
            <a:ext cx="951649" cy="951649"/>
          </a:xfrm>
          <a:prstGeom prst="rect">
            <a:avLst/>
          </a:prstGeom>
          <a:solidFill>
            <a:srgbClr val="FDECEC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-3.8</a:t>
            </a:r>
            <a:endParaRPr lang="en-US" sz="2000" dirty="0"/>
          </a:p>
        </p:txBody>
      </p:sp>
      <p:sp>
        <p:nvSpPr>
          <p:cNvPr id="43" name="Text 13">
            <a:extLst>
              <a:ext uri="{FF2B5EF4-FFF2-40B4-BE49-F238E27FC236}">
                <a16:creationId xmlns:a16="http://schemas.microsoft.com/office/drawing/2014/main" id="{8771E175-C0D4-A0B7-735F-D46886C7AFF6}"/>
              </a:ext>
            </a:extLst>
          </p:cNvPr>
          <p:cNvSpPr/>
          <p:nvPr/>
        </p:nvSpPr>
        <p:spPr>
          <a:xfrm>
            <a:off x="10543479" y="1581431"/>
            <a:ext cx="951649" cy="951649"/>
          </a:xfrm>
          <a:prstGeom prst="rect">
            <a:avLst/>
          </a:prstGeom>
          <a:solidFill>
            <a:srgbClr val="FDECEC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0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−10</a:t>
            </a:r>
            <a:endParaRPr lang="en-US" sz="2000" dirty="0"/>
          </a:p>
        </p:txBody>
      </p:sp>
      <p:sp>
        <p:nvSpPr>
          <p:cNvPr id="46" name="Text 14">
            <a:extLst>
              <a:ext uri="{FF2B5EF4-FFF2-40B4-BE49-F238E27FC236}">
                <a16:creationId xmlns:a16="http://schemas.microsoft.com/office/drawing/2014/main" id="{0D7016D4-0ED1-83C7-FFBE-82C6DFBCE893}"/>
              </a:ext>
            </a:extLst>
          </p:cNvPr>
          <p:cNvSpPr/>
          <p:nvPr/>
        </p:nvSpPr>
        <p:spPr>
          <a:xfrm>
            <a:off x="7685729" y="2530273"/>
            <a:ext cx="951649" cy="951649"/>
          </a:xfrm>
          <a:prstGeom prst="rect">
            <a:avLst/>
          </a:prstGeom>
          <a:solidFill>
            <a:srgbClr val="FDECEC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-1.9</a:t>
            </a:r>
            <a:endParaRPr lang="en-US" sz="2000" dirty="0"/>
          </a:p>
        </p:txBody>
      </p:sp>
      <p:sp>
        <p:nvSpPr>
          <p:cNvPr id="49" name="Text 15">
            <a:extLst>
              <a:ext uri="{FF2B5EF4-FFF2-40B4-BE49-F238E27FC236}">
                <a16:creationId xmlns:a16="http://schemas.microsoft.com/office/drawing/2014/main" id="{10FCCE8E-77C9-4AE9-85E8-E88B656E4633}"/>
              </a:ext>
            </a:extLst>
          </p:cNvPr>
          <p:cNvSpPr/>
          <p:nvPr/>
        </p:nvSpPr>
        <p:spPr>
          <a:xfrm>
            <a:off x="8640183" y="2530273"/>
            <a:ext cx="951649" cy="951649"/>
          </a:xfrm>
          <a:prstGeom prst="rect">
            <a:avLst/>
          </a:prstGeom>
          <a:solidFill>
            <a:srgbClr val="FDECEC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-1.9</a:t>
            </a:r>
            <a:endParaRPr lang="en-US" sz="2000" dirty="0"/>
          </a:p>
        </p:txBody>
      </p:sp>
      <p:sp>
        <p:nvSpPr>
          <p:cNvPr id="52" name="Text 16">
            <a:extLst>
              <a:ext uri="{FF2B5EF4-FFF2-40B4-BE49-F238E27FC236}">
                <a16:creationId xmlns:a16="http://schemas.microsoft.com/office/drawing/2014/main" id="{A522B600-EF0B-6B5F-440C-E85641150116}"/>
              </a:ext>
            </a:extLst>
          </p:cNvPr>
          <p:cNvSpPr/>
          <p:nvPr/>
        </p:nvSpPr>
        <p:spPr>
          <a:xfrm>
            <a:off x="9594637" y="2530273"/>
            <a:ext cx="951649" cy="951649"/>
          </a:xfrm>
          <a:prstGeom prst="rect">
            <a:avLst/>
          </a:prstGeom>
          <a:solidFill>
            <a:srgbClr val="F3B9B9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-12.4</a:t>
            </a:r>
            <a:endParaRPr lang="en-US" sz="2000" dirty="0"/>
          </a:p>
        </p:txBody>
      </p:sp>
      <p:sp>
        <p:nvSpPr>
          <p:cNvPr id="56" name="Text 17">
            <a:extLst>
              <a:ext uri="{FF2B5EF4-FFF2-40B4-BE49-F238E27FC236}">
                <a16:creationId xmlns:a16="http://schemas.microsoft.com/office/drawing/2014/main" id="{024FDF12-B192-5E02-B90F-935C01FB5DC9}"/>
              </a:ext>
            </a:extLst>
          </p:cNvPr>
          <p:cNvSpPr/>
          <p:nvPr/>
        </p:nvSpPr>
        <p:spPr>
          <a:xfrm>
            <a:off x="10543479" y="2530273"/>
            <a:ext cx="951649" cy="951649"/>
          </a:xfrm>
          <a:prstGeom prst="rect">
            <a:avLst/>
          </a:prstGeom>
          <a:solidFill>
            <a:srgbClr val="F3B9B9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↑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-16.9</a:t>
            </a:r>
            <a:endParaRPr lang="en-US" sz="2000" dirty="0"/>
          </a:p>
        </p:txBody>
      </p:sp>
      <p:sp>
        <p:nvSpPr>
          <p:cNvPr id="60" name="Text 18">
            <a:extLst>
              <a:ext uri="{FF2B5EF4-FFF2-40B4-BE49-F238E27FC236}">
                <a16:creationId xmlns:a16="http://schemas.microsoft.com/office/drawing/2014/main" id="{0DC72DCD-E6DF-75FF-BD9D-30E1C5B08E93}"/>
              </a:ext>
            </a:extLst>
          </p:cNvPr>
          <p:cNvSpPr/>
          <p:nvPr/>
        </p:nvSpPr>
        <p:spPr>
          <a:xfrm>
            <a:off x="7550913" y="3629684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</a:rPr>
              <a:t>Same Gridworld. Different strategy.</a:t>
            </a:r>
            <a:endParaRPr lang="en-US" dirty="0"/>
          </a:p>
        </p:txBody>
      </p:sp>
      <p:sp>
        <p:nvSpPr>
          <p:cNvPr id="68" name="Text 8">
            <a:extLst>
              <a:ext uri="{FF2B5EF4-FFF2-40B4-BE49-F238E27FC236}">
                <a16:creationId xmlns:a16="http://schemas.microsoft.com/office/drawing/2014/main" id="{59956F6D-9B89-E228-AEB3-A7164C9EAB28}"/>
              </a:ext>
            </a:extLst>
          </p:cNvPr>
          <p:cNvSpPr/>
          <p:nvPr/>
        </p:nvSpPr>
        <p:spPr>
          <a:xfrm>
            <a:off x="7550913" y="5082401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2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iteration loop</a:t>
            </a:r>
            <a:endParaRPr lang="en-US" sz="1100" dirty="0"/>
          </a:p>
        </p:txBody>
      </p:sp>
      <p:sp>
        <p:nvSpPr>
          <p:cNvPr id="71" name="Text 9">
            <a:extLst>
              <a:ext uri="{FF2B5EF4-FFF2-40B4-BE49-F238E27FC236}">
                <a16:creationId xmlns:a16="http://schemas.microsoft.com/office/drawing/2014/main" id="{F1646A56-47D2-AAF4-4E5F-E5C83803FAFE}"/>
              </a:ext>
            </a:extLst>
          </p:cNvPr>
          <p:cNvSpPr/>
          <p:nvPr/>
        </p:nvSpPr>
        <p:spPr>
          <a:xfrm>
            <a:off x="8081265" y="4195433"/>
            <a:ext cx="1325880" cy="685800"/>
          </a:xfrm>
          <a:prstGeom prst="rect">
            <a:avLst/>
          </a:prstGeom>
          <a:solidFill>
            <a:srgbClr val="EAF2F8"/>
          </a:solidFill>
          <a:ln w="12700">
            <a:solidFill>
              <a:srgbClr val="1F5D9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Initialize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B2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</a:t>
            </a:r>
            <a:r>
              <a:rPr lang="en-US" sz="1400" b="1" dirty="0">
                <a:solidFill>
                  <a:srgbClr val="0B2D5C"/>
                </a:solidFill>
                <a:latin typeface="Arial" pitchFamily="34" charset="0"/>
                <a:ea typeface="Arial" pitchFamily="34" charset="-122"/>
                <a:cs typeface="Arial" pitchFamily="34" charset="-120"/>
                <a:sym typeface="Symbol" panose="05050102010706020507" pitchFamily="18" charset="2"/>
              </a:rPr>
              <a:t></a:t>
            </a:r>
            <a:r>
              <a:rPr lang="en-US" sz="1400" b="1" baseline="-25000" dirty="0">
                <a:solidFill>
                  <a:srgbClr val="0B2D5C"/>
                </a:solidFill>
                <a:latin typeface="Arial" pitchFamily="34" charset="0"/>
                <a:ea typeface="Arial" pitchFamily="34" charset="-122"/>
                <a:cs typeface="Arial" pitchFamily="34" charset="-120"/>
                <a:sym typeface="Symbol" panose="05050102010706020507" pitchFamily="18" charset="2"/>
              </a:rPr>
              <a:t>0</a:t>
            </a:r>
            <a:endParaRPr lang="en-US" sz="1400" dirty="0"/>
          </a:p>
        </p:txBody>
      </p:sp>
      <p:sp>
        <p:nvSpPr>
          <p:cNvPr id="75" name="Text 10">
            <a:extLst>
              <a:ext uri="{FF2B5EF4-FFF2-40B4-BE49-F238E27FC236}">
                <a16:creationId xmlns:a16="http://schemas.microsoft.com/office/drawing/2014/main" id="{457D0CB1-0679-AA55-FB7C-6CFBC9D5A33E}"/>
              </a:ext>
            </a:extLst>
          </p:cNvPr>
          <p:cNvSpPr/>
          <p:nvPr/>
        </p:nvSpPr>
        <p:spPr>
          <a:xfrm>
            <a:off x="9910065" y="4195433"/>
            <a:ext cx="1325880" cy="685800"/>
          </a:xfrm>
          <a:prstGeom prst="rect">
            <a:avLst/>
          </a:prstGeom>
          <a:solidFill>
            <a:srgbClr val="1F5D9B"/>
          </a:solidFill>
          <a:ln w="12700">
            <a:solidFill>
              <a:srgbClr val="1F5D9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 </a:t>
            </a:r>
            <a:r>
              <a:rPr lang="en-US" sz="14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r>
              <a:rPr lang="en-US" sz="1400" b="1" baseline="30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  <a:sym typeface="Symbol" panose="05050102010706020507" pitchFamily="18" charset="2"/>
              </a:rPr>
              <a:t></a:t>
            </a:r>
            <a:endParaRPr lang="en-US" sz="1400" dirty="0"/>
          </a:p>
        </p:txBody>
      </p:sp>
      <p:sp>
        <p:nvSpPr>
          <p:cNvPr id="79" name="Text 11">
            <a:extLst>
              <a:ext uri="{FF2B5EF4-FFF2-40B4-BE49-F238E27FC236}">
                <a16:creationId xmlns:a16="http://schemas.microsoft.com/office/drawing/2014/main" id="{F2798050-D43B-D149-5B2F-7D44953CBAEC}"/>
              </a:ext>
            </a:extLst>
          </p:cNvPr>
          <p:cNvSpPr/>
          <p:nvPr/>
        </p:nvSpPr>
        <p:spPr>
          <a:xfrm>
            <a:off x="8081265" y="5658473"/>
            <a:ext cx="1325880" cy="685800"/>
          </a:xfrm>
          <a:prstGeom prst="rect">
            <a:avLst/>
          </a:prstGeom>
          <a:solidFill>
            <a:srgbClr val="EAF2F8"/>
          </a:solidFill>
          <a:ln w="12700">
            <a:solidFill>
              <a:srgbClr val="1F5D9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Stable?</a:t>
            </a:r>
            <a:endParaRPr lang="en-US" sz="1400" dirty="0"/>
          </a:p>
        </p:txBody>
      </p:sp>
      <p:sp>
        <p:nvSpPr>
          <p:cNvPr id="83" name="Text 12">
            <a:extLst>
              <a:ext uri="{FF2B5EF4-FFF2-40B4-BE49-F238E27FC236}">
                <a16:creationId xmlns:a16="http://schemas.microsoft.com/office/drawing/2014/main" id="{2B6543BC-6D1B-DE77-09E5-14A952EEA159}"/>
              </a:ext>
            </a:extLst>
          </p:cNvPr>
          <p:cNvSpPr/>
          <p:nvPr/>
        </p:nvSpPr>
        <p:spPr>
          <a:xfrm>
            <a:off x="9910065" y="5658473"/>
            <a:ext cx="1325880" cy="685800"/>
          </a:xfrm>
          <a:prstGeom prst="rect">
            <a:avLst/>
          </a:prstGeom>
          <a:solidFill>
            <a:srgbClr val="EAF2F8"/>
          </a:solidFill>
          <a:ln w="12700">
            <a:solidFill>
              <a:srgbClr val="1F5D9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/>
            <a:r>
              <a:rPr lang="en-US" sz="1400" b="1" dirty="0">
                <a:solidFill>
                  <a:srgbClr val="0B2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 </a:t>
            </a:r>
            <a:r>
              <a:rPr lang="en-US" sz="1400" b="1" dirty="0">
                <a:solidFill>
                  <a:srgbClr val="0B2D5C"/>
                </a:solidFill>
                <a:latin typeface="Arial" pitchFamily="34" charset="0"/>
                <a:ea typeface="Arial" pitchFamily="34" charset="-122"/>
                <a:cs typeface="Arial" pitchFamily="34" charset="-120"/>
                <a:sym typeface="Symbol" panose="05050102010706020507" pitchFamily="18" charset="2"/>
              </a:rPr>
              <a:t></a:t>
            </a:r>
            <a:r>
              <a:rPr lang="en-US" sz="1400" b="1" dirty="0">
                <a:solidFill>
                  <a:srgbClr val="0B2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400" dirty="0"/>
          </a:p>
        </p:txBody>
      </p:sp>
      <p:sp>
        <p:nvSpPr>
          <p:cNvPr id="87" name="Text 13">
            <a:extLst>
              <a:ext uri="{FF2B5EF4-FFF2-40B4-BE49-F238E27FC236}">
                <a16:creationId xmlns:a16="http://schemas.microsoft.com/office/drawing/2014/main" id="{D22D6FBE-4C3D-F5AC-542E-FC807060813E}"/>
              </a:ext>
            </a:extLst>
          </p:cNvPr>
          <p:cNvSpPr/>
          <p:nvPr/>
        </p:nvSpPr>
        <p:spPr>
          <a:xfrm>
            <a:off x="9425433" y="4332593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2C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89" name="Text 14">
            <a:extLst>
              <a:ext uri="{FF2B5EF4-FFF2-40B4-BE49-F238E27FC236}">
                <a16:creationId xmlns:a16="http://schemas.microsoft.com/office/drawing/2014/main" id="{0AFC7E29-7D82-27F0-726F-C3E7CE61283F}"/>
              </a:ext>
            </a:extLst>
          </p:cNvPr>
          <p:cNvSpPr/>
          <p:nvPr/>
        </p:nvSpPr>
        <p:spPr>
          <a:xfrm rot="10800000">
            <a:off x="9425433" y="5795633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2C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91" name="Text 15">
            <a:extLst>
              <a:ext uri="{FF2B5EF4-FFF2-40B4-BE49-F238E27FC236}">
                <a16:creationId xmlns:a16="http://schemas.microsoft.com/office/drawing/2014/main" id="{5C6B8B6D-2E03-CBCF-D53A-73E4D2BEAB27}"/>
              </a:ext>
            </a:extLst>
          </p:cNvPr>
          <p:cNvSpPr/>
          <p:nvPr/>
        </p:nvSpPr>
        <p:spPr>
          <a:xfrm rot="10800000">
            <a:off x="8538465" y="4990960"/>
            <a:ext cx="320040" cy="50652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2C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2400" dirty="0"/>
          </a:p>
        </p:txBody>
      </p:sp>
      <p:sp>
        <p:nvSpPr>
          <p:cNvPr id="93" name="Text 16">
            <a:extLst>
              <a:ext uri="{FF2B5EF4-FFF2-40B4-BE49-F238E27FC236}">
                <a16:creationId xmlns:a16="http://schemas.microsoft.com/office/drawing/2014/main" id="{78301E1F-E769-460A-72C6-BFCD54735EC8}"/>
              </a:ext>
            </a:extLst>
          </p:cNvPr>
          <p:cNvSpPr/>
          <p:nvPr/>
        </p:nvSpPr>
        <p:spPr>
          <a:xfrm>
            <a:off x="10367265" y="4990960"/>
            <a:ext cx="320040" cy="50652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2C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0B2D5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Today’s mission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621792" y="960120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/>
              <a:t>Policy and value give meaning to behavior over time.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502920" y="6611112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L14: Policy Iteration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841480" y="6601968"/>
            <a:ext cx="182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/>
              <a:t>2</a:t>
            </a:r>
          </a:p>
        </p:txBody>
      </p:sp>
      <p:sp>
        <p:nvSpPr>
          <p:cNvPr id="6" name="Text 4"/>
          <p:cNvSpPr/>
          <p:nvPr/>
        </p:nvSpPr>
        <p:spPr>
          <a:xfrm>
            <a:off x="960120" y="1691640"/>
            <a:ext cx="502920" cy="502920"/>
          </a:xfrm>
          <a:prstGeom prst="rect">
            <a:avLst/>
          </a:prstGeom>
          <a:solidFill>
            <a:srgbClr val="0B2D5C"/>
          </a:solidFill>
          <a:ln>
            <a:solidFill>
              <a:srgbClr val="0B2D5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91640" y="1746504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5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 policy evaluation and policy improvement.</a:t>
            </a:r>
          </a:p>
        </p:txBody>
      </p:sp>
      <p:sp>
        <p:nvSpPr>
          <p:cNvPr id="8" name="Text 6"/>
          <p:cNvSpPr/>
          <p:nvPr/>
        </p:nvSpPr>
        <p:spPr>
          <a:xfrm>
            <a:off x="960120" y="2743200"/>
            <a:ext cx="502920" cy="502920"/>
          </a:xfrm>
          <a:prstGeom prst="rect">
            <a:avLst/>
          </a:prstGeom>
          <a:solidFill>
            <a:srgbClr val="0B2D5C"/>
          </a:solidFill>
          <a:ln>
            <a:solidFill>
              <a:srgbClr val="0B2D5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691640" y="2798064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5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Apply a simple policy-iteration step.</a:t>
            </a:r>
          </a:p>
        </p:txBody>
      </p:sp>
      <p:sp>
        <p:nvSpPr>
          <p:cNvPr id="10" name="Text 8"/>
          <p:cNvSpPr/>
          <p:nvPr/>
        </p:nvSpPr>
        <p:spPr>
          <a:xfrm>
            <a:off x="960120" y="3794760"/>
            <a:ext cx="502920" cy="502920"/>
          </a:xfrm>
          <a:prstGeom prst="rect">
            <a:avLst/>
          </a:prstGeom>
          <a:solidFill>
            <a:srgbClr val="0B2D5C"/>
          </a:solidFill>
          <a:ln>
            <a:solidFill>
              <a:srgbClr val="0B2D5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691640" y="3849624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5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policy iteration and value iteration.</a:t>
            </a:r>
          </a:p>
        </p:txBody>
      </p:sp>
      <p:sp>
        <p:nvSpPr>
          <p:cNvPr id="12" name="Text 10"/>
          <p:cNvSpPr/>
          <p:nvPr/>
        </p:nvSpPr>
        <p:spPr>
          <a:xfrm>
            <a:off x="1005840" y="5257800"/>
            <a:ext cx="10149840" cy="713232"/>
          </a:xfrm>
          <a:prstGeom prst="roundRect">
            <a:avLst>
              <a:gd name="adj" fmla="val 6410"/>
            </a:avLst>
          </a:prstGeom>
          <a:solidFill>
            <a:srgbClr val="FFF4CE"/>
          </a:solidFill>
          <a:ln w="15240">
            <a:solidFill>
              <a:srgbClr val="F2C14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/>
            <a:r>
              <a:rPr lang="en-US" sz="1600" b="1" dirty="0">
                <a:solidFill>
                  <a:srgbClr val="082B55"/>
                </a:solidFill>
              </a:rPr>
              <a:t>Performance target: </a:t>
            </a:r>
            <a:r>
              <a:rPr lang="en-US" sz="1600" b="1" dirty="0">
                <a:solidFill>
                  <a:srgbClr val="243447"/>
                </a:solidFill>
                <a:latin typeface="Aptos" pitchFamily="34" charset="0"/>
              </a:rPr>
              <a:t>g</a:t>
            </a:r>
            <a:r>
              <a:rPr lang="en-US" sz="1600" b="1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iven a current policy and evaluated action values, determine whether the policy should change and explain when policy iteration terminates.</a:t>
            </a:r>
            <a:endParaRPr lang="en-US" sz="1600" b="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02920" y="6510528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6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L14: Policy Iteration</a:t>
            </a:r>
            <a:endParaRPr lang="en-US" sz="760" dirty="0"/>
          </a:p>
        </p:txBody>
      </p:sp>
      <p:sp>
        <p:nvSpPr>
          <p:cNvPr id="5" name="Text 3"/>
          <p:cNvSpPr/>
          <p:nvPr/>
        </p:nvSpPr>
        <p:spPr>
          <a:xfrm>
            <a:off x="11612880" y="651052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5090160" y="1944696"/>
            <a:ext cx="2011680" cy="2057400"/>
          </a:xfrm>
          <a:prstGeom prst="rect">
            <a:avLst/>
          </a:prstGeom>
          <a:solidFill>
            <a:srgbClr val="FFF4D6"/>
          </a:solidFill>
          <a:ln w="13970">
            <a:solidFill>
              <a:srgbClr val="F2B944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</a:t>
            </a:r>
            <a:endParaRPr lang="en-US" dirty="0"/>
          </a:p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dirty="0"/>
          </a:p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Evaluate</a:t>
            </a:r>
            <a:endParaRPr lang="en-US" dirty="0"/>
          </a:p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dirty="0"/>
          </a:p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MAX</a:t>
            </a:r>
            <a:endParaRPr lang="en-US" dirty="0"/>
          </a:p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dirty="0"/>
          </a:p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Update V</a:t>
            </a: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7503316" y="2876201"/>
            <a:ext cx="2103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Think back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7667908" y="3214529"/>
            <a:ext cx="4041648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did the Bellman backup use MAX?</a:t>
            </a: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7667908" y="3598577"/>
            <a:ext cx="4041648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did convergence look like?</a:t>
            </a: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3293336" y="4788480"/>
            <a:ext cx="5605328" cy="755760"/>
          </a:xfrm>
          <a:prstGeom prst="rect">
            <a:avLst/>
          </a:prstGeom>
          <a:solidFill>
            <a:srgbClr val="EAF2FA"/>
          </a:solidFill>
          <a:ln w="13970">
            <a:solidFill>
              <a:srgbClr val="2B70B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Today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solve the same MDP, but organize the work differently.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38200" y="5877287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82B55"/>
                </a:solidFill>
              </a:rPr>
              <a:t>Value iteration mixes judging and choosing inside each backup.</a:t>
            </a:r>
            <a:endParaRPr lang="en-US" sz="1600" dirty="0"/>
          </a:p>
        </p:txBody>
      </p:sp>
      <p:sp>
        <p:nvSpPr>
          <p:cNvPr id="27" name="Text 0">
            <a:extLst>
              <a:ext uri="{FF2B5EF4-FFF2-40B4-BE49-F238E27FC236}">
                <a16:creationId xmlns:a16="http://schemas.microsoft.com/office/drawing/2014/main" id="{DB82234B-3C72-13DB-5EB7-AF8CF976459A}"/>
              </a:ext>
            </a:extLst>
          </p:cNvPr>
          <p:cNvSpPr/>
          <p:nvPr/>
        </p:nvSpPr>
        <p:spPr>
          <a:xfrm>
            <a:off x="594360" y="43891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082B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Retrieval: what did value iteration do?</a:t>
            </a:r>
            <a:endParaRPr lang="en-US" sz="3200" dirty="0"/>
          </a:p>
        </p:txBody>
      </p:sp>
      <p:sp>
        <p:nvSpPr>
          <p:cNvPr id="29" name="Text 1">
            <a:extLst>
              <a:ext uri="{FF2B5EF4-FFF2-40B4-BE49-F238E27FC236}">
                <a16:creationId xmlns:a16="http://schemas.microsoft.com/office/drawing/2014/main" id="{88D11B5A-1791-9841-DC63-41AD4EB9612B}"/>
              </a:ext>
            </a:extLst>
          </p:cNvPr>
          <p:cNvSpPr/>
          <p:nvPr/>
        </p:nvSpPr>
        <p:spPr>
          <a:xfrm>
            <a:off x="621792" y="960120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Value iteration repeatedly applied optimality backups.</a:t>
            </a:r>
            <a:endParaRPr lang="en-US" sz="1600" dirty="0"/>
          </a:p>
        </p:txBody>
      </p:sp>
      <p:sp>
        <p:nvSpPr>
          <p:cNvPr id="31" name="Text 6">
            <a:extLst>
              <a:ext uri="{FF2B5EF4-FFF2-40B4-BE49-F238E27FC236}">
                <a16:creationId xmlns:a16="http://schemas.microsoft.com/office/drawing/2014/main" id="{84B80901-8460-C974-29A7-117296EFA80F}"/>
              </a:ext>
            </a:extLst>
          </p:cNvPr>
          <p:cNvSpPr/>
          <p:nvPr/>
        </p:nvSpPr>
        <p:spPr>
          <a:xfrm>
            <a:off x="594360" y="1600710"/>
            <a:ext cx="951649" cy="951649"/>
          </a:xfrm>
          <a:prstGeom prst="rect">
            <a:avLst/>
          </a:prstGeom>
          <a:solidFill>
            <a:srgbClr val="FDECEC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-1.9</a:t>
            </a:r>
            <a:endParaRPr lang="en-US" sz="2000" dirty="0"/>
          </a:p>
        </p:txBody>
      </p:sp>
      <p:sp>
        <p:nvSpPr>
          <p:cNvPr id="33" name="Text 7">
            <a:extLst>
              <a:ext uri="{FF2B5EF4-FFF2-40B4-BE49-F238E27FC236}">
                <a16:creationId xmlns:a16="http://schemas.microsoft.com/office/drawing/2014/main" id="{8623035C-3F4E-433B-D6E0-CF932853F1F0}"/>
              </a:ext>
            </a:extLst>
          </p:cNvPr>
          <p:cNvSpPr/>
          <p:nvPr/>
        </p:nvSpPr>
        <p:spPr>
          <a:xfrm>
            <a:off x="1548814" y="1600710"/>
            <a:ext cx="951649" cy="951649"/>
          </a:xfrm>
          <a:prstGeom prst="rect">
            <a:avLst/>
          </a:prstGeom>
          <a:solidFill>
            <a:srgbClr val="D9F0E5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9.6</a:t>
            </a:r>
            <a:endParaRPr lang="en-US" sz="2000" dirty="0"/>
          </a:p>
        </p:txBody>
      </p:sp>
      <p:sp>
        <p:nvSpPr>
          <p:cNvPr id="35" name="Text 8">
            <a:extLst>
              <a:ext uri="{FF2B5EF4-FFF2-40B4-BE49-F238E27FC236}">
                <a16:creationId xmlns:a16="http://schemas.microsoft.com/office/drawing/2014/main" id="{2ED25AFF-1561-CFC0-3AF5-02825B77064F}"/>
              </a:ext>
            </a:extLst>
          </p:cNvPr>
          <p:cNvSpPr/>
          <p:nvPr/>
        </p:nvSpPr>
        <p:spPr>
          <a:xfrm>
            <a:off x="2503268" y="1600710"/>
            <a:ext cx="951649" cy="951649"/>
          </a:xfrm>
          <a:prstGeom prst="rect">
            <a:avLst/>
          </a:prstGeom>
          <a:solidFill>
            <a:srgbClr val="CBEDD9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16.1</a:t>
            </a:r>
            <a:endParaRPr lang="en-US" sz="2000" dirty="0"/>
          </a:p>
        </p:txBody>
      </p:sp>
      <p:sp>
        <p:nvSpPr>
          <p:cNvPr id="37" name="Text 9">
            <a:extLst>
              <a:ext uri="{FF2B5EF4-FFF2-40B4-BE49-F238E27FC236}">
                <a16:creationId xmlns:a16="http://schemas.microsoft.com/office/drawing/2014/main" id="{7E18C6E1-B674-C68A-A88A-4CFD0AC5F3E3}"/>
              </a:ext>
            </a:extLst>
          </p:cNvPr>
          <p:cNvSpPr/>
          <p:nvPr/>
        </p:nvSpPr>
        <p:spPr>
          <a:xfrm>
            <a:off x="3452110" y="1600710"/>
            <a:ext cx="951649" cy="951649"/>
          </a:xfrm>
          <a:prstGeom prst="rect">
            <a:avLst/>
          </a:prstGeom>
          <a:solidFill>
            <a:srgbClr val="E8F6EF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AA8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+10</a:t>
            </a:r>
            <a:endParaRPr lang="en-US" sz="2000" dirty="0"/>
          </a:p>
        </p:txBody>
      </p:sp>
      <p:sp>
        <p:nvSpPr>
          <p:cNvPr id="39" name="Text 10">
            <a:extLst>
              <a:ext uri="{FF2B5EF4-FFF2-40B4-BE49-F238E27FC236}">
                <a16:creationId xmlns:a16="http://schemas.microsoft.com/office/drawing/2014/main" id="{C660F481-B586-54AD-3F2F-1647C8254547}"/>
              </a:ext>
            </a:extLst>
          </p:cNvPr>
          <p:cNvSpPr/>
          <p:nvPr/>
        </p:nvSpPr>
        <p:spPr>
          <a:xfrm>
            <a:off x="594360" y="2549552"/>
            <a:ext cx="951649" cy="951649"/>
          </a:xfrm>
          <a:prstGeom prst="rect">
            <a:avLst/>
          </a:prstGeom>
          <a:solidFill>
            <a:srgbClr val="FDECEC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-1.9</a:t>
            </a:r>
            <a:endParaRPr lang="en-US" sz="2000" dirty="0"/>
          </a:p>
        </p:txBody>
      </p:sp>
      <p:sp>
        <p:nvSpPr>
          <p:cNvPr id="41" name="Text 11">
            <a:extLst>
              <a:ext uri="{FF2B5EF4-FFF2-40B4-BE49-F238E27FC236}">
                <a16:creationId xmlns:a16="http://schemas.microsoft.com/office/drawing/2014/main" id="{02D55D74-52CA-AC79-1B35-5E9D4DB26E8C}"/>
              </a:ext>
            </a:extLst>
          </p:cNvPr>
          <p:cNvSpPr/>
          <p:nvPr/>
        </p:nvSpPr>
        <p:spPr>
          <a:xfrm>
            <a:off x="1548814" y="2549552"/>
            <a:ext cx="951649" cy="951649"/>
          </a:xfrm>
          <a:prstGeom prst="rect">
            <a:avLst/>
          </a:prstGeom>
          <a:solidFill>
            <a:srgbClr val="D4DEE8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WALL</a:t>
            </a:r>
            <a:endParaRPr lang="en-US" sz="2000" dirty="0"/>
          </a:p>
        </p:txBody>
      </p:sp>
      <p:sp>
        <p:nvSpPr>
          <p:cNvPr id="43" name="Text 12">
            <a:extLst>
              <a:ext uri="{FF2B5EF4-FFF2-40B4-BE49-F238E27FC236}">
                <a16:creationId xmlns:a16="http://schemas.microsoft.com/office/drawing/2014/main" id="{F245FE86-3748-FFC9-6615-5AFEDEF06912}"/>
              </a:ext>
            </a:extLst>
          </p:cNvPr>
          <p:cNvSpPr/>
          <p:nvPr/>
        </p:nvSpPr>
        <p:spPr>
          <a:xfrm>
            <a:off x="2503268" y="2549552"/>
            <a:ext cx="951649" cy="951649"/>
          </a:xfrm>
          <a:prstGeom prst="rect">
            <a:avLst/>
          </a:prstGeom>
          <a:solidFill>
            <a:srgbClr val="FDECEC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-3.8</a:t>
            </a:r>
            <a:endParaRPr lang="en-US" sz="2000" dirty="0"/>
          </a:p>
        </p:txBody>
      </p:sp>
      <p:sp>
        <p:nvSpPr>
          <p:cNvPr id="45" name="Text 13">
            <a:extLst>
              <a:ext uri="{FF2B5EF4-FFF2-40B4-BE49-F238E27FC236}">
                <a16:creationId xmlns:a16="http://schemas.microsoft.com/office/drawing/2014/main" id="{B81F2A1D-24B6-A094-8896-8A3DB299C3D1}"/>
              </a:ext>
            </a:extLst>
          </p:cNvPr>
          <p:cNvSpPr/>
          <p:nvPr/>
        </p:nvSpPr>
        <p:spPr>
          <a:xfrm>
            <a:off x="3452110" y="2549552"/>
            <a:ext cx="951649" cy="951649"/>
          </a:xfrm>
          <a:prstGeom prst="rect">
            <a:avLst/>
          </a:prstGeom>
          <a:solidFill>
            <a:srgbClr val="FDECEC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0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−10</a:t>
            </a:r>
            <a:endParaRPr lang="en-US" sz="2000" dirty="0"/>
          </a:p>
        </p:txBody>
      </p:sp>
      <p:sp>
        <p:nvSpPr>
          <p:cNvPr id="47" name="Text 14">
            <a:extLst>
              <a:ext uri="{FF2B5EF4-FFF2-40B4-BE49-F238E27FC236}">
                <a16:creationId xmlns:a16="http://schemas.microsoft.com/office/drawing/2014/main" id="{1BF8CB79-08FE-1F58-3656-0D2CC9F5D2C7}"/>
              </a:ext>
            </a:extLst>
          </p:cNvPr>
          <p:cNvSpPr/>
          <p:nvPr/>
        </p:nvSpPr>
        <p:spPr>
          <a:xfrm>
            <a:off x="594360" y="3498394"/>
            <a:ext cx="951649" cy="951649"/>
          </a:xfrm>
          <a:prstGeom prst="rect">
            <a:avLst/>
          </a:prstGeom>
          <a:solidFill>
            <a:srgbClr val="FDECEC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-1.9</a:t>
            </a:r>
            <a:endParaRPr lang="en-US" sz="2000" dirty="0"/>
          </a:p>
        </p:txBody>
      </p:sp>
      <p:sp>
        <p:nvSpPr>
          <p:cNvPr id="49" name="Text 15">
            <a:extLst>
              <a:ext uri="{FF2B5EF4-FFF2-40B4-BE49-F238E27FC236}">
                <a16:creationId xmlns:a16="http://schemas.microsoft.com/office/drawing/2014/main" id="{A3146C31-DF3D-9A4E-AB26-9F0D2B10F024}"/>
              </a:ext>
            </a:extLst>
          </p:cNvPr>
          <p:cNvSpPr/>
          <p:nvPr/>
        </p:nvSpPr>
        <p:spPr>
          <a:xfrm>
            <a:off x="1548814" y="3498394"/>
            <a:ext cx="951649" cy="951649"/>
          </a:xfrm>
          <a:prstGeom prst="rect">
            <a:avLst/>
          </a:prstGeom>
          <a:solidFill>
            <a:srgbClr val="FDECEC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-1.9</a:t>
            </a:r>
            <a:endParaRPr lang="en-US" sz="2000" dirty="0"/>
          </a:p>
        </p:txBody>
      </p:sp>
      <p:sp>
        <p:nvSpPr>
          <p:cNvPr id="51" name="Text 16">
            <a:extLst>
              <a:ext uri="{FF2B5EF4-FFF2-40B4-BE49-F238E27FC236}">
                <a16:creationId xmlns:a16="http://schemas.microsoft.com/office/drawing/2014/main" id="{9423BC7A-5568-697E-A91B-98A7D6E5570E}"/>
              </a:ext>
            </a:extLst>
          </p:cNvPr>
          <p:cNvSpPr/>
          <p:nvPr/>
        </p:nvSpPr>
        <p:spPr>
          <a:xfrm>
            <a:off x="2503268" y="3498394"/>
            <a:ext cx="951649" cy="951649"/>
          </a:xfrm>
          <a:prstGeom prst="rect">
            <a:avLst/>
          </a:prstGeom>
          <a:solidFill>
            <a:srgbClr val="F3B9B9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-12.4</a:t>
            </a:r>
            <a:endParaRPr lang="en-US" sz="2000" dirty="0"/>
          </a:p>
        </p:txBody>
      </p:sp>
      <p:sp>
        <p:nvSpPr>
          <p:cNvPr id="53" name="Text 17">
            <a:extLst>
              <a:ext uri="{FF2B5EF4-FFF2-40B4-BE49-F238E27FC236}">
                <a16:creationId xmlns:a16="http://schemas.microsoft.com/office/drawing/2014/main" id="{D6DF56E1-213A-CF3B-E119-8F7AD98C052B}"/>
              </a:ext>
            </a:extLst>
          </p:cNvPr>
          <p:cNvSpPr/>
          <p:nvPr/>
        </p:nvSpPr>
        <p:spPr>
          <a:xfrm>
            <a:off x="3452110" y="3498394"/>
            <a:ext cx="951649" cy="951649"/>
          </a:xfrm>
          <a:prstGeom prst="rect">
            <a:avLst/>
          </a:prstGeom>
          <a:solidFill>
            <a:srgbClr val="F3B9B9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-16.9</a:t>
            </a:r>
            <a:endParaRPr 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 4">
                <a:extLst>
                  <a:ext uri="{FF2B5EF4-FFF2-40B4-BE49-F238E27FC236}">
                    <a16:creationId xmlns:a16="http://schemas.microsoft.com/office/drawing/2014/main" id="{3DAFFD93-AB62-5D89-A7AE-4E530D569F0F}"/>
                  </a:ext>
                </a:extLst>
              </p:cNvPr>
              <p:cNvSpPr/>
              <p:nvPr/>
            </p:nvSpPr>
            <p:spPr>
              <a:xfrm>
                <a:off x="7203859" y="2140596"/>
                <a:ext cx="4805154" cy="49377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dirty="0" smtClean="0">
                          <a:solidFill>
                            <a:srgbClr val="082B55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sz="1600" b="0" i="1" dirty="0" smtClean="0">
                          <a:solidFill>
                            <a:srgbClr val="082B55"/>
                          </a:solidFill>
                          <a:latin typeface="Cambria Math" panose="02040503050406030204" pitchFamily="18" charset="0"/>
                        </a:rPr>
                        <m:t>ₖ</m:t>
                      </m:r>
                      <m:r>
                        <a:rPr lang="en-US" sz="1600" b="0" i="1" dirty="0" smtClean="0">
                          <a:solidFill>
                            <a:srgbClr val="082B55"/>
                          </a:solidFill>
                          <a:latin typeface="Cambria Math" panose="02040503050406030204" pitchFamily="18" charset="0"/>
                        </a:rPr>
                        <m:t>₊</m:t>
                      </m:r>
                      <m:r>
                        <a:rPr lang="en-US" sz="1600" b="0" i="1" dirty="0" smtClean="0">
                          <a:solidFill>
                            <a:srgbClr val="082B55"/>
                          </a:solidFill>
                          <a:latin typeface="Cambria Math" panose="02040503050406030204" pitchFamily="18" charset="0"/>
                        </a:rPr>
                        <m:t>₁</m:t>
                      </m:r>
                      <m:r>
                        <a:rPr lang="en-US" sz="1600" b="0" i="1" dirty="0" smtClean="0">
                          <a:solidFill>
                            <a:srgbClr val="082B55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600" b="0" i="1" dirty="0" smtClean="0">
                          <a:solidFill>
                            <a:srgbClr val="082B55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1600" b="0" i="1" dirty="0" smtClean="0">
                          <a:solidFill>
                            <a:srgbClr val="082B55"/>
                          </a:solidFill>
                          <a:latin typeface="Cambria Math" panose="02040503050406030204" pitchFamily="18" charset="0"/>
                        </a:rPr>
                        <m:t>) =  </m:t>
                      </m:r>
                      <m:func>
                        <m:funcPr>
                          <m:ctrlPr>
                            <a:rPr lang="en-US" sz="1600" b="0" i="1" dirty="0" smtClean="0">
                              <a:solidFill>
                                <a:srgbClr val="082B55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1600" b="0" i="1" dirty="0" smtClean="0">
                                  <a:solidFill>
                                    <a:srgbClr val="082B5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1600" b="0" i="0" dirty="0" smtClean="0">
                                  <a:solidFill>
                                    <a:srgbClr val="082B55"/>
                                  </a:solidFill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US" sz="1600" b="0" i="1" dirty="0" smtClean="0">
                                  <a:solidFill>
                                    <a:srgbClr val="082B55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lim>
                          </m:limLow>
                        </m:fName>
                        <m:e>
                          <m:r>
                            <a:rPr lang="en-US" sz="1600" b="0" i="1" dirty="0" smtClean="0">
                              <a:solidFill>
                                <a:srgbClr val="082B55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600" i="1" dirty="0">
                              <a:solidFill>
                                <a:srgbClr val="082B55"/>
                              </a:solidFill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sz="1600" i="1" dirty="0">
                              <a:solidFill>
                                <a:srgbClr val="082B55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en-US" sz="1600" i="1" dirty="0">
                              <a:solidFill>
                                <a:srgbClr val="082B55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600" i="1" dirty="0">
                              <a:solidFill>
                                <a:srgbClr val="082B55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sz="1600" i="1" dirty="0">
                              <a:solidFill>
                                <a:srgbClr val="082B55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600" i="1" dirty="0">
                              <a:solidFill>
                                <a:srgbClr val="082B55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1600" i="1" dirty="0">
                              <a:solidFill>
                                <a:srgbClr val="082B55"/>
                              </a:solidFill>
                              <a:latin typeface="Cambria Math" panose="02040503050406030204" pitchFamily="18" charset="0"/>
                            </a:rPr>
                            <m:t>) + </m:t>
                          </m:r>
                          <m:r>
                            <a:rPr lang="en-US" sz="1600" i="1" dirty="0">
                              <a:solidFill>
                                <a:srgbClr val="082B55"/>
                              </a:solidFill>
                              <a:latin typeface="Cambria Math" panose="02040503050406030204" pitchFamily="18" charset="0"/>
                            </a:rPr>
                            <m:t>𝛾</m:t>
                          </m:r>
                          <m:r>
                            <a:rPr lang="en-US" sz="1600" i="1" dirty="0">
                              <a:solidFill>
                                <a:srgbClr val="082B55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US" sz="1600" i="1" dirty="0" smtClean="0">
                                  <a:solidFill>
                                    <a:srgbClr val="082B5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r>
                                <a:rPr lang="en-US" sz="1600" i="1" dirty="0">
                                  <a:solidFill>
                                    <a:srgbClr val="082B55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r>
                                <a:rPr lang="en-US" sz="1600" i="1" dirty="0">
                                  <a:solidFill>
                                    <a:srgbClr val="082B55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1600" i="1" dirty="0">
                                  <a:solidFill>
                                    <a:srgbClr val="082B55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sz="1600" i="1" dirty="0">
                                  <a:solidFill>
                                    <a:srgbClr val="082B55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  <m:r>
                                <a:rPr lang="en-US" sz="1600" i="1" dirty="0">
                                  <a:solidFill>
                                    <a:srgbClr val="082B55"/>
                                  </a:solidFill>
                                  <a:latin typeface="Cambria Math" panose="02040503050406030204" pitchFamily="18" charset="0"/>
                                </a:rPr>
                                <m:t> | </m:t>
                              </m:r>
                              <m:r>
                                <a:rPr lang="en-US" sz="1600" i="1" dirty="0">
                                  <a:solidFill>
                                    <a:srgbClr val="082B55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sz="1600" i="1" dirty="0">
                                  <a:solidFill>
                                    <a:srgbClr val="082B55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600" i="1" dirty="0">
                                  <a:solidFill>
                                    <a:srgbClr val="082B55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1600" i="1" dirty="0">
                                  <a:solidFill>
                                    <a:srgbClr val="082B55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a:rPr lang="en-US" sz="1600" i="1" dirty="0">
                                  <a:solidFill>
                                    <a:srgbClr val="082B55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  <m:r>
                                <a:rPr lang="en-US" sz="1600" i="1" dirty="0">
                                  <a:solidFill>
                                    <a:srgbClr val="082B55"/>
                                  </a:solidFill>
                                  <a:latin typeface="Cambria Math" panose="02040503050406030204" pitchFamily="18" charset="0"/>
                                </a:rPr>
                                <m:t>ₖ(</m:t>
                              </m:r>
                              <m:r>
                                <a:rPr lang="en-US" sz="1600" i="1" dirty="0">
                                  <a:solidFill>
                                    <a:srgbClr val="082B55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sz="1600" i="1" dirty="0">
                                  <a:solidFill>
                                    <a:srgbClr val="082B55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  <m:r>
                                <a:rPr lang="en-US" sz="1600" i="1" dirty="0">
                                  <a:solidFill>
                                    <a:srgbClr val="082B55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  <m:r>
                            <a:rPr lang="en-US" sz="1600" i="1" dirty="0">
                              <a:solidFill>
                                <a:srgbClr val="082B55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</m:func>
                    </m:oMath>
                  </m:oMathPara>
                </a14:m>
                <a:endParaRPr sz="1200" dirty="0"/>
              </a:p>
            </p:txBody>
          </p:sp>
        </mc:Choice>
        <mc:Fallback xmlns="">
          <p:sp>
            <p:nvSpPr>
              <p:cNvPr id="55" name="Text 4">
                <a:extLst>
                  <a:ext uri="{FF2B5EF4-FFF2-40B4-BE49-F238E27FC236}">
                    <a16:creationId xmlns:a16="http://schemas.microsoft.com/office/drawing/2014/main" id="{3DAFFD93-AB62-5D89-A7AE-4E530D569F0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3859" y="2140596"/>
                <a:ext cx="4805154" cy="49377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02920" y="6510528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6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L14: Policy Iteration</a:t>
            </a:r>
            <a:endParaRPr lang="en-US" sz="760" dirty="0"/>
          </a:p>
        </p:txBody>
      </p:sp>
      <p:sp>
        <p:nvSpPr>
          <p:cNvPr id="5" name="Text 3"/>
          <p:cNvSpPr/>
          <p:nvPr/>
        </p:nvSpPr>
        <p:spPr>
          <a:xfrm>
            <a:off x="11612880" y="651052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868680" y="1841983"/>
            <a:ext cx="4206240" cy="3383280"/>
          </a:xfrm>
          <a:prstGeom prst="rect">
            <a:avLst/>
          </a:prstGeom>
          <a:solidFill>
            <a:srgbClr val="F4F8FD"/>
          </a:solidFill>
          <a:ln w="13970">
            <a:solidFill>
              <a:srgbClr val="2B70B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Value Iteration</a:t>
            </a:r>
            <a:endParaRPr lang="en-US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Estimate values</a:t>
            </a:r>
            <a:endParaRPr lang="en-US" dirty="0"/>
          </a:p>
          <a:p>
            <a:pPr marL="0" indent="0" algn="ctr">
              <a:buNone/>
            </a:pPr>
            <a:r>
              <a:rPr lang="en-US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dirty="0"/>
          </a:p>
          <a:p>
            <a:pPr marL="0" indent="0" algn="ctr">
              <a:buNone/>
            </a:pPr>
            <a:r>
              <a:rPr lang="en-US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Immediately take MAX</a:t>
            </a:r>
            <a:endParaRPr lang="en-US" dirty="0"/>
          </a:p>
          <a:p>
            <a:pPr marL="0" indent="0" algn="ctr">
              <a:buNone/>
            </a:pPr>
            <a:r>
              <a:rPr lang="en-US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dirty="0"/>
          </a:p>
          <a:p>
            <a:pPr marL="0" indent="0" algn="ctr">
              <a:buNone/>
            </a:pPr>
            <a:r>
              <a:rPr lang="en-US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Update values</a:t>
            </a:r>
            <a:endParaRPr lang="en-US" dirty="0"/>
          </a:p>
          <a:p>
            <a:pPr marL="0" indent="0" algn="ctr">
              <a:buNone/>
            </a:pPr>
            <a:r>
              <a:rPr lang="en-US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dirty="0"/>
          </a:p>
          <a:p>
            <a:pPr marL="0" indent="0" algn="ctr">
              <a:buNone/>
            </a:pPr>
            <a:r>
              <a:rPr lang="en-US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Repeat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086600" y="1841983"/>
            <a:ext cx="4206240" cy="3383280"/>
          </a:xfrm>
          <a:prstGeom prst="rect">
            <a:avLst/>
          </a:prstGeom>
          <a:solidFill>
            <a:srgbClr val="FFF4D6"/>
          </a:solidFill>
          <a:ln w="13970">
            <a:solidFill>
              <a:srgbClr val="F2B944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Iteration</a:t>
            </a:r>
            <a:endParaRPr lang="en-US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policy</a:t>
            </a:r>
            <a:endParaRPr lang="en-US" dirty="0"/>
          </a:p>
          <a:p>
            <a:pPr marL="0" indent="0" algn="ctr">
              <a:buNone/>
            </a:pPr>
            <a:r>
              <a:rPr lang="en-US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dirty="0"/>
          </a:p>
          <a:p>
            <a:pPr marL="0" indent="0" algn="ctr">
              <a:buNone/>
            </a:pPr>
            <a:r>
              <a:rPr lang="en-US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Evaluate that policy</a:t>
            </a:r>
            <a:endParaRPr lang="en-US" dirty="0"/>
          </a:p>
          <a:p>
            <a:pPr marL="0" indent="0" algn="ctr">
              <a:buNone/>
            </a:pPr>
            <a:r>
              <a:rPr lang="en-US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dirty="0"/>
          </a:p>
          <a:p>
            <a:pPr marL="0" indent="0" algn="ctr">
              <a:buNone/>
            </a:pPr>
            <a:r>
              <a:rPr lang="en-US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Improve that policy</a:t>
            </a:r>
            <a:endParaRPr lang="en-US" dirty="0"/>
          </a:p>
          <a:p>
            <a:pPr marL="0" indent="0" algn="ctr">
              <a:buNone/>
            </a:pPr>
            <a:r>
              <a:rPr lang="en-US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dirty="0"/>
          </a:p>
          <a:p>
            <a:pPr marL="0" indent="0" algn="ctr">
              <a:buNone/>
            </a:pPr>
            <a:r>
              <a:rPr lang="en-US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Repeat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5303520" y="3533623"/>
            <a:ext cx="1508760" cy="0"/>
          </a:xfrm>
          <a:prstGeom prst="line">
            <a:avLst/>
          </a:prstGeom>
          <a:noFill/>
          <a:ln w="31750">
            <a:solidFill>
              <a:srgbClr val="C7D4E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2400"/>
          </a:p>
        </p:txBody>
      </p:sp>
      <p:sp>
        <p:nvSpPr>
          <p:cNvPr id="9" name="Text 7"/>
          <p:cNvSpPr/>
          <p:nvPr/>
        </p:nvSpPr>
        <p:spPr>
          <a:xfrm>
            <a:off x="1158240" y="5761842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082B55"/>
                </a:solidFill>
              </a:rPr>
              <a:t>Same states, actions, transitions, rewards — different organization of the reasoning.</a:t>
            </a:r>
            <a:endParaRPr lang="en-US" sz="1550" dirty="0"/>
          </a:p>
        </p:txBody>
      </p:sp>
      <p:sp>
        <p:nvSpPr>
          <p:cNvPr id="11" name="Text 0">
            <a:extLst>
              <a:ext uri="{FF2B5EF4-FFF2-40B4-BE49-F238E27FC236}">
                <a16:creationId xmlns:a16="http://schemas.microsoft.com/office/drawing/2014/main" id="{2539DB3F-29C8-1433-A0BF-FF5B37C7F054}"/>
              </a:ext>
            </a:extLst>
          </p:cNvPr>
          <p:cNvSpPr/>
          <p:nvPr/>
        </p:nvSpPr>
        <p:spPr>
          <a:xfrm>
            <a:off x="594360" y="43891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082B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different strategy for the same MDP</a:t>
            </a:r>
            <a:endParaRPr lang="en-US" sz="3200" dirty="0"/>
          </a:p>
        </p:txBody>
      </p:sp>
      <p:sp>
        <p:nvSpPr>
          <p:cNvPr id="13" name="Text 1">
            <a:extLst>
              <a:ext uri="{FF2B5EF4-FFF2-40B4-BE49-F238E27FC236}">
                <a16:creationId xmlns:a16="http://schemas.microsoft.com/office/drawing/2014/main" id="{9F69505D-C246-75EA-D298-685102067E8A}"/>
              </a:ext>
            </a:extLst>
          </p:cNvPr>
          <p:cNvSpPr/>
          <p:nvPr/>
        </p:nvSpPr>
        <p:spPr>
          <a:xfrm>
            <a:off x="621792" y="960120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Two methods use the same model, but structure the computation differently.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02920" y="6510528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6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L14: Policy Iteration</a:t>
            </a:r>
            <a:endParaRPr lang="en-US" sz="760" dirty="0"/>
          </a:p>
        </p:txBody>
      </p:sp>
      <p:sp>
        <p:nvSpPr>
          <p:cNvPr id="5" name="Text 3"/>
          <p:cNvSpPr/>
          <p:nvPr/>
        </p:nvSpPr>
        <p:spPr>
          <a:xfrm>
            <a:off x="11612880" y="651052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024128" y="2075688"/>
            <a:ext cx="713232" cy="713232"/>
          </a:xfrm>
          <a:prstGeom prst="rect">
            <a:avLst/>
          </a:prstGeom>
          <a:solidFill>
            <a:srgbClr val="FFFFFF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737360" y="2075688"/>
            <a:ext cx="713232" cy="713232"/>
          </a:xfrm>
          <a:prstGeom prst="rect">
            <a:avLst/>
          </a:prstGeom>
          <a:solidFill>
            <a:srgbClr val="FFFFFF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2450592" y="2075688"/>
            <a:ext cx="713232" cy="713232"/>
          </a:xfrm>
          <a:prstGeom prst="rect">
            <a:avLst/>
          </a:prstGeom>
          <a:solidFill>
            <a:srgbClr val="FFFFFF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163824" y="2075688"/>
            <a:ext cx="713232" cy="713232"/>
          </a:xfrm>
          <a:prstGeom prst="rect">
            <a:avLst/>
          </a:prstGeom>
          <a:solidFill>
            <a:srgbClr val="E8F6EF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AA8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+10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24128" y="2788920"/>
            <a:ext cx="713232" cy="713232"/>
          </a:xfrm>
          <a:prstGeom prst="rect">
            <a:avLst/>
          </a:prstGeom>
          <a:solidFill>
            <a:srgbClr val="FFFFFF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737360" y="2788920"/>
            <a:ext cx="713232" cy="713232"/>
          </a:xfrm>
          <a:prstGeom prst="rect">
            <a:avLst/>
          </a:prstGeom>
          <a:solidFill>
            <a:srgbClr val="D4DEE8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WALL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450592" y="2788920"/>
            <a:ext cx="713232" cy="713232"/>
          </a:xfrm>
          <a:prstGeom prst="rect">
            <a:avLst/>
          </a:prstGeom>
          <a:solidFill>
            <a:srgbClr val="FFFFFF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163824" y="2788920"/>
            <a:ext cx="713232" cy="713232"/>
          </a:xfrm>
          <a:prstGeom prst="rect">
            <a:avLst/>
          </a:prstGeom>
          <a:solidFill>
            <a:srgbClr val="FDECEC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0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−10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024128" y="3502152"/>
            <a:ext cx="713232" cy="713232"/>
          </a:xfrm>
          <a:prstGeom prst="rect">
            <a:avLst/>
          </a:prstGeom>
          <a:solidFill>
            <a:srgbClr val="FFFFFF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737360" y="3502152"/>
            <a:ext cx="713232" cy="713232"/>
          </a:xfrm>
          <a:prstGeom prst="rect">
            <a:avLst/>
          </a:prstGeom>
          <a:solidFill>
            <a:srgbClr val="FFFFFF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2450592" y="3502152"/>
            <a:ext cx="713232" cy="713232"/>
          </a:xfrm>
          <a:prstGeom prst="rect">
            <a:avLst/>
          </a:prstGeom>
          <a:solidFill>
            <a:srgbClr val="FFFFFF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3163824" y="3502152"/>
            <a:ext cx="713232" cy="713232"/>
          </a:xfrm>
          <a:prstGeom prst="rect">
            <a:avLst/>
          </a:prstGeom>
          <a:solidFill>
            <a:srgbClr val="FFFFFF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↑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347472" y="4443984"/>
            <a:ext cx="4206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arrows specify the current policy.</a:t>
            </a: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166360" y="2523744"/>
            <a:ext cx="2240280" cy="914400"/>
          </a:xfrm>
          <a:prstGeom prst="rect">
            <a:avLst/>
          </a:prstGeom>
          <a:solidFill>
            <a:srgbClr val="F4F8FD"/>
          </a:solidFill>
          <a:ln w="13970">
            <a:solidFill>
              <a:srgbClr val="2B70B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 this policy optimal?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131428" y="2403582"/>
            <a:ext cx="2240280" cy="1143000"/>
          </a:xfrm>
          <a:prstGeom prst="rect">
            <a:avLst/>
          </a:prstGeom>
          <a:solidFill>
            <a:srgbClr val="FFF4D6"/>
          </a:solidFill>
          <a:ln w="13970">
            <a:solidFill>
              <a:srgbClr val="F2B944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Answer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do not know yet.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First we evaluate it.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29640" y="5541264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82B55"/>
                </a:solidFill>
              </a:rPr>
              <a:t>Policy iteration starts by asking: “How good is the behavior I already have?”</a:t>
            </a:r>
            <a:endParaRPr lang="en-US" sz="1600" dirty="0"/>
          </a:p>
        </p:txBody>
      </p:sp>
      <p:sp>
        <p:nvSpPr>
          <p:cNvPr id="23" name="Text 0">
            <a:extLst>
              <a:ext uri="{FF2B5EF4-FFF2-40B4-BE49-F238E27FC236}">
                <a16:creationId xmlns:a16="http://schemas.microsoft.com/office/drawing/2014/main" id="{40352CF0-95B9-22DD-E1A2-AEFCEDB4F303}"/>
              </a:ext>
            </a:extLst>
          </p:cNvPr>
          <p:cNvSpPr/>
          <p:nvPr/>
        </p:nvSpPr>
        <p:spPr>
          <a:xfrm>
            <a:off x="594360" y="43891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082B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Start with a policy — not with optimal values</a:t>
            </a:r>
            <a:endParaRPr lang="en-US" sz="3200" dirty="0"/>
          </a:p>
        </p:txBody>
      </p:sp>
      <p:sp>
        <p:nvSpPr>
          <p:cNvPr id="25" name="Text 1">
            <a:extLst>
              <a:ext uri="{FF2B5EF4-FFF2-40B4-BE49-F238E27FC236}">
                <a16:creationId xmlns:a16="http://schemas.microsoft.com/office/drawing/2014/main" id="{8E49C058-E01D-2FFB-9378-E91E6BCB5689}"/>
              </a:ext>
            </a:extLst>
          </p:cNvPr>
          <p:cNvSpPr/>
          <p:nvPr/>
        </p:nvSpPr>
        <p:spPr>
          <a:xfrm>
            <a:off x="621792" y="960120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iteration begins with behavior that may or may not be good.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02920" y="6510528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6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L14: Policy Iteration</a:t>
            </a:r>
            <a:endParaRPr lang="en-US" sz="760" dirty="0"/>
          </a:p>
        </p:txBody>
      </p:sp>
      <p:sp>
        <p:nvSpPr>
          <p:cNvPr id="5" name="Text 3"/>
          <p:cNvSpPr/>
          <p:nvPr/>
        </p:nvSpPr>
        <p:spPr>
          <a:xfrm>
            <a:off x="11612880" y="651052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928705" y="2176552"/>
            <a:ext cx="658368" cy="658368"/>
          </a:xfrm>
          <a:prstGeom prst="rect">
            <a:avLst/>
          </a:prstGeom>
          <a:solidFill>
            <a:srgbClr val="FFFFFF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587073" y="2176552"/>
            <a:ext cx="658368" cy="658368"/>
          </a:xfrm>
          <a:prstGeom prst="rect">
            <a:avLst/>
          </a:prstGeom>
          <a:solidFill>
            <a:srgbClr val="FFFFFF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245441" y="2176552"/>
            <a:ext cx="658368" cy="658368"/>
          </a:xfrm>
          <a:prstGeom prst="rect">
            <a:avLst/>
          </a:prstGeom>
          <a:solidFill>
            <a:srgbClr val="FFFFFF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903809" y="2176552"/>
            <a:ext cx="658368" cy="658368"/>
          </a:xfrm>
          <a:prstGeom prst="rect">
            <a:avLst/>
          </a:prstGeom>
          <a:solidFill>
            <a:srgbClr val="E8F6EF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2AA8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+10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28705" y="2834920"/>
            <a:ext cx="658368" cy="658368"/>
          </a:xfrm>
          <a:prstGeom prst="rect">
            <a:avLst/>
          </a:prstGeom>
          <a:solidFill>
            <a:srgbClr val="FFFFFF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587073" y="2834920"/>
            <a:ext cx="658368" cy="658368"/>
          </a:xfrm>
          <a:prstGeom prst="rect">
            <a:avLst/>
          </a:prstGeom>
          <a:solidFill>
            <a:srgbClr val="D4DEE8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WALL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2245441" y="2834920"/>
            <a:ext cx="658368" cy="658368"/>
          </a:xfrm>
          <a:prstGeom prst="rect">
            <a:avLst/>
          </a:prstGeom>
          <a:solidFill>
            <a:srgbClr val="FFFFFF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2903809" y="2834920"/>
            <a:ext cx="658368" cy="658368"/>
          </a:xfrm>
          <a:prstGeom prst="rect">
            <a:avLst/>
          </a:prstGeom>
          <a:solidFill>
            <a:srgbClr val="FDECEC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D0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−10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928705" y="3493288"/>
            <a:ext cx="658368" cy="658368"/>
          </a:xfrm>
          <a:prstGeom prst="rect">
            <a:avLst/>
          </a:prstGeom>
          <a:solidFill>
            <a:srgbClr val="FFFFFF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587073" y="3493288"/>
            <a:ext cx="658368" cy="658368"/>
          </a:xfrm>
          <a:prstGeom prst="rect">
            <a:avLst/>
          </a:prstGeom>
          <a:solidFill>
            <a:srgbClr val="FFFFFF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2245441" y="3493288"/>
            <a:ext cx="658368" cy="658368"/>
          </a:xfrm>
          <a:prstGeom prst="rect">
            <a:avLst/>
          </a:prstGeom>
          <a:solidFill>
            <a:srgbClr val="FFFFFF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2903809" y="3493288"/>
            <a:ext cx="658368" cy="658368"/>
          </a:xfrm>
          <a:prstGeom prst="rect">
            <a:avLst/>
          </a:prstGeom>
          <a:solidFill>
            <a:srgbClr val="FFFFFF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↑</a:t>
            </a: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543850" y="1749540"/>
            <a:ext cx="1828800" cy="548640"/>
          </a:xfrm>
          <a:prstGeom prst="rect">
            <a:avLst/>
          </a:prstGeom>
          <a:solidFill>
            <a:srgbClr val="EAF2FA"/>
          </a:solidFill>
          <a:ln w="13970">
            <a:solidFill>
              <a:srgbClr val="2B70B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π(s) = a</a:t>
            </a:r>
            <a:endParaRPr lang="en-US" sz="3200" dirty="0"/>
          </a:p>
        </p:txBody>
      </p:sp>
      <p:sp>
        <p:nvSpPr>
          <p:cNvPr id="25" name="Text 23"/>
          <p:cNvSpPr/>
          <p:nvPr/>
        </p:nvSpPr>
        <p:spPr>
          <a:xfrm>
            <a:off x="1067641" y="5495404"/>
            <a:ext cx="10056717" cy="402616"/>
          </a:xfrm>
          <a:prstGeom prst="rect">
            <a:avLst/>
          </a:prstGeom>
          <a:solidFill>
            <a:srgbClr val="FFF4D6"/>
          </a:solidFill>
          <a:ln w="13970">
            <a:solidFill>
              <a:srgbClr val="F2B944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the world is uncertain, the policy still tells the agent what to do after the outcome occurs.</a:t>
            </a:r>
            <a:endParaRPr lang="en-US" dirty="0"/>
          </a:p>
        </p:txBody>
      </p:sp>
      <p:sp>
        <p:nvSpPr>
          <p:cNvPr id="27" name="Text 0">
            <a:extLst>
              <a:ext uri="{FF2B5EF4-FFF2-40B4-BE49-F238E27FC236}">
                <a16:creationId xmlns:a16="http://schemas.microsoft.com/office/drawing/2014/main" id="{F18BA3FF-A8AF-BA8C-C367-6DB515D2F55C}"/>
              </a:ext>
            </a:extLst>
          </p:cNvPr>
          <p:cNvSpPr/>
          <p:nvPr/>
        </p:nvSpPr>
        <p:spPr>
          <a:xfrm>
            <a:off x="594360" y="43891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082B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arrows are the current policy</a:t>
            </a:r>
            <a:endParaRPr lang="en-US" sz="3200" dirty="0"/>
          </a:p>
        </p:txBody>
      </p:sp>
      <p:sp>
        <p:nvSpPr>
          <p:cNvPr id="29" name="Text 1">
            <a:extLst>
              <a:ext uri="{FF2B5EF4-FFF2-40B4-BE49-F238E27FC236}">
                <a16:creationId xmlns:a16="http://schemas.microsoft.com/office/drawing/2014/main" id="{35AC3E0A-8258-E206-1933-31AC131BD4A4}"/>
              </a:ext>
            </a:extLst>
          </p:cNvPr>
          <p:cNvSpPr/>
          <p:nvPr/>
        </p:nvSpPr>
        <p:spPr>
          <a:xfrm>
            <a:off x="621792" y="960120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policy maps each state to an action.</a:t>
            </a:r>
            <a:endParaRPr lang="en-US" sz="16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92C36BF-6742-40EF-A861-6452E919E4A6}"/>
              </a:ext>
            </a:extLst>
          </p:cNvPr>
          <p:cNvSpPr txBox="1"/>
          <p:nvPr/>
        </p:nvSpPr>
        <p:spPr>
          <a:xfrm>
            <a:off x="4441783" y="2556548"/>
            <a:ext cx="6032934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/>
              <a:t>Policy</a:t>
            </a:r>
          </a:p>
          <a:p>
            <a:pPr marL="285750" indent="-285750">
              <a:buFontTx/>
              <a:buChar char="-"/>
            </a:pPr>
            <a:r>
              <a:rPr lang="en-US" sz="2000" dirty="0"/>
              <a:t>A rule for what to do in each state</a:t>
            </a:r>
          </a:p>
          <a:p>
            <a:pPr marL="285750" indent="-285750">
              <a:buFontTx/>
              <a:buChar char="-"/>
            </a:pPr>
            <a:r>
              <a:rPr lang="en-US" sz="2000" dirty="0"/>
              <a:t>Not a single action (“East” is one choice)</a:t>
            </a:r>
          </a:p>
          <a:p>
            <a:pPr marL="285750" indent="-285750">
              <a:buFontTx/>
              <a:buChar char="-"/>
            </a:pPr>
            <a:r>
              <a:rPr lang="en-US" sz="2000" dirty="0"/>
              <a:t>Tells us what to do whenever each state is reached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02920" y="6510528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6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L14: Policy Iteration</a:t>
            </a:r>
            <a:endParaRPr lang="en-US" sz="760" dirty="0"/>
          </a:p>
        </p:txBody>
      </p:sp>
      <p:sp>
        <p:nvSpPr>
          <p:cNvPr id="5" name="Text 3"/>
          <p:cNvSpPr/>
          <p:nvPr/>
        </p:nvSpPr>
        <p:spPr>
          <a:xfrm>
            <a:off x="11612880" y="651052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7855425" y="1856232"/>
            <a:ext cx="1645920" cy="502920"/>
          </a:xfrm>
          <a:prstGeom prst="rect">
            <a:avLst/>
          </a:prstGeom>
          <a:solidFill>
            <a:srgbClr val="EAF2FA"/>
          </a:solidFill>
          <a:ln w="13970">
            <a:solidFill>
              <a:srgbClr val="2B70B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2800" b="1" i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</a:t>
            </a:r>
            <a:r>
              <a:rPr lang="en-US" sz="2800" b="1" baseline="3000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π</a:t>
            </a:r>
            <a:r>
              <a:rPr lang="en-US" sz="28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</a:t>
            </a:r>
            <a:r>
              <a:rPr lang="en-US" sz="2800" b="1" i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</a:t>
            </a:r>
            <a:r>
              <a:rPr lang="en-US" sz="28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)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5523704" y="2587752"/>
            <a:ext cx="608917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Meaning</a:t>
            </a: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523705" y="2862072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1B2430"/>
                </a:solidFill>
              </a:rPr>
              <a:t>Expected cumulative discounted return starting in state s and following policy π.</a:t>
            </a: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5523704" y="3685032"/>
            <a:ext cx="608917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Important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523705" y="3959352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B2430"/>
                </a:solidFill>
              </a:rPr>
              <a:t>We are not yet searching for a better action.</a:t>
            </a: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5523704" y="4690872"/>
            <a:ext cx="6363495" cy="822960"/>
          </a:xfrm>
          <a:prstGeom prst="rect">
            <a:avLst/>
          </a:prstGeom>
          <a:solidFill>
            <a:srgbClr val="FFF4D6"/>
          </a:solidFill>
          <a:ln w="13970">
            <a:solidFill>
              <a:srgbClr val="F2B944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Evaluation judges the current arrows.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does not change the arrows.</a:t>
            </a:r>
            <a:endParaRPr lang="en-US" sz="2000" dirty="0"/>
          </a:p>
        </p:txBody>
      </p:sp>
      <p:sp>
        <p:nvSpPr>
          <p:cNvPr id="25" name="Text 0">
            <a:extLst>
              <a:ext uri="{FF2B5EF4-FFF2-40B4-BE49-F238E27FC236}">
                <a16:creationId xmlns:a16="http://schemas.microsoft.com/office/drawing/2014/main" id="{9A13012E-7A9B-06CE-E97C-4A38079CEF3D}"/>
              </a:ext>
            </a:extLst>
          </p:cNvPr>
          <p:cNvSpPr/>
          <p:nvPr/>
        </p:nvSpPr>
        <p:spPr>
          <a:xfrm>
            <a:off x="594360" y="43891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082B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Policy evaluation asks one question</a:t>
            </a:r>
            <a:endParaRPr lang="en-US" sz="3200" dirty="0"/>
          </a:p>
        </p:txBody>
      </p:sp>
      <p:sp>
        <p:nvSpPr>
          <p:cNvPr id="27" name="Text 1">
            <a:extLst>
              <a:ext uri="{FF2B5EF4-FFF2-40B4-BE49-F238E27FC236}">
                <a16:creationId xmlns:a16="http://schemas.microsoft.com/office/drawing/2014/main" id="{E7C35C16-CD97-7C0C-D800-AA1247622631}"/>
              </a:ext>
            </a:extLst>
          </p:cNvPr>
          <p:cNvSpPr/>
          <p:nvPr/>
        </p:nvSpPr>
        <p:spPr>
          <a:xfrm>
            <a:off x="621792" y="960120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good is this behavior if we keep following it?</a:t>
            </a:r>
            <a:endParaRPr lang="en-US" sz="1600" dirty="0"/>
          </a:p>
        </p:txBody>
      </p:sp>
      <p:sp>
        <p:nvSpPr>
          <p:cNvPr id="29" name="Text 6">
            <a:extLst>
              <a:ext uri="{FF2B5EF4-FFF2-40B4-BE49-F238E27FC236}">
                <a16:creationId xmlns:a16="http://schemas.microsoft.com/office/drawing/2014/main" id="{03548B5A-7BBF-E34C-17C3-50A97F952715}"/>
              </a:ext>
            </a:extLst>
          </p:cNvPr>
          <p:cNvSpPr/>
          <p:nvPr/>
        </p:nvSpPr>
        <p:spPr>
          <a:xfrm>
            <a:off x="999015" y="1994853"/>
            <a:ext cx="951649" cy="951649"/>
          </a:xfrm>
          <a:prstGeom prst="rect">
            <a:avLst/>
          </a:prstGeom>
          <a:solidFill>
            <a:srgbClr val="FDECEC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-1.9</a:t>
            </a:r>
            <a:endParaRPr lang="en-US" sz="2000" dirty="0"/>
          </a:p>
        </p:txBody>
      </p:sp>
      <p:sp>
        <p:nvSpPr>
          <p:cNvPr id="31" name="Text 7">
            <a:extLst>
              <a:ext uri="{FF2B5EF4-FFF2-40B4-BE49-F238E27FC236}">
                <a16:creationId xmlns:a16="http://schemas.microsoft.com/office/drawing/2014/main" id="{28FB408B-AFD1-7DD9-61E3-FCCF9B6D9D8C}"/>
              </a:ext>
            </a:extLst>
          </p:cNvPr>
          <p:cNvSpPr/>
          <p:nvPr/>
        </p:nvSpPr>
        <p:spPr>
          <a:xfrm>
            <a:off x="1953469" y="1994853"/>
            <a:ext cx="951649" cy="951649"/>
          </a:xfrm>
          <a:prstGeom prst="rect">
            <a:avLst/>
          </a:prstGeom>
          <a:solidFill>
            <a:srgbClr val="D9F0E5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9.6</a:t>
            </a:r>
            <a:endParaRPr lang="en-US" sz="2000" dirty="0"/>
          </a:p>
        </p:txBody>
      </p:sp>
      <p:sp>
        <p:nvSpPr>
          <p:cNvPr id="33" name="Text 8">
            <a:extLst>
              <a:ext uri="{FF2B5EF4-FFF2-40B4-BE49-F238E27FC236}">
                <a16:creationId xmlns:a16="http://schemas.microsoft.com/office/drawing/2014/main" id="{1F0E161B-B7D7-A673-C559-5F671155F27B}"/>
              </a:ext>
            </a:extLst>
          </p:cNvPr>
          <p:cNvSpPr/>
          <p:nvPr/>
        </p:nvSpPr>
        <p:spPr>
          <a:xfrm>
            <a:off x="2907923" y="1994853"/>
            <a:ext cx="951649" cy="951649"/>
          </a:xfrm>
          <a:prstGeom prst="rect">
            <a:avLst/>
          </a:prstGeom>
          <a:solidFill>
            <a:srgbClr val="CBEDD9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16.1</a:t>
            </a:r>
            <a:endParaRPr lang="en-US" sz="2000" dirty="0"/>
          </a:p>
        </p:txBody>
      </p:sp>
      <p:sp>
        <p:nvSpPr>
          <p:cNvPr id="35" name="Text 9">
            <a:extLst>
              <a:ext uri="{FF2B5EF4-FFF2-40B4-BE49-F238E27FC236}">
                <a16:creationId xmlns:a16="http://schemas.microsoft.com/office/drawing/2014/main" id="{E23E6BF5-52EF-5168-B81F-CD8C62E842A9}"/>
              </a:ext>
            </a:extLst>
          </p:cNvPr>
          <p:cNvSpPr/>
          <p:nvPr/>
        </p:nvSpPr>
        <p:spPr>
          <a:xfrm>
            <a:off x="3856765" y="1994853"/>
            <a:ext cx="951649" cy="951649"/>
          </a:xfrm>
          <a:prstGeom prst="rect">
            <a:avLst/>
          </a:prstGeom>
          <a:solidFill>
            <a:srgbClr val="E8F6EF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AA8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+10</a:t>
            </a:r>
            <a:endParaRPr lang="en-US" sz="2000" dirty="0"/>
          </a:p>
        </p:txBody>
      </p:sp>
      <p:sp>
        <p:nvSpPr>
          <p:cNvPr id="37" name="Text 10">
            <a:extLst>
              <a:ext uri="{FF2B5EF4-FFF2-40B4-BE49-F238E27FC236}">
                <a16:creationId xmlns:a16="http://schemas.microsoft.com/office/drawing/2014/main" id="{410A3AC8-AA0A-5824-CEC3-633623FD352B}"/>
              </a:ext>
            </a:extLst>
          </p:cNvPr>
          <p:cNvSpPr/>
          <p:nvPr/>
        </p:nvSpPr>
        <p:spPr>
          <a:xfrm>
            <a:off x="999015" y="2943695"/>
            <a:ext cx="951649" cy="951649"/>
          </a:xfrm>
          <a:prstGeom prst="rect">
            <a:avLst/>
          </a:prstGeom>
          <a:solidFill>
            <a:srgbClr val="FDECEC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-1.9</a:t>
            </a:r>
            <a:endParaRPr lang="en-US" sz="2000" dirty="0"/>
          </a:p>
        </p:txBody>
      </p:sp>
      <p:sp>
        <p:nvSpPr>
          <p:cNvPr id="39" name="Text 11">
            <a:extLst>
              <a:ext uri="{FF2B5EF4-FFF2-40B4-BE49-F238E27FC236}">
                <a16:creationId xmlns:a16="http://schemas.microsoft.com/office/drawing/2014/main" id="{D80E78FF-6AB3-9C15-B7BA-12239C3FEE5A}"/>
              </a:ext>
            </a:extLst>
          </p:cNvPr>
          <p:cNvSpPr/>
          <p:nvPr/>
        </p:nvSpPr>
        <p:spPr>
          <a:xfrm>
            <a:off x="1953469" y="2943695"/>
            <a:ext cx="951649" cy="951649"/>
          </a:xfrm>
          <a:prstGeom prst="rect">
            <a:avLst/>
          </a:prstGeom>
          <a:solidFill>
            <a:srgbClr val="D4DEE8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WALL</a:t>
            </a:r>
            <a:endParaRPr lang="en-US" sz="2000" dirty="0"/>
          </a:p>
        </p:txBody>
      </p:sp>
      <p:sp>
        <p:nvSpPr>
          <p:cNvPr id="41" name="Text 12">
            <a:extLst>
              <a:ext uri="{FF2B5EF4-FFF2-40B4-BE49-F238E27FC236}">
                <a16:creationId xmlns:a16="http://schemas.microsoft.com/office/drawing/2014/main" id="{4C4B9511-601F-354D-11B0-ABEBB4B253F5}"/>
              </a:ext>
            </a:extLst>
          </p:cNvPr>
          <p:cNvSpPr/>
          <p:nvPr/>
        </p:nvSpPr>
        <p:spPr>
          <a:xfrm>
            <a:off x="2907923" y="2943695"/>
            <a:ext cx="951649" cy="951649"/>
          </a:xfrm>
          <a:prstGeom prst="rect">
            <a:avLst/>
          </a:prstGeom>
          <a:solidFill>
            <a:srgbClr val="FDECEC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-3.8</a:t>
            </a:r>
            <a:endParaRPr lang="en-US" sz="2000" dirty="0"/>
          </a:p>
        </p:txBody>
      </p:sp>
      <p:sp>
        <p:nvSpPr>
          <p:cNvPr id="43" name="Text 13">
            <a:extLst>
              <a:ext uri="{FF2B5EF4-FFF2-40B4-BE49-F238E27FC236}">
                <a16:creationId xmlns:a16="http://schemas.microsoft.com/office/drawing/2014/main" id="{41A29BEC-170D-5241-0A88-899C7931C8CF}"/>
              </a:ext>
            </a:extLst>
          </p:cNvPr>
          <p:cNvSpPr/>
          <p:nvPr/>
        </p:nvSpPr>
        <p:spPr>
          <a:xfrm>
            <a:off x="3856765" y="2943695"/>
            <a:ext cx="951649" cy="951649"/>
          </a:xfrm>
          <a:prstGeom prst="rect">
            <a:avLst/>
          </a:prstGeom>
          <a:solidFill>
            <a:srgbClr val="FDECEC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0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−10</a:t>
            </a:r>
            <a:endParaRPr lang="en-US" sz="2000" dirty="0"/>
          </a:p>
        </p:txBody>
      </p:sp>
      <p:sp>
        <p:nvSpPr>
          <p:cNvPr id="45" name="Text 14">
            <a:extLst>
              <a:ext uri="{FF2B5EF4-FFF2-40B4-BE49-F238E27FC236}">
                <a16:creationId xmlns:a16="http://schemas.microsoft.com/office/drawing/2014/main" id="{4CC7A9C0-AB5F-992C-0F49-948582A1AD22}"/>
              </a:ext>
            </a:extLst>
          </p:cNvPr>
          <p:cNvSpPr/>
          <p:nvPr/>
        </p:nvSpPr>
        <p:spPr>
          <a:xfrm>
            <a:off x="999015" y="3892537"/>
            <a:ext cx="951649" cy="951649"/>
          </a:xfrm>
          <a:prstGeom prst="rect">
            <a:avLst/>
          </a:prstGeom>
          <a:solidFill>
            <a:srgbClr val="FDECEC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-1.9</a:t>
            </a:r>
            <a:endParaRPr lang="en-US" sz="2000" dirty="0"/>
          </a:p>
        </p:txBody>
      </p:sp>
      <p:sp>
        <p:nvSpPr>
          <p:cNvPr id="47" name="Text 15">
            <a:extLst>
              <a:ext uri="{FF2B5EF4-FFF2-40B4-BE49-F238E27FC236}">
                <a16:creationId xmlns:a16="http://schemas.microsoft.com/office/drawing/2014/main" id="{FFC18324-9BEE-0138-5B5A-F90D1DE008CE}"/>
              </a:ext>
            </a:extLst>
          </p:cNvPr>
          <p:cNvSpPr/>
          <p:nvPr/>
        </p:nvSpPr>
        <p:spPr>
          <a:xfrm>
            <a:off x="1953469" y="3892537"/>
            <a:ext cx="951649" cy="951649"/>
          </a:xfrm>
          <a:prstGeom prst="rect">
            <a:avLst/>
          </a:prstGeom>
          <a:solidFill>
            <a:srgbClr val="FDECEC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-1.9</a:t>
            </a:r>
            <a:endParaRPr lang="en-US" sz="2000" dirty="0"/>
          </a:p>
        </p:txBody>
      </p:sp>
      <p:sp>
        <p:nvSpPr>
          <p:cNvPr id="49" name="Text 16">
            <a:extLst>
              <a:ext uri="{FF2B5EF4-FFF2-40B4-BE49-F238E27FC236}">
                <a16:creationId xmlns:a16="http://schemas.microsoft.com/office/drawing/2014/main" id="{8727EA23-5BDB-BECD-CA47-526776DEA801}"/>
              </a:ext>
            </a:extLst>
          </p:cNvPr>
          <p:cNvSpPr/>
          <p:nvPr/>
        </p:nvSpPr>
        <p:spPr>
          <a:xfrm>
            <a:off x="2907923" y="3892537"/>
            <a:ext cx="951649" cy="951649"/>
          </a:xfrm>
          <a:prstGeom prst="rect">
            <a:avLst/>
          </a:prstGeom>
          <a:solidFill>
            <a:srgbClr val="F3B9B9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-12.4</a:t>
            </a:r>
            <a:endParaRPr lang="en-US" sz="2000" dirty="0"/>
          </a:p>
        </p:txBody>
      </p:sp>
      <p:sp>
        <p:nvSpPr>
          <p:cNvPr id="51" name="Text 17">
            <a:extLst>
              <a:ext uri="{FF2B5EF4-FFF2-40B4-BE49-F238E27FC236}">
                <a16:creationId xmlns:a16="http://schemas.microsoft.com/office/drawing/2014/main" id="{C8F13600-5E27-8AD5-DB44-B82784750CA5}"/>
              </a:ext>
            </a:extLst>
          </p:cNvPr>
          <p:cNvSpPr/>
          <p:nvPr/>
        </p:nvSpPr>
        <p:spPr>
          <a:xfrm>
            <a:off x="3856765" y="3892537"/>
            <a:ext cx="951649" cy="951649"/>
          </a:xfrm>
          <a:prstGeom prst="rect">
            <a:avLst/>
          </a:prstGeom>
          <a:solidFill>
            <a:srgbClr val="F3B9B9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↑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-16.9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02920" y="6510528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6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L14: Policy Iteration</a:t>
            </a:r>
            <a:endParaRPr lang="en-US" sz="760" dirty="0"/>
          </a:p>
        </p:txBody>
      </p:sp>
      <p:sp>
        <p:nvSpPr>
          <p:cNvPr id="5" name="Text 3"/>
          <p:cNvSpPr/>
          <p:nvPr/>
        </p:nvSpPr>
        <p:spPr>
          <a:xfrm>
            <a:off x="11612880" y="651052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66991" y="2002536"/>
            <a:ext cx="713232" cy="713232"/>
          </a:xfrm>
          <a:prstGeom prst="rect">
            <a:avLst/>
          </a:prstGeom>
          <a:solidFill>
            <a:srgbClr val="F7FBFD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880223" y="2002536"/>
            <a:ext cx="713232" cy="713232"/>
          </a:xfrm>
          <a:prstGeom prst="rect">
            <a:avLst/>
          </a:prstGeom>
          <a:solidFill>
            <a:srgbClr val="F7FBFD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2593455" y="2002536"/>
            <a:ext cx="713232" cy="713232"/>
          </a:xfrm>
          <a:prstGeom prst="rect">
            <a:avLst/>
          </a:prstGeom>
          <a:solidFill>
            <a:srgbClr val="F7FBFD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306687" y="2002536"/>
            <a:ext cx="713232" cy="713232"/>
          </a:xfrm>
          <a:prstGeom prst="rect">
            <a:avLst/>
          </a:prstGeom>
          <a:solidFill>
            <a:srgbClr val="E8F6EF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AA8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+10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166991" y="2715768"/>
            <a:ext cx="713232" cy="713232"/>
          </a:xfrm>
          <a:prstGeom prst="rect">
            <a:avLst/>
          </a:prstGeom>
          <a:solidFill>
            <a:srgbClr val="F7FBFD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880223" y="2715768"/>
            <a:ext cx="713232" cy="713232"/>
          </a:xfrm>
          <a:prstGeom prst="rect">
            <a:avLst/>
          </a:prstGeom>
          <a:solidFill>
            <a:srgbClr val="D4DEE8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WALL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593455" y="2715768"/>
            <a:ext cx="713232" cy="713232"/>
          </a:xfrm>
          <a:prstGeom prst="rect">
            <a:avLst/>
          </a:prstGeom>
          <a:solidFill>
            <a:srgbClr val="F7FBFD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306687" y="2715768"/>
            <a:ext cx="713232" cy="713232"/>
          </a:xfrm>
          <a:prstGeom prst="rect">
            <a:avLst/>
          </a:prstGeom>
          <a:solidFill>
            <a:srgbClr val="FDECEC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0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−10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166991" y="3429000"/>
            <a:ext cx="713232" cy="713232"/>
          </a:xfrm>
          <a:prstGeom prst="rect">
            <a:avLst/>
          </a:prstGeom>
          <a:solidFill>
            <a:srgbClr val="F7FBFD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880223" y="3429000"/>
            <a:ext cx="713232" cy="713232"/>
          </a:xfrm>
          <a:prstGeom prst="rect">
            <a:avLst/>
          </a:prstGeom>
          <a:solidFill>
            <a:srgbClr val="F7FBFD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2593455" y="3429000"/>
            <a:ext cx="713232" cy="713232"/>
          </a:xfrm>
          <a:prstGeom prst="rect">
            <a:avLst/>
          </a:prstGeom>
          <a:solidFill>
            <a:srgbClr val="F7FBFD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3306687" y="3429000"/>
            <a:ext cx="713232" cy="713232"/>
          </a:xfrm>
          <a:prstGeom prst="rect">
            <a:avLst/>
          </a:prstGeom>
          <a:solidFill>
            <a:srgbClr val="F7FBFD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↑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521512" y="2468880"/>
            <a:ext cx="2560320" cy="960120"/>
          </a:xfrm>
          <a:prstGeom prst="rect">
            <a:avLst/>
          </a:prstGeom>
          <a:solidFill>
            <a:srgbClr val="C00000"/>
          </a:solidFill>
          <a:ln w="13970">
            <a:solidFill>
              <a:srgbClr val="082B55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LOCKED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DURING EVALUATION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618130" y="1906664"/>
            <a:ext cx="3607112" cy="914400"/>
          </a:xfrm>
          <a:prstGeom prst="rect">
            <a:avLst/>
          </a:prstGeom>
          <a:solidFill>
            <a:srgbClr val="F4F8FD"/>
          </a:solidFill>
          <a:ln w="13970">
            <a:solidFill>
              <a:srgbClr val="2B70B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can change?</a:t>
            </a:r>
            <a:endParaRPr lang="en-US" dirty="0"/>
          </a:p>
          <a:p>
            <a:pPr marL="0" indent="0" algn="ctr">
              <a:buNone/>
            </a:pPr>
            <a:r>
              <a:rPr lang="en-US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value estimates in the cells.</a:t>
            </a: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7618130" y="3095384"/>
            <a:ext cx="3607112" cy="914400"/>
          </a:xfrm>
          <a:prstGeom prst="rect">
            <a:avLst/>
          </a:prstGeom>
          <a:solidFill>
            <a:srgbClr val="FFF4D6"/>
          </a:solidFill>
          <a:ln w="13970">
            <a:solidFill>
              <a:srgbClr val="F2B944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cannot change yet?</a:t>
            </a:r>
            <a:endParaRPr lang="en-US" dirty="0"/>
          </a:p>
          <a:p>
            <a:pPr marL="0" indent="0" algn="ctr">
              <a:buNone/>
            </a:pPr>
            <a:r>
              <a:rPr lang="en-US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action arrows selected by π.</a:t>
            </a: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1158240" y="5330447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82B55"/>
                </a:solidFill>
              </a:rPr>
              <a:t>Evaluation changes the numbers — not the behavior.</a:t>
            </a:r>
            <a:endParaRPr lang="en-US" sz="1700" dirty="0"/>
          </a:p>
        </p:txBody>
      </p:sp>
      <p:sp>
        <p:nvSpPr>
          <p:cNvPr id="23" name="Text 0">
            <a:extLst>
              <a:ext uri="{FF2B5EF4-FFF2-40B4-BE49-F238E27FC236}">
                <a16:creationId xmlns:a16="http://schemas.microsoft.com/office/drawing/2014/main" id="{CFC434E6-9DEE-0771-A90C-C83586E576A2}"/>
              </a:ext>
            </a:extLst>
          </p:cNvPr>
          <p:cNvSpPr/>
          <p:nvPr/>
        </p:nvSpPr>
        <p:spPr>
          <a:xfrm>
            <a:off x="594360" y="43891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082B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LOCK THE POLICY</a:t>
            </a:r>
            <a:endParaRPr lang="en-US" sz="3200" dirty="0"/>
          </a:p>
        </p:txBody>
      </p:sp>
      <p:sp>
        <p:nvSpPr>
          <p:cNvPr id="25" name="Text 1">
            <a:extLst>
              <a:ext uri="{FF2B5EF4-FFF2-40B4-BE49-F238E27FC236}">
                <a16:creationId xmlns:a16="http://schemas.microsoft.com/office/drawing/2014/main" id="{E5342012-3F42-734F-CF50-E9A7248D6F23}"/>
              </a:ext>
            </a:extLst>
          </p:cNvPr>
          <p:cNvSpPr/>
          <p:nvPr/>
        </p:nvSpPr>
        <p:spPr>
          <a:xfrm>
            <a:off x="621792" y="960120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During policy evaluation, the arrows do not move.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02920" y="6510528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6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L14: Policy Iteration</a:t>
            </a:r>
            <a:endParaRPr lang="en-US" sz="760" dirty="0"/>
          </a:p>
        </p:txBody>
      </p:sp>
      <p:sp>
        <p:nvSpPr>
          <p:cNvPr id="5" name="Text 3"/>
          <p:cNvSpPr/>
          <p:nvPr/>
        </p:nvSpPr>
        <p:spPr>
          <a:xfrm>
            <a:off x="11612880" y="651052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4724400" y="3726180"/>
            <a:ext cx="2743200" cy="685800"/>
          </a:xfrm>
          <a:prstGeom prst="rect">
            <a:avLst/>
          </a:prstGeom>
          <a:solidFill>
            <a:srgbClr val="FFF4D6"/>
          </a:solidFill>
          <a:ln w="13970">
            <a:solidFill>
              <a:srgbClr val="F2B944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0.8(5) + 0.2(1) = 4.2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2918040" y="4716564"/>
            <a:ext cx="6355920" cy="685800"/>
          </a:xfrm>
          <a:prstGeom prst="rect">
            <a:avLst/>
          </a:prstGeom>
          <a:solidFill>
            <a:srgbClr val="E8F6EF"/>
          </a:solidFill>
          <a:ln w="13970">
            <a:solidFill>
              <a:srgbClr val="2AA87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Today’s difference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only evaluate the action specified by the current policy.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66800" y="582472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82B55"/>
                </a:solidFill>
              </a:rPr>
              <a:t>Same arithmetic. Different question: “How good is this policy?”</a:t>
            </a:r>
            <a:endParaRPr lang="en-US" sz="1700" dirty="0"/>
          </a:p>
        </p:txBody>
      </p:sp>
      <p:sp>
        <p:nvSpPr>
          <p:cNvPr id="11" name="Text 0">
            <a:extLst>
              <a:ext uri="{FF2B5EF4-FFF2-40B4-BE49-F238E27FC236}">
                <a16:creationId xmlns:a16="http://schemas.microsoft.com/office/drawing/2014/main" id="{7EB18135-8685-E247-4D05-D058C5832DD8}"/>
              </a:ext>
            </a:extLst>
          </p:cNvPr>
          <p:cNvSpPr/>
          <p:nvPr/>
        </p:nvSpPr>
        <p:spPr>
          <a:xfrm>
            <a:off x="594360" y="43891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082B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Tiny math retrieval</a:t>
            </a:r>
            <a:endParaRPr lang="en-US" sz="3200" dirty="0"/>
          </a:p>
        </p:txBody>
      </p:sp>
      <p:sp>
        <p:nvSpPr>
          <p:cNvPr id="13" name="Text 1">
            <a:extLst>
              <a:ext uri="{FF2B5EF4-FFF2-40B4-BE49-F238E27FC236}">
                <a16:creationId xmlns:a16="http://schemas.microsoft.com/office/drawing/2014/main" id="{15716C46-E3E2-3F6A-243A-00EF09BAE036}"/>
              </a:ext>
            </a:extLst>
          </p:cNvPr>
          <p:cNvSpPr/>
          <p:nvPr/>
        </p:nvSpPr>
        <p:spPr>
          <a:xfrm>
            <a:off x="621792" y="960120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 expected-value operation as L13; a different action-selection rule.</a:t>
            </a:r>
            <a:endParaRPr lang="en-US" sz="1600" dirty="0"/>
          </a:p>
        </p:txBody>
      </p:sp>
      <p:sp>
        <p:nvSpPr>
          <p:cNvPr id="15" name="Text 4">
            <a:extLst>
              <a:ext uri="{FF2B5EF4-FFF2-40B4-BE49-F238E27FC236}">
                <a16:creationId xmlns:a16="http://schemas.microsoft.com/office/drawing/2014/main" id="{026709D8-1055-64D0-1B13-CF237E5F65F2}"/>
              </a:ext>
            </a:extLst>
          </p:cNvPr>
          <p:cNvSpPr/>
          <p:nvPr/>
        </p:nvSpPr>
        <p:spPr>
          <a:xfrm>
            <a:off x="2822579" y="1693939"/>
            <a:ext cx="2926080" cy="502920"/>
          </a:xfrm>
          <a:prstGeom prst="rect">
            <a:avLst/>
          </a:prstGeom>
          <a:solidFill>
            <a:srgbClr val="0B2D5C"/>
          </a:solidFill>
          <a:ln w="6350">
            <a:solidFill>
              <a:srgbClr val="0B2D5C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state</a:t>
            </a:r>
            <a:endParaRPr lang="en-US" dirty="0"/>
          </a:p>
        </p:txBody>
      </p:sp>
      <p:sp>
        <p:nvSpPr>
          <p:cNvPr id="17" name="Text 5">
            <a:extLst>
              <a:ext uri="{FF2B5EF4-FFF2-40B4-BE49-F238E27FC236}">
                <a16:creationId xmlns:a16="http://schemas.microsoft.com/office/drawing/2014/main" id="{3A93BFF2-64FE-3FF4-27E1-D8BF05F3BFC3}"/>
              </a:ext>
            </a:extLst>
          </p:cNvPr>
          <p:cNvSpPr/>
          <p:nvPr/>
        </p:nvSpPr>
        <p:spPr>
          <a:xfrm>
            <a:off x="5748659" y="1693939"/>
            <a:ext cx="1828800" cy="502920"/>
          </a:xfrm>
          <a:prstGeom prst="rect">
            <a:avLst/>
          </a:prstGeom>
          <a:solidFill>
            <a:srgbClr val="0B2D5C"/>
          </a:solidFill>
          <a:ln w="6350">
            <a:solidFill>
              <a:srgbClr val="0B2D5C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Probability</a:t>
            </a:r>
            <a:endParaRPr lang="en-US" dirty="0"/>
          </a:p>
        </p:txBody>
      </p:sp>
      <p:sp>
        <p:nvSpPr>
          <p:cNvPr id="19" name="Text 6">
            <a:extLst>
              <a:ext uri="{FF2B5EF4-FFF2-40B4-BE49-F238E27FC236}">
                <a16:creationId xmlns:a16="http://schemas.microsoft.com/office/drawing/2014/main" id="{01D65CB8-12F4-BB45-39EE-CC0D7034A507}"/>
              </a:ext>
            </a:extLst>
          </p:cNvPr>
          <p:cNvSpPr/>
          <p:nvPr/>
        </p:nvSpPr>
        <p:spPr>
          <a:xfrm>
            <a:off x="7577459" y="1693939"/>
            <a:ext cx="1828800" cy="502920"/>
          </a:xfrm>
          <a:prstGeom prst="rect">
            <a:avLst/>
          </a:prstGeom>
          <a:solidFill>
            <a:srgbClr val="0B2D5C"/>
          </a:solidFill>
          <a:ln w="6350">
            <a:solidFill>
              <a:srgbClr val="0B2D5C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Value</a:t>
            </a:r>
            <a:endParaRPr lang="en-US" dirty="0"/>
          </a:p>
        </p:txBody>
      </p:sp>
      <p:sp>
        <p:nvSpPr>
          <p:cNvPr id="21" name="Text 7">
            <a:extLst>
              <a:ext uri="{FF2B5EF4-FFF2-40B4-BE49-F238E27FC236}">
                <a16:creationId xmlns:a16="http://schemas.microsoft.com/office/drawing/2014/main" id="{C6001020-F5EB-3BA3-AD2A-878BCE64E8BA}"/>
              </a:ext>
            </a:extLst>
          </p:cNvPr>
          <p:cNvSpPr/>
          <p:nvPr/>
        </p:nvSpPr>
        <p:spPr>
          <a:xfrm>
            <a:off x="2822579" y="2196859"/>
            <a:ext cx="29260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9E0E6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28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</a:t>
            </a:r>
            <a:endParaRPr lang="en-US" sz="2800" dirty="0"/>
          </a:p>
        </p:txBody>
      </p:sp>
      <p:sp>
        <p:nvSpPr>
          <p:cNvPr id="23" name="Text 8">
            <a:extLst>
              <a:ext uri="{FF2B5EF4-FFF2-40B4-BE49-F238E27FC236}">
                <a16:creationId xmlns:a16="http://schemas.microsoft.com/office/drawing/2014/main" id="{B67216EF-944B-324D-66A1-B8933E2BCAEE}"/>
              </a:ext>
            </a:extLst>
          </p:cNvPr>
          <p:cNvSpPr/>
          <p:nvPr/>
        </p:nvSpPr>
        <p:spPr>
          <a:xfrm>
            <a:off x="5748659" y="2196859"/>
            <a:ext cx="18288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9E0E6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28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0.80</a:t>
            </a:r>
            <a:endParaRPr lang="en-US" sz="2800" dirty="0"/>
          </a:p>
        </p:txBody>
      </p:sp>
      <p:sp>
        <p:nvSpPr>
          <p:cNvPr id="25" name="Text 9">
            <a:extLst>
              <a:ext uri="{FF2B5EF4-FFF2-40B4-BE49-F238E27FC236}">
                <a16:creationId xmlns:a16="http://schemas.microsoft.com/office/drawing/2014/main" id="{49631421-F207-72DB-18D7-749833506798}"/>
              </a:ext>
            </a:extLst>
          </p:cNvPr>
          <p:cNvSpPr/>
          <p:nvPr/>
        </p:nvSpPr>
        <p:spPr>
          <a:xfrm>
            <a:off x="7577459" y="2196859"/>
            <a:ext cx="18288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9E0E6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28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2800" dirty="0"/>
          </a:p>
        </p:txBody>
      </p:sp>
      <p:sp>
        <p:nvSpPr>
          <p:cNvPr id="27" name="Text 10">
            <a:extLst>
              <a:ext uri="{FF2B5EF4-FFF2-40B4-BE49-F238E27FC236}">
                <a16:creationId xmlns:a16="http://schemas.microsoft.com/office/drawing/2014/main" id="{D59364C0-72F2-281D-9E7B-CF9F58C43FE0}"/>
              </a:ext>
            </a:extLst>
          </p:cNvPr>
          <p:cNvSpPr/>
          <p:nvPr/>
        </p:nvSpPr>
        <p:spPr>
          <a:xfrm>
            <a:off x="2822579" y="2699779"/>
            <a:ext cx="2926080" cy="502920"/>
          </a:xfrm>
          <a:prstGeom prst="rect">
            <a:avLst/>
          </a:prstGeom>
          <a:solidFill>
            <a:srgbClr val="EAF2F8"/>
          </a:solidFill>
          <a:ln w="6350">
            <a:solidFill>
              <a:srgbClr val="D9E0E6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28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</a:t>
            </a:r>
            <a:endParaRPr lang="en-US" sz="2800" dirty="0"/>
          </a:p>
        </p:txBody>
      </p:sp>
      <p:sp>
        <p:nvSpPr>
          <p:cNvPr id="29" name="Text 11">
            <a:extLst>
              <a:ext uri="{FF2B5EF4-FFF2-40B4-BE49-F238E27FC236}">
                <a16:creationId xmlns:a16="http://schemas.microsoft.com/office/drawing/2014/main" id="{F5025DD6-0C51-3071-6385-9C9B896571EA}"/>
              </a:ext>
            </a:extLst>
          </p:cNvPr>
          <p:cNvSpPr/>
          <p:nvPr/>
        </p:nvSpPr>
        <p:spPr>
          <a:xfrm>
            <a:off x="5748659" y="2699779"/>
            <a:ext cx="1828800" cy="502920"/>
          </a:xfrm>
          <a:prstGeom prst="rect">
            <a:avLst/>
          </a:prstGeom>
          <a:solidFill>
            <a:srgbClr val="EAF2F8"/>
          </a:solidFill>
          <a:ln w="6350">
            <a:solidFill>
              <a:srgbClr val="D9E0E6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28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0.20</a:t>
            </a:r>
            <a:endParaRPr lang="en-US" sz="2800" dirty="0"/>
          </a:p>
        </p:txBody>
      </p:sp>
      <p:sp>
        <p:nvSpPr>
          <p:cNvPr id="31" name="Text 12">
            <a:extLst>
              <a:ext uri="{FF2B5EF4-FFF2-40B4-BE49-F238E27FC236}">
                <a16:creationId xmlns:a16="http://schemas.microsoft.com/office/drawing/2014/main" id="{6D525299-2933-4669-E1D8-6F183886EB03}"/>
              </a:ext>
            </a:extLst>
          </p:cNvPr>
          <p:cNvSpPr/>
          <p:nvPr/>
        </p:nvSpPr>
        <p:spPr>
          <a:xfrm>
            <a:off x="7577459" y="2699779"/>
            <a:ext cx="1828800" cy="502920"/>
          </a:xfrm>
          <a:prstGeom prst="rect">
            <a:avLst/>
          </a:prstGeom>
          <a:solidFill>
            <a:srgbClr val="EAF2F8"/>
          </a:solidFill>
          <a:ln w="6350">
            <a:solidFill>
              <a:srgbClr val="D9E0E6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28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02920" y="6510528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6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L14: Policy Iteration</a:t>
            </a:r>
            <a:endParaRPr lang="en-US" sz="760" dirty="0"/>
          </a:p>
        </p:txBody>
      </p:sp>
      <p:sp>
        <p:nvSpPr>
          <p:cNvPr id="5" name="Text 3"/>
          <p:cNvSpPr/>
          <p:nvPr/>
        </p:nvSpPr>
        <p:spPr>
          <a:xfrm>
            <a:off x="11612880" y="651052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75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4"/>
              <p:cNvSpPr/>
              <p:nvPr/>
            </p:nvSpPr>
            <p:spPr>
              <a:xfrm>
                <a:off x="822960" y="1760220"/>
                <a:ext cx="4572000" cy="2743200"/>
              </a:xfrm>
              <a:prstGeom prst="rect">
                <a:avLst/>
              </a:prstGeom>
              <a:solidFill>
                <a:srgbClr val="F4F8FD"/>
              </a:solidFill>
              <a:ln w="13970">
                <a:solidFill>
                  <a:srgbClr val="2B70B9"/>
                </a:solidFill>
              </a:ln>
            </p:spPr>
            <p:txBody>
              <a:bodyPr wrap="square" lIns="762" tIns="762" rIns="762" bIns="762" rtlCol="0" anchor="ctr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2000" b="1" dirty="0">
                    <a:solidFill>
                      <a:srgbClr val="082B55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Value iteration</a:t>
                </a:r>
                <a:endParaRPr lang="en-US" sz="2000" dirty="0"/>
              </a:p>
              <a:p>
                <a:pPr marL="0" indent="0" algn="ctr">
                  <a:buNone/>
                </a:pPr>
                <a:endParaRPr lang="en-US" sz="2000" dirty="0"/>
              </a:p>
              <a:p>
                <a:pPr marL="0" indent="0" algn="ctr">
                  <a:buNone/>
                </a:pPr>
                <a:r>
                  <a:rPr lang="en-US" sz="2000" dirty="0">
                    <a:solidFill>
                      <a:srgbClr val="082B55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Evaluate all actions</a:t>
                </a:r>
                <a:endParaRPr lang="en-US" sz="2000" dirty="0"/>
              </a:p>
              <a:p>
                <a:pPr marL="0" indent="0" algn="ctr">
                  <a:buNone/>
                </a:pPr>
                <a:endParaRPr lang="en-US" sz="2000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082B55"/>
                        </a:solidFill>
                        <a:latin typeface="Cambria Math" panose="02040503050406030204" pitchFamily="18" charset="0"/>
                        <a:ea typeface="Aptos" pitchFamily="34" charset="-122"/>
                        <a:cs typeface="Aptos" pitchFamily="34" charset="-120"/>
                      </a:rPr>
                      <m:t>𝑉</m:t>
                    </m:r>
                    <m:r>
                      <a:rPr lang="en-US" sz="2000" i="1" dirty="0" smtClean="0">
                        <a:solidFill>
                          <a:srgbClr val="082B55"/>
                        </a:solidFill>
                        <a:latin typeface="Cambria Math" panose="02040503050406030204" pitchFamily="18" charset="0"/>
                        <a:ea typeface="Aptos" pitchFamily="34" charset="-122"/>
                        <a:cs typeface="Aptos" pitchFamily="34" charset="-120"/>
                      </a:rPr>
                      <m:t>(</m:t>
                    </m:r>
                    <m:r>
                      <a:rPr lang="en-US" sz="2000" i="1" dirty="0" smtClean="0">
                        <a:solidFill>
                          <a:srgbClr val="082B55"/>
                        </a:solidFill>
                        <a:latin typeface="Cambria Math" panose="02040503050406030204" pitchFamily="18" charset="0"/>
                        <a:ea typeface="Aptos" pitchFamily="34" charset="-122"/>
                        <a:cs typeface="Aptos" pitchFamily="34" charset="-120"/>
                      </a:rPr>
                      <m:t>𝑠</m:t>
                    </m:r>
                    <m:r>
                      <a:rPr lang="en-US" sz="2000" i="1" dirty="0" smtClean="0">
                        <a:solidFill>
                          <a:srgbClr val="082B55"/>
                        </a:solidFill>
                        <a:latin typeface="Cambria Math" panose="02040503050406030204" pitchFamily="18" charset="0"/>
                        <a:ea typeface="Aptos" pitchFamily="34" charset="-122"/>
                        <a:cs typeface="Aptos" pitchFamily="34" charset="-120"/>
                      </a:rPr>
                      <m:t>) ← </m:t>
                    </m:r>
                    <m:r>
                      <m:rPr>
                        <m:sty m:val="p"/>
                      </m:rPr>
                      <a:rPr lang="en-US" sz="2000" i="1" dirty="0" smtClean="0">
                        <a:solidFill>
                          <a:srgbClr val="082B55"/>
                        </a:solidFill>
                        <a:latin typeface="Cambria Math" panose="02040503050406030204" pitchFamily="18" charset="0"/>
                        <a:ea typeface="Aptos" pitchFamily="34" charset="-122"/>
                        <a:cs typeface="Aptos" pitchFamily="34" charset="-120"/>
                      </a:rPr>
                      <m:t>max</m:t>
                    </m:r>
                    <m:r>
                      <a:rPr lang="en-US" sz="2000" i="1" dirty="0" smtClean="0">
                        <a:solidFill>
                          <a:srgbClr val="082B55"/>
                        </a:solidFill>
                        <a:latin typeface="Cambria Math" panose="02040503050406030204" pitchFamily="18" charset="0"/>
                        <a:ea typeface="Aptos" pitchFamily="34" charset="-122"/>
                        <a:cs typeface="Aptos" pitchFamily="34" charset="-120"/>
                      </a:rPr>
                      <m:t>ₐ </m:t>
                    </m:r>
                    <m:r>
                      <a:rPr lang="en-US" sz="2000" i="1" dirty="0" smtClean="0">
                        <a:solidFill>
                          <a:srgbClr val="082B55"/>
                        </a:solidFill>
                        <a:latin typeface="Cambria Math" panose="02040503050406030204" pitchFamily="18" charset="0"/>
                        <a:ea typeface="Aptos" pitchFamily="34" charset="-122"/>
                        <a:cs typeface="Aptos" pitchFamily="34" charset="-120"/>
                      </a:rPr>
                      <m:t>𝑄</m:t>
                    </m:r>
                    <m:r>
                      <a:rPr lang="en-US" sz="2000" i="1" dirty="0" smtClean="0">
                        <a:solidFill>
                          <a:srgbClr val="082B55"/>
                        </a:solidFill>
                        <a:latin typeface="Cambria Math" panose="02040503050406030204" pitchFamily="18" charset="0"/>
                        <a:ea typeface="Aptos" pitchFamily="34" charset="-122"/>
                        <a:cs typeface="Aptos" pitchFamily="34" charset="-120"/>
                      </a:rPr>
                      <m:t>(</m:t>
                    </m:r>
                    <m:r>
                      <a:rPr lang="en-US" sz="2000" i="1" dirty="0" smtClean="0">
                        <a:solidFill>
                          <a:srgbClr val="082B55"/>
                        </a:solidFill>
                        <a:latin typeface="Cambria Math" panose="02040503050406030204" pitchFamily="18" charset="0"/>
                        <a:ea typeface="Aptos" pitchFamily="34" charset="-122"/>
                        <a:cs typeface="Aptos" pitchFamily="34" charset="-120"/>
                      </a:rPr>
                      <m:t>𝑠</m:t>
                    </m:r>
                    <m:r>
                      <a:rPr lang="en-US" sz="2000" i="1" dirty="0" smtClean="0">
                        <a:solidFill>
                          <a:srgbClr val="082B55"/>
                        </a:solidFill>
                        <a:latin typeface="Cambria Math" panose="02040503050406030204" pitchFamily="18" charset="0"/>
                        <a:ea typeface="Aptos" pitchFamily="34" charset="-122"/>
                        <a:cs typeface="Aptos" pitchFamily="34" charset="-120"/>
                      </a:rPr>
                      <m:t>,</m:t>
                    </m:r>
                    <m:r>
                      <a:rPr lang="en-US" sz="2000" i="1" dirty="0" smtClean="0">
                        <a:solidFill>
                          <a:srgbClr val="082B55"/>
                        </a:solidFill>
                        <a:latin typeface="Cambria Math" panose="02040503050406030204" pitchFamily="18" charset="0"/>
                        <a:ea typeface="Aptos" pitchFamily="34" charset="-122"/>
                        <a:cs typeface="Aptos" pitchFamily="34" charset="-120"/>
                      </a:rPr>
                      <m:t>𝑎</m:t>
                    </m:r>
                  </m:oMath>
                </a14:m>
                <a:r>
                  <a:rPr lang="en-US" sz="2000" dirty="0">
                    <a:solidFill>
                      <a:srgbClr val="082B55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)</a:t>
                </a:r>
                <a:endParaRPr lang="en-US" sz="2000" dirty="0"/>
              </a:p>
            </p:txBody>
          </p:sp>
        </mc:Choice>
        <mc:Fallback xmlns="">
          <p:sp>
            <p:nvSpPr>
              <p:cNvPr id="6" name="Text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960" y="1760220"/>
                <a:ext cx="4572000" cy="27432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13970">
                <a:solidFill>
                  <a:srgbClr val="2B70B9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5"/>
              <p:cNvSpPr/>
              <p:nvPr/>
            </p:nvSpPr>
            <p:spPr>
              <a:xfrm>
                <a:off x="6766560" y="1760220"/>
                <a:ext cx="4572000" cy="2743200"/>
              </a:xfrm>
              <a:prstGeom prst="rect">
                <a:avLst/>
              </a:prstGeom>
              <a:solidFill>
                <a:srgbClr val="FFF4D6"/>
              </a:solidFill>
              <a:ln w="13970">
                <a:solidFill>
                  <a:srgbClr val="F2B944"/>
                </a:solidFill>
              </a:ln>
            </p:spPr>
            <p:txBody>
              <a:bodyPr wrap="square" lIns="762" tIns="762" rIns="762" bIns="762" rtlCol="0" anchor="ctr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2000" b="1" dirty="0">
                    <a:solidFill>
                      <a:srgbClr val="082B55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Policy evaluation</a:t>
                </a:r>
                <a:endParaRPr lang="en-US" sz="2000" dirty="0"/>
              </a:p>
              <a:p>
                <a:pPr marL="0" indent="0" algn="ctr">
                  <a:buNone/>
                </a:pPr>
                <a:endParaRPr lang="en-US" sz="2000" dirty="0"/>
              </a:p>
              <a:p>
                <a:pPr marL="0" indent="0" algn="ctr">
                  <a:buNone/>
                </a:pPr>
                <a:r>
                  <a:rPr lang="en-US" sz="2000" dirty="0">
                    <a:solidFill>
                      <a:srgbClr val="082B55"/>
                    </a:solidFill>
                    <a:latin typeface="Aptos" pitchFamily="34" charset="0"/>
                    <a:ea typeface="Aptos" pitchFamily="34" charset="-122"/>
                    <a:cs typeface="Aptos" pitchFamily="34" charset="-120"/>
                  </a:rPr>
                  <a:t>Evaluate only the policy action</a:t>
                </a:r>
                <a:endParaRPr lang="en-US" sz="2000" dirty="0"/>
              </a:p>
              <a:p>
                <a:pPr marL="0" indent="0" algn="ctr">
                  <a:buNone/>
                </a:pPr>
                <a:endParaRPr lang="en-US" sz="2000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dirty="0" smtClean="0">
                          <a:solidFill>
                            <a:srgbClr val="082B55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Aptos" pitchFamily="34" charset="-120"/>
                        </a:rPr>
                        <m:t>𝑉</m:t>
                      </m:r>
                      <m:r>
                        <a:rPr lang="en-US" sz="2000" i="1" baseline="30000" dirty="0" smtClean="0">
                          <a:solidFill>
                            <a:srgbClr val="082B55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Aptos" pitchFamily="34" charset="-120"/>
                        </a:rPr>
                        <m:t>𝜋</m:t>
                      </m:r>
                      <m:r>
                        <a:rPr lang="en-US" sz="2000" i="1" dirty="0" smtClean="0">
                          <a:solidFill>
                            <a:srgbClr val="082B55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Aptos" pitchFamily="34" charset="-120"/>
                        </a:rPr>
                        <m:t>(</m:t>
                      </m:r>
                      <m:r>
                        <a:rPr lang="en-US" sz="2000" i="1" dirty="0" smtClean="0">
                          <a:solidFill>
                            <a:srgbClr val="082B55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Aptos" pitchFamily="34" charset="-120"/>
                        </a:rPr>
                        <m:t>𝑠</m:t>
                      </m:r>
                      <m:r>
                        <a:rPr lang="en-US" sz="2000" i="1" dirty="0" smtClean="0">
                          <a:solidFill>
                            <a:srgbClr val="082B55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Aptos" pitchFamily="34" charset="-120"/>
                        </a:rPr>
                        <m:t>) ← </m:t>
                      </m:r>
                      <m:r>
                        <a:rPr lang="en-US" sz="2000" i="1" dirty="0" smtClean="0">
                          <a:solidFill>
                            <a:srgbClr val="082B55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Aptos" pitchFamily="34" charset="-120"/>
                        </a:rPr>
                        <m:t>𝑄</m:t>
                      </m:r>
                      <m:r>
                        <a:rPr lang="en-US" sz="2000" i="1" baseline="30000" dirty="0" smtClean="0">
                          <a:solidFill>
                            <a:srgbClr val="082B55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Aptos" pitchFamily="34" charset="-120"/>
                        </a:rPr>
                        <m:t>𝜋</m:t>
                      </m:r>
                      <m:r>
                        <a:rPr lang="en-US" sz="2000" i="1" dirty="0" smtClean="0">
                          <a:solidFill>
                            <a:srgbClr val="082B55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Aptos" pitchFamily="34" charset="-120"/>
                        </a:rPr>
                        <m:t>(</m:t>
                      </m:r>
                      <m:r>
                        <a:rPr lang="en-US" sz="2000" i="1" dirty="0" smtClean="0">
                          <a:solidFill>
                            <a:srgbClr val="082B55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Aptos" pitchFamily="34" charset="-120"/>
                        </a:rPr>
                        <m:t>𝑠</m:t>
                      </m:r>
                      <m:r>
                        <a:rPr lang="en-US" sz="2000" i="1" dirty="0" smtClean="0">
                          <a:solidFill>
                            <a:srgbClr val="082B55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Aptos" pitchFamily="34" charset="-120"/>
                        </a:rPr>
                        <m:t>, </m:t>
                      </m:r>
                      <m:r>
                        <a:rPr lang="en-US" sz="2000" i="1" dirty="0" smtClean="0">
                          <a:solidFill>
                            <a:srgbClr val="082B55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Aptos" pitchFamily="34" charset="-120"/>
                        </a:rPr>
                        <m:t>𝜋</m:t>
                      </m:r>
                      <m:r>
                        <a:rPr lang="en-US" sz="2000" i="1" dirty="0" smtClean="0">
                          <a:solidFill>
                            <a:srgbClr val="082B55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Aptos" pitchFamily="34" charset="-120"/>
                        </a:rPr>
                        <m:t>(</m:t>
                      </m:r>
                      <m:r>
                        <a:rPr lang="en-US" sz="2000" i="1" dirty="0" smtClean="0">
                          <a:solidFill>
                            <a:srgbClr val="082B55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Aptos" pitchFamily="34" charset="-120"/>
                        </a:rPr>
                        <m:t>𝑠</m:t>
                      </m:r>
                      <m:r>
                        <a:rPr lang="en-US" sz="2000" i="1" dirty="0" smtClean="0">
                          <a:solidFill>
                            <a:srgbClr val="082B55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Aptos" pitchFamily="34" charset="-120"/>
                        </a:rPr>
                        <m:t>))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7" name="Text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66560" y="1760220"/>
                <a:ext cx="4572000" cy="27432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13970">
                <a:solidFill>
                  <a:srgbClr val="F2B944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 6"/>
          <p:cNvSpPr/>
          <p:nvPr/>
        </p:nvSpPr>
        <p:spPr>
          <a:xfrm>
            <a:off x="822960" y="507492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082B55"/>
                </a:solidFill>
              </a:rPr>
              <a:t>Evaluation asks “How good is what I currently do?” — not “What should I do instead?”</a:t>
            </a:r>
            <a:endParaRPr lang="en-US" sz="1550" dirty="0"/>
          </a:p>
        </p:txBody>
      </p:sp>
      <p:sp>
        <p:nvSpPr>
          <p:cNvPr id="10" name="Text 0">
            <a:extLst>
              <a:ext uri="{FF2B5EF4-FFF2-40B4-BE49-F238E27FC236}">
                <a16:creationId xmlns:a16="http://schemas.microsoft.com/office/drawing/2014/main" id="{C556ED21-4A0C-3A92-0DCC-CDC70561C181}"/>
              </a:ext>
            </a:extLst>
          </p:cNvPr>
          <p:cNvSpPr/>
          <p:nvPr/>
        </p:nvSpPr>
        <p:spPr>
          <a:xfrm>
            <a:off x="594360" y="43891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082B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Value iteration versus policy evaluation</a:t>
            </a:r>
            <a:endParaRPr lang="en-US" sz="3200" dirty="0"/>
          </a:p>
        </p:txBody>
      </p:sp>
      <p:sp>
        <p:nvSpPr>
          <p:cNvPr id="12" name="Text 1">
            <a:extLst>
              <a:ext uri="{FF2B5EF4-FFF2-40B4-BE49-F238E27FC236}">
                <a16:creationId xmlns:a16="http://schemas.microsoft.com/office/drawing/2014/main" id="{C4A18450-DFB8-8722-DFEE-25D7C5C87712}"/>
              </a:ext>
            </a:extLst>
          </p:cNvPr>
          <p:cNvSpPr/>
          <p:nvPr/>
        </p:nvSpPr>
        <p:spPr>
          <a:xfrm>
            <a:off x="621792" y="960120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MAX moves to a different phase.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02920" y="6510528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6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L14: Policy Iteration</a:t>
            </a:r>
            <a:endParaRPr lang="en-US" sz="760" dirty="0"/>
          </a:p>
        </p:txBody>
      </p:sp>
      <p:sp>
        <p:nvSpPr>
          <p:cNvPr id="5" name="Text 3"/>
          <p:cNvSpPr/>
          <p:nvPr/>
        </p:nvSpPr>
        <p:spPr>
          <a:xfrm>
            <a:off x="11612880" y="651052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2148840" y="2871216"/>
            <a:ext cx="640080" cy="640080"/>
          </a:xfrm>
          <a:prstGeom prst="rect">
            <a:avLst/>
          </a:prstGeom>
          <a:solidFill>
            <a:srgbClr val="EAF2FA"/>
          </a:solidFill>
          <a:ln w="13970">
            <a:solidFill>
              <a:srgbClr val="2B70B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82B55"/>
                </a:solidFill>
                <a:latin typeface="Aptos" pitchFamily="34" charset="0"/>
              </a:rPr>
              <a:t>s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2148840" y="1956816"/>
            <a:ext cx="640080" cy="594360"/>
          </a:xfrm>
          <a:prstGeom prst="rect">
            <a:avLst/>
          </a:prstGeom>
          <a:solidFill>
            <a:srgbClr val="FFF4D6"/>
          </a:solidFill>
          <a:ln w="13970">
            <a:solidFill>
              <a:srgbClr val="F2B944"/>
            </a:solidFill>
          </a:ln>
        </p:spPr>
        <p:txBody>
          <a:bodyPr wrap="square" lIns="762" tIns="762" rIns="762" bIns="762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4.8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063240" y="2871216"/>
            <a:ext cx="640080" cy="594360"/>
          </a:xfrm>
          <a:prstGeom prst="rect">
            <a:avLst/>
          </a:prstGeom>
          <a:solidFill>
            <a:srgbClr val="FFFFFF"/>
          </a:solidFill>
          <a:ln w="13970">
            <a:solidFill>
              <a:srgbClr val="C7D4E1"/>
            </a:solidFill>
          </a:ln>
        </p:spPr>
        <p:txBody>
          <a:bodyPr wrap="square" lIns="762" tIns="762" rIns="762" bIns="762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148840" y="3785616"/>
            <a:ext cx="640080" cy="594360"/>
          </a:xfrm>
          <a:prstGeom prst="rect">
            <a:avLst/>
          </a:prstGeom>
          <a:solidFill>
            <a:srgbClr val="FFFFFF"/>
          </a:solidFill>
          <a:ln w="13970">
            <a:solidFill>
              <a:srgbClr val="C7D4E1"/>
            </a:solidFill>
          </a:ln>
        </p:spPr>
        <p:txBody>
          <a:bodyPr wrap="square" lIns="762" tIns="762" rIns="762" bIns="762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2.7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234440" y="2871216"/>
            <a:ext cx="640080" cy="594360"/>
          </a:xfrm>
          <a:prstGeom prst="rect">
            <a:avLst/>
          </a:prstGeom>
          <a:solidFill>
            <a:srgbClr val="FFFFFF"/>
          </a:solidFill>
          <a:ln w="13970">
            <a:solidFill>
              <a:srgbClr val="C7D4E1"/>
            </a:solidFill>
          </a:ln>
        </p:spPr>
        <p:txBody>
          <a:bodyPr wrap="square" lIns="762" tIns="762" rIns="762" bIns="762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3.2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2834640" y="3191256"/>
            <a:ext cx="210312" cy="0"/>
          </a:xfrm>
          <a:prstGeom prst="line">
            <a:avLst/>
          </a:prstGeom>
          <a:noFill/>
          <a:ln w="19050">
            <a:solidFill>
              <a:srgbClr val="082B5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3200"/>
          </a:p>
        </p:txBody>
      </p:sp>
      <p:sp>
        <p:nvSpPr>
          <p:cNvPr id="13" name="Shape 11"/>
          <p:cNvSpPr/>
          <p:nvPr/>
        </p:nvSpPr>
        <p:spPr>
          <a:xfrm>
            <a:off x="2468880" y="3557016"/>
            <a:ext cx="0" cy="210312"/>
          </a:xfrm>
          <a:prstGeom prst="line">
            <a:avLst/>
          </a:prstGeom>
          <a:noFill/>
          <a:ln w="19050">
            <a:solidFill>
              <a:srgbClr val="082B5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3200"/>
          </a:p>
        </p:txBody>
      </p:sp>
      <p:sp>
        <p:nvSpPr>
          <p:cNvPr id="15" name="Text 13"/>
          <p:cNvSpPr/>
          <p:nvPr/>
        </p:nvSpPr>
        <p:spPr>
          <a:xfrm>
            <a:off x="1280160" y="465547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</a:rPr>
              <a:t>current: N</a:t>
            </a: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796060" y="1737360"/>
            <a:ext cx="4105263" cy="1325880"/>
          </a:xfrm>
          <a:prstGeom prst="rect">
            <a:avLst/>
          </a:prstGeom>
          <a:solidFill>
            <a:srgbClr val="F4F8FD"/>
          </a:solidFill>
          <a:ln w="13970">
            <a:solidFill>
              <a:srgbClr val="2B70B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During evaluation</a:t>
            </a:r>
            <a:endParaRPr lang="en-US" dirty="0"/>
          </a:p>
          <a:p>
            <a:pPr marL="0" indent="0" algn="ctr">
              <a:buNone/>
            </a:pPr>
            <a:r>
              <a:rPr lang="en-US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Only the current policy action is active.</a:t>
            </a:r>
            <a:endParaRPr lang="en-US" dirty="0"/>
          </a:p>
          <a:p>
            <a:pPr marL="0" indent="0" algn="ctr">
              <a:buNone/>
            </a:pPr>
            <a:r>
              <a:rPr lang="en-US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π(s)=North, evaluate North.</a:t>
            </a: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796059" y="3392424"/>
            <a:ext cx="4105263" cy="1325880"/>
          </a:xfrm>
          <a:prstGeom prst="rect">
            <a:avLst/>
          </a:prstGeom>
          <a:solidFill>
            <a:srgbClr val="FFF4D6"/>
          </a:solidFill>
          <a:ln w="13970">
            <a:solidFill>
              <a:srgbClr val="F2B944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Later, during improvement</a:t>
            </a:r>
            <a:endParaRPr lang="en-US" dirty="0"/>
          </a:p>
          <a:p>
            <a:pPr marL="0" indent="0" algn="ctr">
              <a:buNone/>
            </a:pPr>
            <a:r>
              <a:rPr lang="en-US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will compare action values and may change the arrow.</a:t>
            </a: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1066800" y="56418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082B55"/>
                </a:solidFill>
              </a:rPr>
              <a:t>The other actions are alternatives — but they are not selected during fixed-policy evaluation.</a:t>
            </a:r>
            <a:endParaRPr lang="en-US" sz="1550" dirty="0"/>
          </a:p>
        </p:txBody>
      </p:sp>
      <p:sp>
        <p:nvSpPr>
          <p:cNvPr id="20" name="Text 0">
            <a:extLst>
              <a:ext uri="{FF2B5EF4-FFF2-40B4-BE49-F238E27FC236}">
                <a16:creationId xmlns:a16="http://schemas.microsoft.com/office/drawing/2014/main" id="{F271AE9C-D69F-9F5D-6DFE-5C3C5627F6E6}"/>
              </a:ext>
            </a:extLst>
          </p:cNvPr>
          <p:cNvSpPr/>
          <p:nvPr/>
        </p:nvSpPr>
        <p:spPr>
          <a:xfrm>
            <a:off x="594360" y="43891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082B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there is no MAX here</a:t>
            </a:r>
            <a:endParaRPr lang="en-US" sz="3200" dirty="0"/>
          </a:p>
        </p:txBody>
      </p:sp>
      <p:sp>
        <p:nvSpPr>
          <p:cNvPr id="22" name="Text 1">
            <a:extLst>
              <a:ext uri="{FF2B5EF4-FFF2-40B4-BE49-F238E27FC236}">
                <a16:creationId xmlns:a16="http://schemas.microsoft.com/office/drawing/2014/main" id="{20CF7753-FA23-AC04-1435-D75E5FC0B9BD}"/>
              </a:ext>
            </a:extLst>
          </p:cNvPr>
          <p:cNvSpPr/>
          <p:nvPr/>
        </p:nvSpPr>
        <p:spPr>
          <a:xfrm>
            <a:off x="621792" y="960120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deterministic policy has already selected the action to evaluate.</a:t>
            </a:r>
            <a:endParaRPr lang="en-US" sz="1600" dirty="0"/>
          </a:p>
        </p:txBody>
      </p:sp>
      <p:sp>
        <p:nvSpPr>
          <p:cNvPr id="23" name="Shape 10">
            <a:extLst>
              <a:ext uri="{FF2B5EF4-FFF2-40B4-BE49-F238E27FC236}">
                <a16:creationId xmlns:a16="http://schemas.microsoft.com/office/drawing/2014/main" id="{32078587-D665-06EB-B807-FEEA6850A989}"/>
              </a:ext>
            </a:extLst>
          </p:cNvPr>
          <p:cNvSpPr/>
          <p:nvPr/>
        </p:nvSpPr>
        <p:spPr>
          <a:xfrm flipV="1">
            <a:off x="2468880" y="2597342"/>
            <a:ext cx="0" cy="231555"/>
          </a:xfrm>
          <a:prstGeom prst="line">
            <a:avLst/>
          </a:prstGeom>
          <a:noFill/>
          <a:ln w="19050">
            <a:solidFill>
              <a:srgbClr val="082B5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3200"/>
          </a:p>
        </p:txBody>
      </p:sp>
      <p:sp>
        <p:nvSpPr>
          <p:cNvPr id="24" name="Shape 10">
            <a:extLst>
              <a:ext uri="{FF2B5EF4-FFF2-40B4-BE49-F238E27FC236}">
                <a16:creationId xmlns:a16="http://schemas.microsoft.com/office/drawing/2014/main" id="{F16834FF-DEE5-2404-B93B-3A7D22E152ED}"/>
              </a:ext>
            </a:extLst>
          </p:cNvPr>
          <p:cNvSpPr/>
          <p:nvPr/>
        </p:nvSpPr>
        <p:spPr>
          <a:xfrm flipH="1" flipV="1">
            <a:off x="1912946" y="3191256"/>
            <a:ext cx="213453" cy="0"/>
          </a:xfrm>
          <a:prstGeom prst="line">
            <a:avLst/>
          </a:prstGeom>
          <a:noFill/>
          <a:ln w="19050">
            <a:solidFill>
              <a:srgbClr val="082B5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32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02920" y="6510528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6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L14: Policy Iteration</a:t>
            </a:r>
            <a:endParaRPr lang="en-US" sz="760" dirty="0"/>
          </a:p>
        </p:txBody>
      </p:sp>
      <p:sp>
        <p:nvSpPr>
          <p:cNvPr id="5" name="Text 3"/>
          <p:cNvSpPr/>
          <p:nvPr/>
        </p:nvSpPr>
        <p:spPr>
          <a:xfrm>
            <a:off x="11612880" y="651052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731520" y="2176272"/>
            <a:ext cx="530352" cy="530352"/>
          </a:xfrm>
          <a:prstGeom prst="rect">
            <a:avLst/>
          </a:prstGeom>
          <a:solidFill>
            <a:srgbClr val="FDECEC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-1.0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61872" y="2176272"/>
            <a:ext cx="530352" cy="530352"/>
          </a:xfrm>
          <a:prstGeom prst="rect">
            <a:avLst/>
          </a:prstGeom>
          <a:solidFill>
            <a:srgbClr val="FDECEC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-1.0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792224" y="2176272"/>
            <a:ext cx="530352" cy="530352"/>
          </a:xfrm>
          <a:prstGeom prst="rect">
            <a:avLst/>
          </a:prstGeom>
          <a:solidFill>
            <a:srgbClr val="CBEDD9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15.0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322576" y="2176272"/>
            <a:ext cx="530352" cy="530352"/>
          </a:xfrm>
          <a:prstGeom prst="rect">
            <a:avLst/>
          </a:prstGeom>
          <a:solidFill>
            <a:srgbClr val="E8F6EF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AA8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+10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2706624"/>
            <a:ext cx="530352" cy="530352"/>
          </a:xfrm>
          <a:prstGeom prst="rect">
            <a:avLst/>
          </a:prstGeom>
          <a:solidFill>
            <a:srgbClr val="FDECEC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-1.0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61872" y="2706624"/>
            <a:ext cx="530352" cy="530352"/>
          </a:xfrm>
          <a:prstGeom prst="rect">
            <a:avLst/>
          </a:prstGeom>
          <a:solidFill>
            <a:srgbClr val="D4DEE8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WALL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792224" y="2706624"/>
            <a:ext cx="530352" cy="530352"/>
          </a:xfrm>
          <a:prstGeom prst="rect">
            <a:avLst/>
          </a:prstGeom>
          <a:solidFill>
            <a:srgbClr val="FDECEC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-2.8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322576" y="2706624"/>
            <a:ext cx="530352" cy="530352"/>
          </a:xfrm>
          <a:prstGeom prst="rect">
            <a:avLst/>
          </a:prstGeom>
          <a:solidFill>
            <a:srgbClr val="FDECEC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0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−10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31520" y="3236976"/>
            <a:ext cx="530352" cy="530352"/>
          </a:xfrm>
          <a:prstGeom prst="rect">
            <a:avLst/>
          </a:prstGeom>
          <a:solidFill>
            <a:srgbClr val="FDECEC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-1.0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61872" y="3236976"/>
            <a:ext cx="530352" cy="530352"/>
          </a:xfrm>
          <a:prstGeom prst="rect">
            <a:avLst/>
          </a:prstGeom>
          <a:solidFill>
            <a:srgbClr val="FDECEC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-1.0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792224" y="3236976"/>
            <a:ext cx="530352" cy="530352"/>
          </a:xfrm>
          <a:prstGeom prst="rect">
            <a:avLst/>
          </a:prstGeom>
          <a:solidFill>
            <a:srgbClr val="FDECEC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-1.0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322576" y="3236976"/>
            <a:ext cx="530352" cy="530352"/>
          </a:xfrm>
          <a:prstGeom prst="rect">
            <a:avLst/>
          </a:prstGeom>
          <a:solidFill>
            <a:srgbClr val="F3B9B9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↑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-15.4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867912" y="1696212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action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867912" y="1970532"/>
            <a:ext cx="1828800" cy="457200"/>
          </a:xfrm>
          <a:prstGeom prst="rect">
            <a:avLst/>
          </a:prstGeom>
          <a:solidFill>
            <a:srgbClr val="EAF2FA"/>
          </a:solidFill>
          <a:ln w="13970">
            <a:solidFill>
              <a:srgbClr val="2B70B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π(s) = East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3867912" y="2858594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Outcomes</a:t>
            </a: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032504" y="3178634"/>
            <a:ext cx="2761488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0.8 → intended cell</a:t>
            </a: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032504" y="3507818"/>
            <a:ext cx="2761488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0.1 → slip north/stay</a:t>
            </a: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032504" y="3837002"/>
            <a:ext cx="2761488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0.1 → slip south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 25"/>
              <p:cNvSpPr/>
              <p:nvPr/>
            </p:nvSpPr>
            <p:spPr>
              <a:xfrm>
                <a:off x="6931152" y="2061972"/>
                <a:ext cx="4206240" cy="777240"/>
              </a:xfrm>
              <a:prstGeom prst="rect">
                <a:avLst/>
              </a:prstGeom>
              <a:solidFill>
                <a:srgbClr val="FFF4D6"/>
              </a:solidFill>
              <a:ln w="13970">
                <a:solidFill>
                  <a:srgbClr val="F2B944"/>
                </a:solidFill>
              </a:ln>
            </p:spPr>
            <p:txBody>
              <a:bodyPr wrap="square" lIns="762" tIns="762" rIns="762" bIns="762" rtlCol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dirty="0">
                          <a:solidFill>
                            <a:srgbClr val="082B55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l-GR" sz="2000" i="1" baseline="30000" dirty="0">
                          <a:solidFill>
                            <a:srgbClr val="082B55"/>
                          </a:solidFill>
                          <a:latin typeface="Cambria Math" panose="02040503050406030204" pitchFamily="18" charset="0"/>
                        </a:rPr>
                        <m:t>𝜋</m:t>
                      </m:r>
                      <m:r>
                        <a:rPr lang="en-US" sz="2000" i="1" dirty="0">
                          <a:solidFill>
                            <a:srgbClr val="082B55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i="1" dirty="0">
                          <a:solidFill>
                            <a:srgbClr val="082B55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2000" i="1" dirty="0">
                          <a:solidFill>
                            <a:srgbClr val="082B55"/>
                          </a:solidFill>
                          <a:latin typeface="Cambria Math" panose="02040503050406030204" pitchFamily="18" charset="0"/>
                        </a:rPr>
                        <m:t>) =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ar-AE" sz="2000" i="1" dirty="0">
                              <a:solidFill>
                                <a:srgbClr val="082B55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ar-AE" sz="2000" i="1" dirty="0">
                              <a:solidFill>
                                <a:srgbClr val="082B55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endChr m:val="|"/>
                              <m:ctrlPr>
                                <a:rPr lang="ar-AE" sz="2000" i="1" dirty="0">
                                  <a:solidFill>
                                    <a:srgbClr val="082B5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ar-AE" sz="2000" i="1" dirty="0">
                                      <a:solidFill>
                                        <a:srgbClr val="082B55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ar-AE" sz="2000" i="1" dirty="0">
                                      <a:solidFill>
                                        <a:srgbClr val="082B55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p>
                                  <m:r>
                                    <a:rPr lang="ar-AE" sz="2000" i="1" dirty="0">
                                      <a:solidFill>
                                        <a:srgbClr val="082B55"/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</m:d>
                          <m:r>
                            <a:rPr lang="ar-AE" sz="2000" i="1" dirty="0" smtClean="0">
                              <a:solidFill>
                                <a:srgbClr val="082B55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  <m:d>
                            <m:dPr>
                              <m:ctrlPr>
                                <a:rPr lang="en-US" sz="2000" b="0" i="1" dirty="0" smtClean="0">
                                  <a:solidFill>
                                    <a:srgbClr val="082B55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dirty="0" smtClean="0">
                                  <a:solidFill>
                                    <a:srgbClr val="082B55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  <m:r>
                            <a:rPr lang="en-US" sz="2000" b="0" i="1" dirty="0" smtClean="0">
                              <a:solidFill>
                                <a:srgbClr val="082B55"/>
                              </a:solidFill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sz="2000" b="0" i="1" dirty="0" smtClean="0">
                              <a:solidFill>
                                <a:srgbClr val="082B55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en-US" sz="2000" b="0" i="1" dirty="0" smtClean="0">
                              <a:solidFill>
                                <a:srgbClr val="082B55"/>
                              </a:solidFill>
                              <a:latin typeface="Cambria Math" panose="02040503050406030204" pitchFamily="18" charset="0"/>
                            </a:rPr>
                            <m:t>+ </m:t>
                          </m:r>
                          <m:r>
                            <a:rPr lang="en-US" sz="2000" b="0" i="1" dirty="0" smtClean="0">
                              <a:solidFill>
                                <a:srgbClr val="082B55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𝛾</m:t>
                          </m:r>
                          <m:r>
                            <a:rPr lang="ar-AE" sz="2000" i="1" dirty="0">
                              <a:solidFill>
                                <a:srgbClr val="082B55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en-US" sz="2000" i="1" baseline="30000" dirty="0">
                              <a:solidFill>
                                <a:srgbClr val="082B55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sz="2000" i="1" dirty="0">
                              <a:solidFill>
                                <a:srgbClr val="082B55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000" i="1" dirty="0">
                              <a:solidFill>
                                <a:srgbClr val="082B55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sz="2000" i="1" dirty="0">
                              <a:solidFill>
                                <a:srgbClr val="082B55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  <m:r>
                            <a:rPr lang="en-US" sz="2000" i="1" dirty="0">
                              <a:solidFill>
                                <a:srgbClr val="082B55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ar-AE" sz="2000" i="1" dirty="0">
                          <a:solidFill>
                            <a:srgbClr val="082B55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ar-AE" sz="2000" dirty="0"/>
              </a:p>
            </p:txBody>
          </p:sp>
        </mc:Choice>
        <mc:Fallback>
          <p:sp>
            <p:nvSpPr>
              <p:cNvPr id="27" name="Text 2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1152" y="2061972"/>
                <a:ext cx="4206240" cy="77724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13970">
                <a:solidFill>
                  <a:srgbClr val="F2B944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Text 26"/>
          <p:cNvSpPr/>
          <p:nvPr/>
        </p:nvSpPr>
        <p:spPr>
          <a:xfrm>
            <a:off x="6931152" y="3159252"/>
            <a:ext cx="4206240" cy="731520"/>
          </a:xfrm>
          <a:prstGeom prst="rect">
            <a:avLst/>
          </a:prstGeom>
          <a:solidFill>
            <a:srgbClr val="F4F8FD"/>
          </a:solidFill>
          <a:ln w="13970">
            <a:solidFill>
              <a:srgbClr val="2B70B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phrase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under the current policy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822960" y="512064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082B55"/>
                </a:solidFill>
              </a:rPr>
              <a:t>We are estimating what happens if the agent keeps behaving according to π.</a:t>
            </a:r>
            <a:endParaRPr lang="en-US" sz="1550" dirty="0"/>
          </a:p>
        </p:txBody>
      </p:sp>
      <p:sp>
        <p:nvSpPr>
          <p:cNvPr id="31" name="Text 0">
            <a:extLst>
              <a:ext uri="{FF2B5EF4-FFF2-40B4-BE49-F238E27FC236}">
                <a16:creationId xmlns:a16="http://schemas.microsoft.com/office/drawing/2014/main" id="{242B11D9-CF7F-0998-52F6-DF9A72E599CA}"/>
              </a:ext>
            </a:extLst>
          </p:cNvPr>
          <p:cNvSpPr/>
          <p:nvPr/>
        </p:nvSpPr>
        <p:spPr>
          <a:xfrm>
            <a:off x="594360" y="43891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082B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Evaluation backup: one state</a:t>
            </a:r>
            <a:endParaRPr lang="en-US" sz="3200" dirty="0"/>
          </a:p>
        </p:txBody>
      </p:sp>
      <p:sp>
        <p:nvSpPr>
          <p:cNvPr id="33" name="Text 1">
            <a:extLst>
              <a:ext uri="{FF2B5EF4-FFF2-40B4-BE49-F238E27FC236}">
                <a16:creationId xmlns:a16="http://schemas.microsoft.com/office/drawing/2014/main" id="{C9E7D28E-586B-2097-9D9E-070C78388CFB}"/>
              </a:ext>
            </a:extLst>
          </p:cNvPr>
          <p:cNvSpPr/>
          <p:nvPr/>
        </p:nvSpPr>
        <p:spPr>
          <a:xfrm>
            <a:off x="621792" y="960120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the policy action and current successor values.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02920" y="6510528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6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L14: Policy Iteration</a:t>
            </a:r>
            <a:endParaRPr lang="en-US" sz="760" dirty="0"/>
          </a:p>
        </p:txBody>
      </p:sp>
      <p:sp>
        <p:nvSpPr>
          <p:cNvPr id="5" name="Text 3"/>
          <p:cNvSpPr/>
          <p:nvPr/>
        </p:nvSpPr>
        <p:spPr>
          <a:xfrm>
            <a:off x="11612880" y="651052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907280" y="1728216"/>
            <a:ext cx="2377440" cy="685800"/>
          </a:xfrm>
          <a:prstGeom prst="rect">
            <a:avLst/>
          </a:prstGeom>
          <a:solidFill>
            <a:srgbClr val="082B55"/>
          </a:solidFill>
          <a:ln w="13970">
            <a:solidFill>
              <a:srgbClr val="082B55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i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</a:t>
            </a:r>
            <a:r>
              <a:rPr lang="en-US" sz="2000" b="1" i="1" baseline="300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π</a:t>
            </a: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</a:t>
            </a:r>
            <a:r>
              <a:rPr lang="en-US" sz="2000" b="1" i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</a:t>
            </a: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) = 5.0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70248" y="2926080"/>
            <a:ext cx="3640210" cy="1234440"/>
          </a:xfrm>
          <a:prstGeom prst="rect">
            <a:avLst/>
          </a:prstGeom>
          <a:solidFill>
            <a:srgbClr val="F4F8FD"/>
          </a:solidFill>
          <a:ln w="13970">
            <a:solidFill>
              <a:srgbClr val="2B70B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Compute</a:t>
            </a:r>
            <a:endParaRPr lang="en-US" dirty="0"/>
          </a:p>
          <a:p>
            <a:pPr marL="0" indent="0" algn="ctr">
              <a:buNone/>
            </a:pPr>
            <a:r>
              <a:rPr lang="en-US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backup returned a value estimate of 5.0 for this state.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275895" y="2926080"/>
            <a:ext cx="3640210" cy="1234440"/>
          </a:xfrm>
          <a:prstGeom prst="rect">
            <a:avLst/>
          </a:prstGeom>
          <a:solidFill>
            <a:srgbClr val="FFF4D6"/>
          </a:solidFill>
          <a:ln w="13970">
            <a:solidFill>
              <a:srgbClr val="F2B944"/>
            </a:solidFill>
          </a:ln>
        </p:spPr>
        <p:txBody>
          <a:bodyPr wrap="square" lIns="762" tIns="762" rIns="762" bIns="762" rtlCol="0" anchor="ctr">
            <a:no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</a:t>
            </a:r>
            <a:endParaRPr lang="en-US" dirty="0"/>
          </a:p>
          <a:p>
            <a:pPr marL="0" indent="0" algn="ctr">
              <a:buNone/>
            </a:pPr>
            <a:r>
              <a:rPr lang="en-US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5.0 is not an immediate reward. It is expected long-term return under π.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8181542" y="2926080"/>
            <a:ext cx="3640210" cy="1234440"/>
          </a:xfrm>
          <a:prstGeom prst="rect">
            <a:avLst/>
          </a:prstGeom>
          <a:solidFill>
            <a:srgbClr val="E8F6EF"/>
          </a:solidFill>
          <a:ln w="13970">
            <a:solidFill>
              <a:srgbClr val="2AA87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</a:t>
            </a:r>
            <a:endParaRPr lang="en-US" dirty="0"/>
          </a:p>
          <a:p>
            <a:pPr marL="0" indent="0" algn="ctr">
              <a:buNone/>
            </a:pPr>
            <a:r>
              <a:rPr lang="en-US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successor-state values increase next sweep, this estimate may increase too.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14400" y="489204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82B55"/>
                </a:solidFill>
              </a:rPr>
              <a:t>Policy evaluation is about the value of continuing to follow this behavior.</a:t>
            </a:r>
            <a:endParaRPr lang="en-US" sz="1700" dirty="0"/>
          </a:p>
        </p:txBody>
      </p:sp>
      <p:sp>
        <p:nvSpPr>
          <p:cNvPr id="12" name="Text 0">
            <a:extLst>
              <a:ext uri="{FF2B5EF4-FFF2-40B4-BE49-F238E27FC236}">
                <a16:creationId xmlns:a16="http://schemas.microsoft.com/office/drawing/2014/main" id="{8201E361-55C5-F799-F0BF-E226015B6E0B}"/>
              </a:ext>
            </a:extLst>
          </p:cNvPr>
          <p:cNvSpPr/>
          <p:nvPr/>
        </p:nvSpPr>
        <p:spPr>
          <a:xfrm>
            <a:off x="594360" y="43891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082B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Compute → Interpret → Predict</a:t>
            </a:r>
            <a:endParaRPr lang="en-US" sz="3200" dirty="0"/>
          </a:p>
        </p:txBody>
      </p:sp>
      <p:sp>
        <p:nvSpPr>
          <p:cNvPr id="14" name="Text 1">
            <a:extLst>
              <a:ext uri="{FF2B5EF4-FFF2-40B4-BE49-F238E27FC236}">
                <a16:creationId xmlns:a16="http://schemas.microsoft.com/office/drawing/2014/main" id="{7D2B48AA-150C-04ED-6D18-207E896B494C}"/>
              </a:ext>
            </a:extLst>
          </p:cNvPr>
          <p:cNvSpPr/>
          <p:nvPr/>
        </p:nvSpPr>
        <p:spPr>
          <a:xfrm>
            <a:off x="621792" y="960120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policy-evaluation number needs meaning.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02920" y="6510528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6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L14: Policy Iteration</a:t>
            </a:r>
            <a:endParaRPr lang="en-US" sz="760" dirty="0"/>
          </a:p>
        </p:txBody>
      </p:sp>
      <p:sp>
        <p:nvSpPr>
          <p:cNvPr id="5" name="Text 3"/>
          <p:cNvSpPr/>
          <p:nvPr/>
        </p:nvSpPr>
        <p:spPr>
          <a:xfrm>
            <a:off x="11612880" y="651052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807720" y="1927814"/>
            <a:ext cx="5121762" cy="2194560"/>
          </a:xfrm>
          <a:prstGeom prst="rect">
            <a:avLst/>
          </a:prstGeom>
          <a:solidFill>
            <a:srgbClr val="F4F8FD"/>
          </a:solidFill>
          <a:ln w="13970">
            <a:solidFill>
              <a:srgbClr val="2B70B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evaluation backup</a:t>
            </a:r>
            <a:endParaRPr lang="en-US" sz="2000" dirty="0"/>
          </a:p>
          <a:p>
            <a:pPr marL="0" indent="0" algn="ctr">
              <a:buNone/>
            </a:pPr>
            <a:endParaRPr lang="en-US" sz="2000" dirty="0"/>
          </a:p>
          <a:p>
            <a:pPr marL="0" indent="0" algn="ctr">
              <a:buNone/>
            </a:pPr>
            <a:r>
              <a:rPr lang="en-US" sz="200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Update one state’s estimate using the current policy action.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262518" y="1927814"/>
            <a:ext cx="5121762" cy="2194560"/>
          </a:xfrm>
          <a:prstGeom prst="rect">
            <a:avLst/>
          </a:prstGeom>
          <a:solidFill>
            <a:srgbClr val="FFF4D6"/>
          </a:solidFill>
          <a:ln w="13970">
            <a:solidFill>
              <a:srgbClr val="F2B944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evaluation</a:t>
            </a:r>
            <a:endParaRPr lang="en-US" sz="2000" dirty="0"/>
          </a:p>
          <a:p>
            <a:pPr marL="0" indent="0" algn="ctr">
              <a:buNone/>
            </a:pPr>
            <a:endParaRPr lang="en-US" sz="2000" dirty="0"/>
          </a:p>
          <a:p>
            <a:pPr marL="0" indent="0" algn="ctr">
              <a:buNone/>
            </a:pPr>
            <a:r>
              <a:rPr lang="en-US" sz="200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Repeatedly update values for the policy until the estimates are stable enough.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14400" y="4983480"/>
            <a:ext cx="10332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082B55"/>
                </a:solidFill>
              </a:rPr>
              <a:t>The policy stays fixed while value information propagates through the grid.</a:t>
            </a:r>
            <a:endParaRPr lang="en-US" sz="1650" dirty="0"/>
          </a:p>
        </p:txBody>
      </p:sp>
      <p:sp>
        <p:nvSpPr>
          <p:cNvPr id="10" name="Text 0">
            <a:extLst>
              <a:ext uri="{FF2B5EF4-FFF2-40B4-BE49-F238E27FC236}">
                <a16:creationId xmlns:a16="http://schemas.microsoft.com/office/drawing/2014/main" id="{E40CB34E-3C0A-987E-C1B9-FECFD285127E}"/>
              </a:ext>
            </a:extLst>
          </p:cNvPr>
          <p:cNvSpPr/>
          <p:nvPr/>
        </p:nvSpPr>
        <p:spPr>
          <a:xfrm>
            <a:off x="594360" y="43891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082B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One backup is not policy evaluation</a:t>
            </a:r>
            <a:endParaRPr lang="en-US" sz="3200" dirty="0"/>
          </a:p>
        </p:txBody>
      </p:sp>
      <p:sp>
        <p:nvSpPr>
          <p:cNvPr id="12" name="Text 1">
            <a:extLst>
              <a:ext uri="{FF2B5EF4-FFF2-40B4-BE49-F238E27FC236}">
                <a16:creationId xmlns:a16="http://schemas.microsoft.com/office/drawing/2014/main" id="{6F51F96D-B439-EF25-540D-76E1A7D0AA7D}"/>
              </a:ext>
            </a:extLst>
          </p:cNvPr>
          <p:cNvSpPr/>
          <p:nvPr/>
        </p:nvSpPr>
        <p:spPr>
          <a:xfrm>
            <a:off x="621792" y="960120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evaluation repeats backups until values stabilize under the fixed policy.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02920" y="6510528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6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L14: Policy Iteration</a:t>
            </a:r>
            <a:endParaRPr lang="en-US" sz="760" dirty="0"/>
          </a:p>
        </p:txBody>
      </p:sp>
      <p:sp>
        <p:nvSpPr>
          <p:cNvPr id="5" name="Text 3"/>
          <p:cNvSpPr/>
          <p:nvPr/>
        </p:nvSpPr>
        <p:spPr>
          <a:xfrm>
            <a:off x="11612880" y="651052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831849" y="2084832"/>
            <a:ext cx="713232" cy="713232"/>
          </a:xfrm>
          <a:prstGeom prst="rect">
            <a:avLst/>
          </a:prstGeom>
          <a:solidFill>
            <a:srgbClr val="F7FBFD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545081" y="2084832"/>
            <a:ext cx="713232" cy="713232"/>
          </a:xfrm>
          <a:prstGeom prst="rect">
            <a:avLst/>
          </a:prstGeom>
          <a:solidFill>
            <a:srgbClr val="F7FBFD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258313" y="2084832"/>
            <a:ext cx="713232" cy="713232"/>
          </a:xfrm>
          <a:prstGeom prst="rect">
            <a:avLst/>
          </a:prstGeom>
          <a:solidFill>
            <a:srgbClr val="F7FBFD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971545" y="2084832"/>
            <a:ext cx="713232" cy="713232"/>
          </a:xfrm>
          <a:prstGeom prst="rect">
            <a:avLst/>
          </a:prstGeom>
          <a:solidFill>
            <a:srgbClr val="E8F6EF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AA8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+10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831849" y="2798064"/>
            <a:ext cx="713232" cy="713232"/>
          </a:xfrm>
          <a:prstGeom prst="rect">
            <a:avLst/>
          </a:prstGeom>
          <a:solidFill>
            <a:srgbClr val="F7FBFD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545081" y="2798064"/>
            <a:ext cx="713232" cy="713232"/>
          </a:xfrm>
          <a:prstGeom prst="rect">
            <a:avLst/>
          </a:prstGeom>
          <a:solidFill>
            <a:srgbClr val="D4DEE8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WALL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258313" y="2798064"/>
            <a:ext cx="713232" cy="713232"/>
          </a:xfrm>
          <a:prstGeom prst="rect">
            <a:avLst/>
          </a:prstGeom>
          <a:solidFill>
            <a:srgbClr val="F7FBFD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971545" y="2798064"/>
            <a:ext cx="713232" cy="713232"/>
          </a:xfrm>
          <a:prstGeom prst="rect">
            <a:avLst/>
          </a:prstGeom>
          <a:solidFill>
            <a:srgbClr val="FDECEC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0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−10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831849" y="3511296"/>
            <a:ext cx="713232" cy="713232"/>
          </a:xfrm>
          <a:prstGeom prst="rect">
            <a:avLst/>
          </a:prstGeom>
          <a:solidFill>
            <a:srgbClr val="F7FBFD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545081" y="3511296"/>
            <a:ext cx="713232" cy="713232"/>
          </a:xfrm>
          <a:prstGeom prst="rect">
            <a:avLst/>
          </a:prstGeom>
          <a:solidFill>
            <a:srgbClr val="F7FBFD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258313" y="3511296"/>
            <a:ext cx="713232" cy="713232"/>
          </a:xfrm>
          <a:prstGeom prst="rect">
            <a:avLst/>
          </a:prstGeom>
          <a:solidFill>
            <a:srgbClr val="F7FBFD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3971545" y="3511296"/>
            <a:ext cx="713232" cy="713232"/>
          </a:xfrm>
          <a:prstGeom prst="rect">
            <a:avLst/>
          </a:prstGeom>
          <a:solidFill>
            <a:srgbClr val="F7FBFD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↑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687232" y="2900668"/>
            <a:ext cx="2377440" cy="640080"/>
          </a:xfrm>
          <a:prstGeom prst="rect">
            <a:avLst/>
          </a:prstGeom>
          <a:solidFill>
            <a:srgbClr val="C00000"/>
          </a:solidFill>
          <a:ln w="13970">
            <a:solidFill>
              <a:srgbClr val="082B55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LOCKED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4983480"/>
            <a:ext cx="10332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82B55"/>
                </a:solidFill>
              </a:rPr>
              <a:t>At the start, zero means initial estimate — not true value.</a:t>
            </a:r>
            <a:endParaRPr lang="en-US" sz="1600" dirty="0"/>
          </a:p>
        </p:txBody>
      </p:sp>
      <p:sp>
        <p:nvSpPr>
          <p:cNvPr id="21" name="Text 0">
            <a:extLst>
              <a:ext uri="{FF2B5EF4-FFF2-40B4-BE49-F238E27FC236}">
                <a16:creationId xmlns:a16="http://schemas.microsoft.com/office/drawing/2014/main" id="{A36E6CAD-BCEB-A838-F690-93A9EF12ACCE}"/>
              </a:ext>
            </a:extLst>
          </p:cNvPr>
          <p:cNvSpPr/>
          <p:nvPr/>
        </p:nvSpPr>
        <p:spPr>
          <a:xfrm>
            <a:off x="594360" y="43891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082B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Evaluation Sweep 0</a:t>
            </a:r>
            <a:endParaRPr lang="en-US" sz="3200" dirty="0"/>
          </a:p>
        </p:txBody>
      </p:sp>
      <p:sp>
        <p:nvSpPr>
          <p:cNvPr id="23" name="Text 1">
            <a:extLst>
              <a:ext uri="{FF2B5EF4-FFF2-40B4-BE49-F238E27FC236}">
                <a16:creationId xmlns:a16="http://schemas.microsoft.com/office/drawing/2014/main" id="{A5EDFD08-6892-65AE-8485-4E46867E7418}"/>
              </a:ext>
            </a:extLst>
          </p:cNvPr>
          <p:cNvSpPr/>
          <p:nvPr/>
        </p:nvSpPr>
        <p:spPr>
          <a:xfrm>
            <a:off x="621792" y="960120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Initial estimates under the locked policy.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02920" y="6510528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6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L14: Policy Iteration</a:t>
            </a:r>
            <a:endParaRPr lang="en-US" sz="760" dirty="0"/>
          </a:p>
        </p:txBody>
      </p:sp>
      <p:sp>
        <p:nvSpPr>
          <p:cNvPr id="5" name="Text 3"/>
          <p:cNvSpPr/>
          <p:nvPr/>
        </p:nvSpPr>
        <p:spPr>
          <a:xfrm>
            <a:off x="11612880" y="651052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771018" y="2029968"/>
            <a:ext cx="713232" cy="713232"/>
          </a:xfrm>
          <a:prstGeom prst="rect">
            <a:avLst/>
          </a:prstGeom>
          <a:solidFill>
            <a:srgbClr val="FDECEC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-1.0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484250" y="2029968"/>
            <a:ext cx="713232" cy="713232"/>
          </a:xfrm>
          <a:prstGeom prst="rect">
            <a:avLst/>
          </a:prstGeom>
          <a:solidFill>
            <a:srgbClr val="FDECEC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-1.0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197482" y="2029968"/>
            <a:ext cx="713232" cy="713232"/>
          </a:xfrm>
          <a:prstGeom prst="rect">
            <a:avLst/>
          </a:prstGeom>
          <a:solidFill>
            <a:srgbClr val="CBEDD9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15.0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910714" y="2029968"/>
            <a:ext cx="713232" cy="713232"/>
          </a:xfrm>
          <a:prstGeom prst="rect">
            <a:avLst/>
          </a:prstGeom>
          <a:solidFill>
            <a:srgbClr val="E8F6EF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AA8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+10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771018" y="2743200"/>
            <a:ext cx="713232" cy="713232"/>
          </a:xfrm>
          <a:prstGeom prst="rect">
            <a:avLst/>
          </a:prstGeom>
          <a:solidFill>
            <a:srgbClr val="FDECEC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-1.0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484250" y="2743200"/>
            <a:ext cx="713232" cy="713232"/>
          </a:xfrm>
          <a:prstGeom prst="rect">
            <a:avLst/>
          </a:prstGeom>
          <a:solidFill>
            <a:srgbClr val="D4DEE8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WALL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197482" y="2743200"/>
            <a:ext cx="713232" cy="713232"/>
          </a:xfrm>
          <a:prstGeom prst="rect">
            <a:avLst/>
          </a:prstGeom>
          <a:solidFill>
            <a:srgbClr val="FDECEC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-2.8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910714" y="2743200"/>
            <a:ext cx="713232" cy="713232"/>
          </a:xfrm>
          <a:prstGeom prst="rect">
            <a:avLst/>
          </a:prstGeom>
          <a:solidFill>
            <a:srgbClr val="FDECEC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0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−10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771018" y="3456432"/>
            <a:ext cx="713232" cy="713232"/>
          </a:xfrm>
          <a:prstGeom prst="rect">
            <a:avLst/>
          </a:prstGeom>
          <a:solidFill>
            <a:srgbClr val="FDECEC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-1.0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484250" y="3456432"/>
            <a:ext cx="713232" cy="713232"/>
          </a:xfrm>
          <a:prstGeom prst="rect">
            <a:avLst/>
          </a:prstGeom>
          <a:solidFill>
            <a:srgbClr val="FDECEC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-1.0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197482" y="3456432"/>
            <a:ext cx="713232" cy="713232"/>
          </a:xfrm>
          <a:prstGeom prst="rect">
            <a:avLst/>
          </a:prstGeom>
          <a:solidFill>
            <a:srgbClr val="FDECEC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-1.0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3910714" y="3456432"/>
            <a:ext cx="713232" cy="713232"/>
          </a:xfrm>
          <a:prstGeom prst="rect">
            <a:avLst/>
          </a:prstGeom>
          <a:solidFill>
            <a:srgbClr val="F3B9B9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↑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-15.4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619914" y="2779776"/>
            <a:ext cx="2377440" cy="640080"/>
          </a:xfrm>
          <a:prstGeom prst="rect">
            <a:avLst/>
          </a:prstGeom>
          <a:solidFill>
            <a:srgbClr val="C00000"/>
          </a:solidFill>
          <a:ln w="13970">
            <a:solidFill>
              <a:srgbClr val="082B55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LOCKED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4983480"/>
            <a:ext cx="10332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82B55"/>
                </a:solidFill>
              </a:rPr>
              <a:t>The current policy begins to reveal which states lead toward good or bad outcomes.</a:t>
            </a:r>
            <a:endParaRPr lang="en-US" sz="1600" dirty="0"/>
          </a:p>
        </p:txBody>
      </p:sp>
      <p:sp>
        <p:nvSpPr>
          <p:cNvPr id="21" name="Text 0">
            <a:extLst>
              <a:ext uri="{FF2B5EF4-FFF2-40B4-BE49-F238E27FC236}">
                <a16:creationId xmlns:a16="http://schemas.microsoft.com/office/drawing/2014/main" id="{87DF1440-8E8D-0A51-05A3-59C36960B27C}"/>
              </a:ext>
            </a:extLst>
          </p:cNvPr>
          <p:cNvSpPr/>
          <p:nvPr/>
        </p:nvSpPr>
        <p:spPr>
          <a:xfrm>
            <a:off x="594360" y="43891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082B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Evaluation Sweep 1</a:t>
            </a:r>
            <a:endParaRPr lang="en-US" sz="3200" dirty="0"/>
          </a:p>
        </p:txBody>
      </p:sp>
      <p:sp>
        <p:nvSpPr>
          <p:cNvPr id="23" name="Text 1">
            <a:extLst>
              <a:ext uri="{FF2B5EF4-FFF2-40B4-BE49-F238E27FC236}">
                <a16:creationId xmlns:a16="http://schemas.microsoft.com/office/drawing/2014/main" id="{ABE535E2-455B-6B1C-2688-1774938CA8F7}"/>
              </a:ext>
            </a:extLst>
          </p:cNvPr>
          <p:cNvSpPr/>
          <p:nvPr/>
        </p:nvSpPr>
        <p:spPr>
          <a:xfrm>
            <a:off x="621792" y="960120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Values change. Arrows stay fixed.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02920" y="6510528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6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L14: Policy Iteration</a:t>
            </a:r>
            <a:endParaRPr lang="en-US" sz="760" dirty="0"/>
          </a:p>
        </p:txBody>
      </p:sp>
      <p:sp>
        <p:nvSpPr>
          <p:cNvPr id="5" name="Text 3"/>
          <p:cNvSpPr/>
          <p:nvPr/>
        </p:nvSpPr>
        <p:spPr>
          <a:xfrm>
            <a:off x="11612880" y="651052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787754" y="2084832"/>
            <a:ext cx="713232" cy="713232"/>
          </a:xfrm>
          <a:prstGeom prst="rect">
            <a:avLst/>
          </a:prstGeom>
          <a:solidFill>
            <a:srgbClr val="FDECEC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dirty="0"/>
          </a:p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-1.9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2500986" y="2084832"/>
            <a:ext cx="713232" cy="713232"/>
          </a:xfrm>
          <a:prstGeom prst="rect">
            <a:avLst/>
          </a:prstGeom>
          <a:solidFill>
            <a:srgbClr val="D9F0E5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dirty="0"/>
          </a:p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9.6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214218" y="2084832"/>
            <a:ext cx="713232" cy="713232"/>
          </a:xfrm>
          <a:prstGeom prst="rect">
            <a:avLst/>
          </a:prstGeom>
          <a:solidFill>
            <a:srgbClr val="CBEDD9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dirty="0"/>
          </a:p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16.1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927450" y="2084832"/>
            <a:ext cx="713232" cy="713232"/>
          </a:xfrm>
          <a:prstGeom prst="rect">
            <a:avLst/>
          </a:prstGeom>
          <a:solidFill>
            <a:srgbClr val="E8F6EF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2AA8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+10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787754" y="2798064"/>
            <a:ext cx="713232" cy="713232"/>
          </a:xfrm>
          <a:prstGeom prst="rect">
            <a:avLst/>
          </a:prstGeom>
          <a:solidFill>
            <a:srgbClr val="FDECEC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dirty="0"/>
          </a:p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-1.9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2500986" y="2798064"/>
            <a:ext cx="713232" cy="713232"/>
          </a:xfrm>
          <a:prstGeom prst="rect">
            <a:avLst/>
          </a:prstGeom>
          <a:solidFill>
            <a:srgbClr val="D4DEE8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WALL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214218" y="2798064"/>
            <a:ext cx="713232" cy="713232"/>
          </a:xfrm>
          <a:prstGeom prst="rect">
            <a:avLst/>
          </a:prstGeom>
          <a:solidFill>
            <a:srgbClr val="FDECEC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dirty="0"/>
          </a:p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-3.8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927450" y="2798064"/>
            <a:ext cx="713232" cy="713232"/>
          </a:xfrm>
          <a:prstGeom prst="rect">
            <a:avLst/>
          </a:prstGeom>
          <a:solidFill>
            <a:srgbClr val="FDECEC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D0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−10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787754" y="3511296"/>
            <a:ext cx="713232" cy="713232"/>
          </a:xfrm>
          <a:prstGeom prst="rect">
            <a:avLst/>
          </a:prstGeom>
          <a:solidFill>
            <a:srgbClr val="FDECEC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dirty="0"/>
          </a:p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-1.9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2500986" y="3511296"/>
            <a:ext cx="713232" cy="713232"/>
          </a:xfrm>
          <a:prstGeom prst="rect">
            <a:avLst/>
          </a:prstGeom>
          <a:solidFill>
            <a:srgbClr val="FDECEC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dirty="0"/>
          </a:p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-1.9</a:t>
            </a: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3214218" y="3511296"/>
            <a:ext cx="713232" cy="713232"/>
          </a:xfrm>
          <a:prstGeom prst="rect">
            <a:avLst/>
          </a:prstGeom>
          <a:solidFill>
            <a:srgbClr val="F3B9B9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dirty="0"/>
          </a:p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-12.4</a:t>
            </a: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927450" y="3511296"/>
            <a:ext cx="713232" cy="713232"/>
          </a:xfrm>
          <a:prstGeom prst="rect">
            <a:avLst/>
          </a:prstGeom>
          <a:solidFill>
            <a:srgbClr val="F3B9B9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↑</a:t>
            </a:r>
            <a:endParaRPr lang="en-US" dirty="0"/>
          </a:p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-16.9</a:t>
            </a: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715280" y="2834640"/>
            <a:ext cx="2377440" cy="640080"/>
          </a:xfrm>
          <a:prstGeom prst="rect">
            <a:avLst/>
          </a:prstGeom>
          <a:solidFill>
            <a:srgbClr val="C00000"/>
          </a:solidFill>
          <a:ln w="13970">
            <a:solidFill>
              <a:srgbClr val="082B55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LOCKED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4983480"/>
            <a:ext cx="10332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82B55"/>
                </a:solidFill>
              </a:rPr>
              <a:t>Nothing about the behavior changed; only the estimates became more informed.</a:t>
            </a:r>
            <a:endParaRPr lang="en-US" sz="1600" dirty="0"/>
          </a:p>
        </p:txBody>
      </p:sp>
      <p:sp>
        <p:nvSpPr>
          <p:cNvPr id="21" name="Text 0">
            <a:extLst>
              <a:ext uri="{FF2B5EF4-FFF2-40B4-BE49-F238E27FC236}">
                <a16:creationId xmlns:a16="http://schemas.microsoft.com/office/drawing/2014/main" id="{3281D6D6-F9D4-182E-4259-5B8BD433B5AA}"/>
              </a:ext>
            </a:extLst>
          </p:cNvPr>
          <p:cNvSpPr/>
          <p:nvPr/>
        </p:nvSpPr>
        <p:spPr>
          <a:xfrm>
            <a:off x="594360" y="43891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082B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Evaluation Sweep 2</a:t>
            </a:r>
            <a:endParaRPr lang="en-US" sz="3200" dirty="0"/>
          </a:p>
        </p:txBody>
      </p:sp>
      <p:sp>
        <p:nvSpPr>
          <p:cNvPr id="23" name="Text 1">
            <a:extLst>
              <a:ext uri="{FF2B5EF4-FFF2-40B4-BE49-F238E27FC236}">
                <a16:creationId xmlns:a16="http://schemas.microsoft.com/office/drawing/2014/main" id="{429879E1-0C91-06B4-D8D0-2153CB505DCE}"/>
              </a:ext>
            </a:extLst>
          </p:cNvPr>
          <p:cNvSpPr/>
          <p:nvPr/>
        </p:nvSpPr>
        <p:spPr>
          <a:xfrm>
            <a:off x="621792" y="960120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More long-term consequences are reflected in the numbers.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02920" y="6510528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6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L14: Policy Iteration</a:t>
            </a:r>
            <a:endParaRPr lang="en-US" sz="760" dirty="0"/>
          </a:p>
        </p:txBody>
      </p:sp>
      <p:sp>
        <p:nvSpPr>
          <p:cNvPr id="5" name="Text 3"/>
          <p:cNvSpPr/>
          <p:nvPr/>
        </p:nvSpPr>
        <p:spPr>
          <a:xfrm>
            <a:off x="11612880" y="651052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2916543" y="1810512"/>
            <a:ext cx="914400" cy="658368"/>
          </a:xfrm>
          <a:prstGeom prst="rect">
            <a:avLst/>
          </a:prstGeom>
          <a:solidFill>
            <a:srgbClr val="EAF2FA"/>
          </a:solidFill>
          <a:ln w="13970">
            <a:solidFill>
              <a:srgbClr val="2B70B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745343" y="1810512"/>
            <a:ext cx="914400" cy="658368"/>
          </a:xfrm>
          <a:prstGeom prst="rect">
            <a:avLst/>
          </a:prstGeom>
          <a:solidFill>
            <a:srgbClr val="EAF2FA"/>
          </a:solidFill>
          <a:ln w="13970">
            <a:solidFill>
              <a:srgbClr val="2B70B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574143" y="1810512"/>
            <a:ext cx="914400" cy="658368"/>
          </a:xfrm>
          <a:prstGeom prst="rect">
            <a:avLst/>
          </a:prstGeom>
          <a:solidFill>
            <a:srgbClr val="EAF2FA"/>
          </a:solidFill>
          <a:ln w="13970">
            <a:solidFill>
              <a:srgbClr val="2B70B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402943" y="1810512"/>
            <a:ext cx="914400" cy="658368"/>
          </a:xfrm>
          <a:prstGeom prst="rect">
            <a:avLst/>
          </a:prstGeom>
          <a:solidFill>
            <a:srgbClr val="E8F6EF"/>
          </a:solidFill>
          <a:ln w="13970">
            <a:solidFill>
              <a:srgbClr val="2AA87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AA8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+10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876663" y="2139696"/>
            <a:ext cx="822960" cy="0"/>
          </a:xfrm>
          <a:prstGeom prst="line">
            <a:avLst/>
          </a:prstGeom>
          <a:noFill/>
          <a:ln w="31750">
            <a:solidFill>
              <a:srgbClr val="C7D4E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705463" y="2139696"/>
            <a:ext cx="822960" cy="0"/>
          </a:xfrm>
          <a:prstGeom prst="line">
            <a:avLst/>
          </a:prstGeom>
          <a:noFill/>
          <a:ln w="31750">
            <a:solidFill>
              <a:srgbClr val="C7D4E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534263" y="2139696"/>
            <a:ext cx="822960" cy="0"/>
          </a:xfrm>
          <a:prstGeom prst="line">
            <a:avLst/>
          </a:prstGeom>
          <a:noFill/>
          <a:ln w="31750">
            <a:solidFill>
              <a:srgbClr val="C7D4E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568123" y="2779158"/>
            <a:ext cx="5048835" cy="1280160"/>
          </a:xfrm>
          <a:prstGeom prst="rect">
            <a:avLst/>
          </a:prstGeom>
          <a:solidFill>
            <a:srgbClr val="F4F8FD"/>
          </a:solidFill>
          <a:ln w="13970">
            <a:solidFill>
              <a:srgbClr val="2B70B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Sweep pattern</a:t>
            </a:r>
            <a:endParaRPr lang="en-US" dirty="0"/>
          </a:p>
          <a:p>
            <a:pPr marL="0" indent="0" algn="ctr">
              <a:buNone/>
            </a:pPr>
            <a:r>
              <a:rPr lang="en-US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 learns about the terminal reward.</a:t>
            </a:r>
            <a:endParaRPr lang="en-US" dirty="0"/>
          </a:p>
          <a:p>
            <a:pPr marL="0" indent="0" algn="ctr">
              <a:buNone/>
            </a:pPr>
            <a:r>
              <a:rPr lang="en-US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Then B can use C.</a:t>
            </a:r>
            <a:endParaRPr lang="en-US" dirty="0"/>
          </a:p>
          <a:p>
            <a:pPr marL="0" indent="0" algn="ctr">
              <a:buNone/>
            </a:pPr>
            <a:r>
              <a:rPr lang="en-US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Then A can use B.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568123" y="4425078"/>
            <a:ext cx="5048835" cy="612031"/>
          </a:xfrm>
          <a:prstGeom prst="rect">
            <a:avLst/>
          </a:prstGeom>
          <a:solidFill>
            <a:srgbClr val="FFF4D6"/>
          </a:solidFill>
          <a:ln w="13970">
            <a:solidFill>
              <a:srgbClr val="F2B944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idea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 fixed behavior can require repeated value backups.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14400" y="5637219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82B55"/>
                </a:solidFill>
              </a:rPr>
              <a:t>Evaluation propagates long-term consequences through the locked policy.</a:t>
            </a:r>
            <a:endParaRPr lang="en-US" sz="1600" dirty="0"/>
          </a:p>
        </p:txBody>
      </p:sp>
      <p:sp>
        <p:nvSpPr>
          <p:cNvPr id="17" name="Text 0">
            <a:extLst>
              <a:ext uri="{FF2B5EF4-FFF2-40B4-BE49-F238E27FC236}">
                <a16:creationId xmlns:a16="http://schemas.microsoft.com/office/drawing/2014/main" id="{A0A300F2-1DD9-F160-0290-6A838628B7A8}"/>
              </a:ext>
            </a:extLst>
          </p:cNvPr>
          <p:cNvSpPr/>
          <p:nvPr/>
        </p:nvSpPr>
        <p:spPr>
          <a:xfrm>
            <a:off x="594360" y="43891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082B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multiple sweeps?</a:t>
            </a:r>
            <a:endParaRPr lang="en-US" sz="3200" dirty="0"/>
          </a:p>
        </p:txBody>
      </p:sp>
      <p:sp>
        <p:nvSpPr>
          <p:cNvPr id="19" name="Text 1">
            <a:extLst>
              <a:ext uri="{FF2B5EF4-FFF2-40B4-BE49-F238E27FC236}">
                <a16:creationId xmlns:a16="http://schemas.microsoft.com/office/drawing/2014/main" id="{6B185913-7962-B751-255F-75C8E3A4079A}"/>
              </a:ext>
            </a:extLst>
          </p:cNvPr>
          <p:cNvSpPr/>
          <p:nvPr/>
        </p:nvSpPr>
        <p:spPr>
          <a:xfrm>
            <a:off x="621792" y="960120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Values depend on successor values, which may still be changing.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02920" y="6510528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6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L14: Policy Iteration</a:t>
            </a:r>
            <a:endParaRPr lang="en-US" sz="760" dirty="0"/>
          </a:p>
        </p:txBody>
      </p:sp>
      <p:sp>
        <p:nvSpPr>
          <p:cNvPr id="5" name="Text 3"/>
          <p:cNvSpPr/>
          <p:nvPr/>
        </p:nvSpPr>
        <p:spPr>
          <a:xfrm>
            <a:off x="11612880" y="651052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1529517" y="3584448"/>
            <a:ext cx="10972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V₀</a:t>
            </a: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4089837" y="3584448"/>
            <a:ext cx="10972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V₁</a:t>
            </a: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6650157" y="3547872"/>
            <a:ext cx="10972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V₂</a:t>
            </a:r>
            <a:endParaRPr lang="en-US" dirty="0"/>
          </a:p>
        </p:txBody>
      </p:sp>
      <p:sp>
        <p:nvSpPr>
          <p:cNvPr id="57" name="Text 55"/>
          <p:cNvSpPr/>
          <p:nvPr/>
        </p:nvSpPr>
        <p:spPr>
          <a:xfrm>
            <a:off x="9210477" y="3547872"/>
            <a:ext cx="10972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later</a:t>
            </a:r>
            <a:endParaRPr lang="en-US" dirty="0"/>
          </a:p>
        </p:txBody>
      </p:sp>
      <p:sp>
        <p:nvSpPr>
          <p:cNvPr id="61" name="Text 59"/>
          <p:cNvSpPr/>
          <p:nvPr/>
        </p:nvSpPr>
        <p:spPr>
          <a:xfrm>
            <a:off x="2739227" y="4558284"/>
            <a:ext cx="6675120" cy="594360"/>
          </a:xfrm>
          <a:prstGeom prst="rect">
            <a:avLst/>
          </a:prstGeom>
          <a:solidFill>
            <a:srgbClr val="FFF4D6"/>
          </a:solidFill>
          <a:ln w="13970">
            <a:solidFill>
              <a:srgbClr val="F2B944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action arrows stay locked throughout evaluation.</a:t>
            </a:r>
            <a:endParaRPr lang="en-US" sz="1500" dirty="0"/>
          </a:p>
        </p:txBody>
      </p:sp>
      <p:sp>
        <p:nvSpPr>
          <p:cNvPr id="63" name="Text 0">
            <a:extLst>
              <a:ext uri="{FF2B5EF4-FFF2-40B4-BE49-F238E27FC236}">
                <a16:creationId xmlns:a16="http://schemas.microsoft.com/office/drawing/2014/main" id="{A5AC3867-8CAA-6F4A-A4C9-6F561D965A35}"/>
              </a:ext>
            </a:extLst>
          </p:cNvPr>
          <p:cNvSpPr/>
          <p:nvPr/>
        </p:nvSpPr>
        <p:spPr>
          <a:xfrm>
            <a:off x="594360" y="43891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082B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Evaluation changes numbers — not behavior</a:t>
            </a:r>
            <a:endParaRPr lang="en-US" sz="3200" dirty="0"/>
          </a:p>
        </p:txBody>
      </p:sp>
      <p:sp>
        <p:nvSpPr>
          <p:cNvPr id="65" name="Text 1">
            <a:extLst>
              <a:ext uri="{FF2B5EF4-FFF2-40B4-BE49-F238E27FC236}">
                <a16:creationId xmlns:a16="http://schemas.microsoft.com/office/drawing/2014/main" id="{7F65EAB9-98DA-D9C9-8A9A-3A4A6E5DF84B}"/>
              </a:ext>
            </a:extLst>
          </p:cNvPr>
          <p:cNvSpPr/>
          <p:nvPr/>
        </p:nvSpPr>
        <p:spPr>
          <a:xfrm>
            <a:off x="621792" y="960120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 arrows, evolving value estimates.</a:t>
            </a:r>
            <a:endParaRPr lang="en-US" sz="1600" dirty="0"/>
          </a:p>
        </p:txBody>
      </p:sp>
      <p:sp>
        <p:nvSpPr>
          <p:cNvPr id="139" name="Text 4">
            <a:extLst>
              <a:ext uri="{FF2B5EF4-FFF2-40B4-BE49-F238E27FC236}">
                <a16:creationId xmlns:a16="http://schemas.microsoft.com/office/drawing/2014/main" id="{0C6EC004-BA5F-4D6B-E799-50E1011B484E}"/>
              </a:ext>
            </a:extLst>
          </p:cNvPr>
          <p:cNvSpPr/>
          <p:nvPr/>
        </p:nvSpPr>
        <p:spPr>
          <a:xfrm>
            <a:off x="1255197" y="2194560"/>
            <a:ext cx="411480" cy="411480"/>
          </a:xfrm>
          <a:prstGeom prst="rect">
            <a:avLst/>
          </a:prstGeom>
          <a:solidFill>
            <a:srgbClr val="F7FBFD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</a:t>
            </a:r>
            <a:endParaRPr lang="en-US" sz="1050" dirty="0"/>
          </a:p>
        </p:txBody>
      </p:sp>
      <p:sp>
        <p:nvSpPr>
          <p:cNvPr id="141" name="Text 5">
            <a:extLst>
              <a:ext uri="{FF2B5EF4-FFF2-40B4-BE49-F238E27FC236}">
                <a16:creationId xmlns:a16="http://schemas.microsoft.com/office/drawing/2014/main" id="{25766B0E-2CC1-B419-6FB0-F1DB0B350A75}"/>
              </a:ext>
            </a:extLst>
          </p:cNvPr>
          <p:cNvSpPr/>
          <p:nvPr/>
        </p:nvSpPr>
        <p:spPr>
          <a:xfrm>
            <a:off x="1666677" y="2194560"/>
            <a:ext cx="411480" cy="411480"/>
          </a:xfrm>
          <a:prstGeom prst="rect">
            <a:avLst/>
          </a:prstGeom>
          <a:solidFill>
            <a:srgbClr val="F7FBFD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</a:t>
            </a:r>
            <a:endParaRPr lang="en-US" sz="1050" dirty="0"/>
          </a:p>
        </p:txBody>
      </p:sp>
      <p:sp>
        <p:nvSpPr>
          <p:cNvPr id="143" name="Text 6">
            <a:extLst>
              <a:ext uri="{FF2B5EF4-FFF2-40B4-BE49-F238E27FC236}">
                <a16:creationId xmlns:a16="http://schemas.microsoft.com/office/drawing/2014/main" id="{47E64B39-C881-F3F4-3CC3-2D4944D7A1D6}"/>
              </a:ext>
            </a:extLst>
          </p:cNvPr>
          <p:cNvSpPr/>
          <p:nvPr/>
        </p:nvSpPr>
        <p:spPr>
          <a:xfrm>
            <a:off x="2078157" y="2194560"/>
            <a:ext cx="411480" cy="411480"/>
          </a:xfrm>
          <a:prstGeom prst="rect">
            <a:avLst/>
          </a:prstGeom>
          <a:solidFill>
            <a:srgbClr val="F7FBFD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</a:t>
            </a:r>
            <a:endParaRPr lang="en-US" sz="1050" dirty="0"/>
          </a:p>
        </p:txBody>
      </p:sp>
      <p:sp>
        <p:nvSpPr>
          <p:cNvPr id="145" name="Text 7">
            <a:extLst>
              <a:ext uri="{FF2B5EF4-FFF2-40B4-BE49-F238E27FC236}">
                <a16:creationId xmlns:a16="http://schemas.microsoft.com/office/drawing/2014/main" id="{941D31C7-916D-7406-BF0C-AADE8845A07A}"/>
              </a:ext>
            </a:extLst>
          </p:cNvPr>
          <p:cNvSpPr/>
          <p:nvPr/>
        </p:nvSpPr>
        <p:spPr>
          <a:xfrm>
            <a:off x="2489637" y="2194560"/>
            <a:ext cx="411480" cy="411480"/>
          </a:xfrm>
          <a:prstGeom prst="rect">
            <a:avLst/>
          </a:prstGeom>
          <a:solidFill>
            <a:srgbClr val="E8F6EF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AA8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+10</a:t>
            </a:r>
            <a:endParaRPr lang="en-US" sz="1050" dirty="0"/>
          </a:p>
        </p:txBody>
      </p:sp>
      <p:sp>
        <p:nvSpPr>
          <p:cNvPr id="147" name="Text 8">
            <a:extLst>
              <a:ext uri="{FF2B5EF4-FFF2-40B4-BE49-F238E27FC236}">
                <a16:creationId xmlns:a16="http://schemas.microsoft.com/office/drawing/2014/main" id="{20307006-FFC8-AA90-6A8B-A431F5AFCBD7}"/>
              </a:ext>
            </a:extLst>
          </p:cNvPr>
          <p:cNvSpPr/>
          <p:nvPr/>
        </p:nvSpPr>
        <p:spPr>
          <a:xfrm>
            <a:off x="1255197" y="2606040"/>
            <a:ext cx="411480" cy="411480"/>
          </a:xfrm>
          <a:prstGeom prst="rect">
            <a:avLst/>
          </a:prstGeom>
          <a:solidFill>
            <a:srgbClr val="F7FBFD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</a:t>
            </a:r>
            <a:endParaRPr lang="en-US" sz="1050" dirty="0"/>
          </a:p>
        </p:txBody>
      </p:sp>
      <p:sp>
        <p:nvSpPr>
          <p:cNvPr id="149" name="Text 9">
            <a:extLst>
              <a:ext uri="{FF2B5EF4-FFF2-40B4-BE49-F238E27FC236}">
                <a16:creationId xmlns:a16="http://schemas.microsoft.com/office/drawing/2014/main" id="{2B177E15-E55A-CDA6-4D94-69593BC22BDF}"/>
              </a:ext>
            </a:extLst>
          </p:cNvPr>
          <p:cNvSpPr/>
          <p:nvPr/>
        </p:nvSpPr>
        <p:spPr>
          <a:xfrm>
            <a:off x="1666677" y="2606040"/>
            <a:ext cx="411480" cy="411480"/>
          </a:xfrm>
          <a:prstGeom prst="rect">
            <a:avLst/>
          </a:prstGeom>
          <a:solidFill>
            <a:srgbClr val="D4DEE8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WALL</a:t>
            </a:r>
            <a:endParaRPr lang="en-US" sz="1050" dirty="0"/>
          </a:p>
        </p:txBody>
      </p:sp>
      <p:sp>
        <p:nvSpPr>
          <p:cNvPr id="151" name="Text 10">
            <a:extLst>
              <a:ext uri="{FF2B5EF4-FFF2-40B4-BE49-F238E27FC236}">
                <a16:creationId xmlns:a16="http://schemas.microsoft.com/office/drawing/2014/main" id="{CA8B5FAF-4797-2DD7-40F0-DD61F42A5520}"/>
              </a:ext>
            </a:extLst>
          </p:cNvPr>
          <p:cNvSpPr/>
          <p:nvPr/>
        </p:nvSpPr>
        <p:spPr>
          <a:xfrm>
            <a:off x="2078157" y="2606040"/>
            <a:ext cx="411480" cy="411480"/>
          </a:xfrm>
          <a:prstGeom prst="rect">
            <a:avLst/>
          </a:prstGeom>
          <a:solidFill>
            <a:srgbClr val="F7FBFD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</a:t>
            </a:r>
            <a:endParaRPr lang="en-US" sz="1050" dirty="0"/>
          </a:p>
        </p:txBody>
      </p:sp>
      <p:sp>
        <p:nvSpPr>
          <p:cNvPr id="153" name="Text 11">
            <a:extLst>
              <a:ext uri="{FF2B5EF4-FFF2-40B4-BE49-F238E27FC236}">
                <a16:creationId xmlns:a16="http://schemas.microsoft.com/office/drawing/2014/main" id="{FDE5508A-A199-BC78-63F2-F29C16D4B237}"/>
              </a:ext>
            </a:extLst>
          </p:cNvPr>
          <p:cNvSpPr/>
          <p:nvPr/>
        </p:nvSpPr>
        <p:spPr>
          <a:xfrm>
            <a:off x="2489637" y="2606040"/>
            <a:ext cx="411480" cy="411480"/>
          </a:xfrm>
          <a:prstGeom prst="rect">
            <a:avLst/>
          </a:prstGeom>
          <a:solidFill>
            <a:srgbClr val="FDECEC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0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−10</a:t>
            </a:r>
            <a:endParaRPr lang="en-US" sz="1050" dirty="0"/>
          </a:p>
        </p:txBody>
      </p:sp>
      <p:sp>
        <p:nvSpPr>
          <p:cNvPr id="155" name="Text 12">
            <a:extLst>
              <a:ext uri="{FF2B5EF4-FFF2-40B4-BE49-F238E27FC236}">
                <a16:creationId xmlns:a16="http://schemas.microsoft.com/office/drawing/2014/main" id="{27650D4D-B13F-5196-7A99-453F064E744B}"/>
              </a:ext>
            </a:extLst>
          </p:cNvPr>
          <p:cNvSpPr/>
          <p:nvPr/>
        </p:nvSpPr>
        <p:spPr>
          <a:xfrm>
            <a:off x="1255197" y="3017520"/>
            <a:ext cx="411480" cy="411480"/>
          </a:xfrm>
          <a:prstGeom prst="rect">
            <a:avLst/>
          </a:prstGeom>
          <a:solidFill>
            <a:srgbClr val="F7FBFD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</a:t>
            </a:r>
            <a:endParaRPr lang="en-US" sz="1050" dirty="0"/>
          </a:p>
        </p:txBody>
      </p:sp>
      <p:sp>
        <p:nvSpPr>
          <p:cNvPr id="157" name="Text 13">
            <a:extLst>
              <a:ext uri="{FF2B5EF4-FFF2-40B4-BE49-F238E27FC236}">
                <a16:creationId xmlns:a16="http://schemas.microsoft.com/office/drawing/2014/main" id="{16DBE8DF-1391-9DC4-5127-B17EEF0A83CE}"/>
              </a:ext>
            </a:extLst>
          </p:cNvPr>
          <p:cNvSpPr/>
          <p:nvPr/>
        </p:nvSpPr>
        <p:spPr>
          <a:xfrm>
            <a:off x="1666677" y="3017520"/>
            <a:ext cx="411480" cy="411480"/>
          </a:xfrm>
          <a:prstGeom prst="rect">
            <a:avLst/>
          </a:prstGeom>
          <a:solidFill>
            <a:srgbClr val="F7FBFD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</a:t>
            </a:r>
            <a:endParaRPr lang="en-US" sz="1050" dirty="0"/>
          </a:p>
        </p:txBody>
      </p:sp>
      <p:sp>
        <p:nvSpPr>
          <p:cNvPr id="159" name="Text 14">
            <a:extLst>
              <a:ext uri="{FF2B5EF4-FFF2-40B4-BE49-F238E27FC236}">
                <a16:creationId xmlns:a16="http://schemas.microsoft.com/office/drawing/2014/main" id="{7A5D69AF-3872-2CD7-9029-EED9DC4931FD}"/>
              </a:ext>
            </a:extLst>
          </p:cNvPr>
          <p:cNvSpPr/>
          <p:nvPr/>
        </p:nvSpPr>
        <p:spPr>
          <a:xfrm>
            <a:off x="2078157" y="3017520"/>
            <a:ext cx="411480" cy="411480"/>
          </a:xfrm>
          <a:prstGeom prst="rect">
            <a:avLst/>
          </a:prstGeom>
          <a:solidFill>
            <a:srgbClr val="F7FBFD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</a:t>
            </a:r>
            <a:endParaRPr lang="en-US" sz="1050" dirty="0"/>
          </a:p>
        </p:txBody>
      </p:sp>
      <p:sp>
        <p:nvSpPr>
          <p:cNvPr id="161" name="Text 15">
            <a:extLst>
              <a:ext uri="{FF2B5EF4-FFF2-40B4-BE49-F238E27FC236}">
                <a16:creationId xmlns:a16="http://schemas.microsoft.com/office/drawing/2014/main" id="{A33EB85B-0E2A-E4BC-B6F7-9763D8C6C345}"/>
              </a:ext>
            </a:extLst>
          </p:cNvPr>
          <p:cNvSpPr/>
          <p:nvPr/>
        </p:nvSpPr>
        <p:spPr>
          <a:xfrm>
            <a:off x="2489637" y="3017520"/>
            <a:ext cx="411480" cy="411480"/>
          </a:xfrm>
          <a:prstGeom prst="rect">
            <a:avLst/>
          </a:prstGeom>
          <a:solidFill>
            <a:srgbClr val="F7FBFD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↑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</a:t>
            </a:r>
            <a:endParaRPr lang="en-US" sz="1050" dirty="0"/>
          </a:p>
        </p:txBody>
      </p:sp>
      <p:sp>
        <p:nvSpPr>
          <p:cNvPr id="163" name="Text 17">
            <a:extLst>
              <a:ext uri="{FF2B5EF4-FFF2-40B4-BE49-F238E27FC236}">
                <a16:creationId xmlns:a16="http://schemas.microsoft.com/office/drawing/2014/main" id="{869CFD43-223D-A0D9-D799-62B3A2F516A9}"/>
              </a:ext>
            </a:extLst>
          </p:cNvPr>
          <p:cNvSpPr/>
          <p:nvPr/>
        </p:nvSpPr>
        <p:spPr>
          <a:xfrm>
            <a:off x="3815517" y="2194560"/>
            <a:ext cx="411480" cy="411480"/>
          </a:xfrm>
          <a:prstGeom prst="rect">
            <a:avLst/>
          </a:prstGeom>
          <a:solidFill>
            <a:srgbClr val="FDECEC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-1.0</a:t>
            </a:r>
            <a:endParaRPr lang="en-US" sz="1050" dirty="0"/>
          </a:p>
        </p:txBody>
      </p:sp>
      <p:sp>
        <p:nvSpPr>
          <p:cNvPr id="165" name="Text 18">
            <a:extLst>
              <a:ext uri="{FF2B5EF4-FFF2-40B4-BE49-F238E27FC236}">
                <a16:creationId xmlns:a16="http://schemas.microsoft.com/office/drawing/2014/main" id="{9354B6F8-7711-C2D7-C89C-B4F04C9701D9}"/>
              </a:ext>
            </a:extLst>
          </p:cNvPr>
          <p:cNvSpPr/>
          <p:nvPr/>
        </p:nvSpPr>
        <p:spPr>
          <a:xfrm>
            <a:off x="4226997" y="2194560"/>
            <a:ext cx="411480" cy="411480"/>
          </a:xfrm>
          <a:prstGeom prst="rect">
            <a:avLst/>
          </a:prstGeom>
          <a:solidFill>
            <a:srgbClr val="FDECEC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-1.0</a:t>
            </a:r>
            <a:endParaRPr lang="en-US" sz="1050" dirty="0"/>
          </a:p>
        </p:txBody>
      </p:sp>
      <p:sp>
        <p:nvSpPr>
          <p:cNvPr id="167" name="Text 19">
            <a:extLst>
              <a:ext uri="{FF2B5EF4-FFF2-40B4-BE49-F238E27FC236}">
                <a16:creationId xmlns:a16="http://schemas.microsoft.com/office/drawing/2014/main" id="{1E702D00-9E04-C1A7-054C-CB8116760285}"/>
              </a:ext>
            </a:extLst>
          </p:cNvPr>
          <p:cNvSpPr/>
          <p:nvPr/>
        </p:nvSpPr>
        <p:spPr>
          <a:xfrm>
            <a:off x="4638477" y="2194560"/>
            <a:ext cx="411480" cy="411480"/>
          </a:xfrm>
          <a:prstGeom prst="rect">
            <a:avLst/>
          </a:prstGeom>
          <a:solidFill>
            <a:srgbClr val="CBEDD9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15.0</a:t>
            </a:r>
            <a:endParaRPr lang="en-US" sz="1050" dirty="0"/>
          </a:p>
        </p:txBody>
      </p:sp>
      <p:sp>
        <p:nvSpPr>
          <p:cNvPr id="169" name="Text 20">
            <a:extLst>
              <a:ext uri="{FF2B5EF4-FFF2-40B4-BE49-F238E27FC236}">
                <a16:creationId xmlns:a16="http://schemas.microsoft.com/office/drawing/2014/main" id="{DFBAFAE3-AA08-210B-0625-B288B20A2BA3}"/>
              </a:ext>
            </a:extLst>
          </p:cNvPr>
          <p:cNvSpPr/>
          <p:nvPr/>
        </p:nvSpPr>
        <p:spPr>
          <a:xfrm>
            <a:off x="5049957" y="2194560"/>
            <a:ext cx="411480" cy="411480"/>
          </a:xfrm>
          <a:prstGeom prst="rect">
            <a:avLst/>
          </a:prstGeom>
          <a:solidFill>
            <a:srgbClr val="E8F6EF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AA8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+10</a:t>
            </a:r>
            <a:endParaRPr lang="en-US" sz="1050" dirty="0"/>
          </a:p>
        </p:txBody>
      </p:sp>
      <p:sp>
        <p:nvSpPr>
          <p:cNvPr id="171" name="Text 21">
            <a:extLst>
              <a:ext uri="{FF2B5EF4-FFF2-40B4-BE49-F238E27FC236}">
                <a16:creationId xmlns:a16="http://schemas.microsoft.com/office/drawing/2014/main" id="{33B01FB0-69BF-5825-EBFA-9F974AC28524}"/>
              </a:ext>
            </a:extLst>
          </p:cNvPr>
          <p:cNvSpPr/>
          <p:nvPr/>
        </p:nvSpPr>
        <p:spPr>
          <a:xfrm>
            <a:off x="3815517" y="2606040"/>
            <a:ext cx="411480" cy="411480"/>
          </a:xfrm>
          <a:prstGeom prst="rect">
            <a:avLst/>
          </a:prstGeom>
          <a:solidFill>
            <a:srgbClr val="FDECEC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-1.0</a:t>
            </a:r>
            <a:endParaRPr lang="en-US" sz="1050" dirty="0"/>
          </a:p>
        </p:txBody>
      </p:sp>
      <p:sp>
        <p:nvSpPr>
          <p:cNvPr id="173" name="Text 22">
            <a:extLst>
              <a:ext uri="{FF2B5EF4-FFF2-40B4-BE49-F238E27FC236}">
                <a16:creationId xmlns:a16="http://schemas.microsoft.com/office/drawing/2014/main" id="{D489A273-3F5F-0691-69B3-B25C94D64560}"/>
              </a:ext>
            </a:extLst>
          </p:cNvPr>
          <p:cNvSpPr/>
          <p:nvPr/>
        </p:nvSpPr>
        <p:spPr>
          <a:xfrm>
            <a:off x="4226997" y="2606040"/>
            <a:ext cx="411480" cy="411480"/>
          </a:xfrm>
          <a:prstGeom prst="rect">
            <a:avLst/>
          </a:prstGeom>
          <a:solidFill>
            <a:srgbClr val="D4DEE8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WALL</a:t>
            </a:r>
            <a:endParaRPr lang="en-US" sz="1050" dirty="0"/>
          </a:p>
        </p:txBody>
      </p:sp>
      <p:sp>
        <p:nvSpPr>
          <p:cNvPr id="175" name="Text 23">
            <a:extLst>
              <a:ext uri="{FF2B5EF4-FFF2-40B4-BE49-F238E27FC236}">
                <a16:creationId xmlns:a16="http://schemas.microsoft.com/office/drawing/2014/main" id="{1E012002-A683-501B-86F4-E283C70A04A0}"/>
              </a:ext>
            </a:extLst>
          </p:cNvPr>
          <p:cNvSpPr/>
          <p:nvPr/>
        </p:nvSpPr>
        <p:spPr>
          <a:xfrm>
            <a:off x="4638477" y="2606040"/>
            <a:ext cx="411480" cy="411480"/>
          </a:xfrm>
          <a:prstGeom prst="rect">
            <a:avLst/>
          </a:prstGeom>
          <a:solidFill>
            <a:srgbClr val="FDECEC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-2.8</a:t>
            </a:r>
            <a:endParaRPr lang="en-US" sz="1050" dirty="0"/>
          </a:p>
        </p:txBody>
      </p:sp>
      <p:sp>
        <p:nvSpPr>
          <p:cNvPr id="177" name="Text 24">
            <a:extLst>
              <a:ext uri="{FF2B5EF4-FFF2-40B4-BE49-F238E27FC236}">
                <a16:creationId xmlns:a16="http://schemas.microsoft.com/office/drawing/2014/main" id="{3C3C7DB5-0C00-79D6-6814-73773AB52591}"/>
              </a:ext>
            </a:extLst>
          </p:cNvPr>
          <p:cNvSpPr/>
          <p:nvPr/>
        </p:nvSpPr>
        <p:spPr>
          <a:xfrm>
            <a:off x="5049957" y="2606040"/>
            <a:ext cx="411480" cy="411480"/>
          </a:xfrm>
          <a:prstGeom prst="rect">
            <a:avLst/>
          </a:prstGeom>
          <a:solidFill>
            <a:srgbClr val="FDECEC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0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−10</a:t>
            </a:r>
            <a:endParaRPr lang="en-US" sz="1050" dirty="0"/>
          </a:p>
        </p:txBody>
      </p:sp>
      <p:sp>
        <p:nvSpPr>
          <p:cNvPr id="179" name="Text 25">
            <a:extLst>
              <a:ext uri="{FF2B5EF4-FFF2-40B4-BE49-F238E27FC236}">
                <a16:creationId xmlns:a16="http://schemas.microsoft.com/office/drawing/2014/main" id="{B0309760-CB31-2D63-3782-6B0EA72E46AC}"/>
              </a:ext>
            </a:extLst>
          </p:cNvPr>
          <p:cNvSpPr/>
          <p:nvPr/>
        </p:nvSpPr>
        <p:spPr>
          <a:xfrm>
            <a:off x="3815517" y="3017520"/>
            <a:ext cx="411480" cy="411480"/>
          </a:xfrm>
          <a:prstGeom prst="rect">
            <a:avLst/>
          </a:prstGeom>
          <a:solidFill>
            <a:srgbClr val="FDECEC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-1.0</a:t>
            </a:r>
            <a:endParaRPr lang="en-US" sz="1050" dirty="0"/>
          </a:p>
        </p:txBody>
      </p:sp>
      <p:sp>
        <p:nvSpPr>
          <p:cNvPr id="181" name="Text 26">
            <a:extLst>
              <a:ext uri="{FF2B5EF4-FFF2-40B4-BE49-F238E27FC236}">
                <a16:creationId xmlns:a16="http://schemas.microsoft.com/office/drawing/2014/main" id="{79687CE3-7E23-068F-23FB-A8CB5384D70B}"/>
              </a:ext>
            </a:extLst>
          </p:cNvPr>
          <p:cNvSpPr/>
          <p:nvPr/>
        </p:nvSpPr>
        <p:spPr>
          <a:xfrm>
            <a:off x="4226997" y="3017520"/>
            <a:ext cx="411480" cy="411480"/>
          </a:xfrm>
          <a:prstGeom prst="rect">
            <a:avLst/>
          </a:prstGeom>
          <a:solidFill>
            <a:srgbClr val="FDECEC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-1.0</a:t>
            </a:r>
            <a:endParaRPr lang="en-US" sz="1050" dirty="0"/>
          </a:p>
        </p:txBody>
      </p:sp>
      <p:sp>
        <p:nvSpPr>
          <p:cNvPr id="183" name="Text 27">
            <a:extLst>
              <a:ext uri="{FF2B5EF4-FFF2-40B4-BE49-F238E27FC236}">
                <a16:creationId xmlns:a16="http://schemas.microsoft.com/office/drawing/2014/main" id="{D345A89A-EB7A-A07E-F90A-C420181AA230}"/>
              </a:ext>
            </a:extLst>
          </p:cNvPr>
          <p:cNvSpPr/>
          <p:nvPr/>
        </p:nvSpPr>
        <p:spPr>
          <a:xfrm>
            <a:off x="4638477" y="3017520"/>
            <a:ext cx="411480" cy="411480"/>
          </a:xfrm>
          <a:prstGeom prst="rect">
            <a:avLst/>
          </a:prstGeom>
          <a:solidFill>
            <a:srgbClr val="FDECEC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-1.0</a:t>
            </a:r>
            <a:endParaRPr lang="en-US" sz="1050" dirty="0"/>
          </a:p>
        </p:txBody>
      </p:sp>
      <p:sp>
        <p:nvSpPr>
          <p:cNvPr id="185" name="Text 28">
            <a:extLst>
              <a:ext uri="{FF2B5EF4-FFF2-40B4-BE49-F238E27FC236}">
                <a16:creationId xmlns:a16="http://schemas.microsoft.com/office/drawing/2014/main" id="{B4156869-3C7A-2165-F28A-3D4404BF060F}"/>
              </a:ext>
            </a:extLst>
          </p:cNvPr>
          <p:cNvSpPr/>
          <p:nvPr/>
        </p:nvSpPr>
        <p:spPr>
          <a:xfrm>
            <a:off x="5049957" y="3017520"/>
            <a:ext cx="411480" cy="411480"/>
          </a:xfrm>
          <a:prstGeom prst="rect">
            <a:avLst/>
          </a:prstGeom>
          <a:solidFill>
            <a:srgbClr val="F3B9B9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↑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-15.4</a:t>
            </a:r>
            <a:endParaRPr lang="en-US" sz="1050" dirty="0"/>
          </a:p>
        </p:txBody>
      </p:sp>
      <p:sp>
        <p:nvSpPr>
          <p:cNvPr id="187" name="Text 30">
            <a:extLst>
              <a:ext uri="{FF2B5EF4-FFF2-40B4-BE49-F238E27FC236}">
                <a16:creationId xmlns:a16="http://schemas.microsoft.com/office/drawing/2014/main" id="{2997B821-5632-2A85-8186-43CDE3E069F2}"/>
              </a:ext>
            </a:extLst>
          </p:cNvPr>
          <p:cNvSpPr/>
          <p:nvPr/>
        </p:nvSpPr>
        <p:spPr>
          <a:xfrm>
            <a:off x="6375837" y="2194560"/>
            <a:ext cx="411480" cy="411480"/>
          </a:xfrm>
          <a:prstGeom prst="rect">
            <a:avLst/>
          </a:prstGeom>
          <a:solidFill>
            <a:srgbClr val="FDECEC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-1.9</a:t>
            </a:r>
            <a:endParaRPr lang="en-US" sz="1050" dirty="0"/>
          </a:p>
        </p:txBody>
      </p:sp>
      <p:sp>
        <p:nvSpPr>
          <p:cNvPr id="189" name="Text 31">
            <a:extLst>
              <a:ext uri="{FF2B5EF4-FFF2-40B4-BE49-F238E27FC236}">
                <a16:creationId xmlns:a16="http://schemas.microsoft.com/office/drawing/2014/main" id="{7068F412-F0BC-B5EA-B384-42F1AC986FF6}"/>
              </a:ext>
            </a:extLst>
          </p:cNvPr>
          <p:cNvSpPr/>
          <p:nvPr/>
        </p:nvSpPr>
        <p:spPr>
          <a:xfrm>
            <a:off x="6787317" y="2194560"/>
            <a:ext cx="411480" cy="411480"/>
          </a:xfrm>
          <a:prstGeom prst="rect">
            <a:avLst/>
          </a:prstGeom>
          <a:solidFill>
            <a:srgbClr val="D9F0E5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9.6</a:t>
            </a:r>
            <a:endParaRPr lang="en-US" sz="1050" dirty="0"/>
          </a:p>
        </p:txBody>
      </p:sp>
      <p:sp>
        <p:nvSpPr>
          <p:cNvPr id="191" name="Text 32">
            <a:extLst>
              <a:ext uri="{FF2B5EF4-FFF2-40B4-BE49-F238E27FC236}">
                <a16:creationId xmlns:a16="http://schemas.microsoft.com/office/drawing/2014/main" id="{3B7B03FF-E2DF-4C1F-4E3F-48C23A4099BE}"/>
              </a:ext>
            </a:extLst>
          </p:cNvPr>
          <p:cNvSpPr/>
          <p:nvPr/>
        </p:nvSpPr>
        <p:spPr>
          <a:xfrm>
            <a:off x="7198797" y="2194560"/>
            <a:ext cx="411480" cy="411480"/>
          </a:xfrm>
          <a:prstGeom prst="rect">
            <a:avLst/>
          </a:prstGeom>
          <a:solidFill>
            <a:srgbClr val="CBEDD9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16.1</a:t>
            </a:r>
            <a:endParaRPr lang="en-US" sz="1050" dirty="0"/>
          </a:p>
        </p:txBody>
      </p:sp>
      <p:sp>
        <p:nvSpPr>
          <p:cNvPr id="193" name="Text 33">
            <a:extLst>
              <a:ext uri="{FF2B5EF4-FFF2-40B4-BE49-F238E27FC236}">
                <a16:creationId xmlns:a16="http://schemas.microsoft.com/office/drawing/2014/main" id="{8CC02CFF-D596-DB36-C460-451A2E093157}"/>
              </a:ext>
            </a:extLst>
          </p:cNvPr>
          <p:cNvSpPr/>
          <p:nvPr/>
        </p:nvSpPr>
        <p:spPr>
          <a:xfrm>
            <a:off x="7610277" y="2194560"/>
            <a:ext cx="411480" cy="411480"/>
          </a:xfrm>
          <a:prstGeom prst="rect">
            <a:avLst/>
          </a:prstGeom>
          <a:solidFill>
            <a:srgbClr val="E8F6EF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AA8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+10</a:t>
            </a:r>
            <a:endParaRPr lang="en-US" sz="1050" dirty="0"/>
          </a:p>
        </p:txBody>
      </p:sp>
      <p:sp>
        <p:nvSpPr>
          <p:cNvPr id="195" name="Text 34">
            <a:extLst>
              <a:ext uri="{FF2B5EF4-FFF2-40B4-BE49-F238E27FC236}">
                <a16:creationId xmlns:a16="http://schemas.microsoft.com/office/drawing/2014/main" id="{F7ED3181-452D-4833-6F92-8CAEEF75B9F8}"/>
              </a:ext>
            </a:extLst>
          </p:cNvPr>
          <p:cNvSpPr/>
          <p:nvPr/>
        </p:nvSpPr>
        <p:spPr>
          <a:xfrm>
            <a:off x="6375837" y="2606040"/>
            <a:ext cx="411480" cy="411480"/>
          </a:xfrm>
          <a:prstGeom prst="rect">
            <a:avLst/>
          </a:prstGeom>
          <a:solidFill>
            <a:srgbClr val="FDECEC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-1.9</a:t>
            </a:r>
            <a:endParaRPr lang="en-US" sz="1050" dirty="0"/>
          </a:p>
        </p:txBody>
      </p:sp>
      <p:sp>
        <p:nvSpPr>
          <p:cNvPr id="197" name="Text 35">
            <a:extLst>
              <a:ext uri="{FF2B5EF4-FFF2-40B4-BE49-F238E27FC236}">
                <a16:creationId xmlns:a16="http://schemas.microsoft.com/office/drawing/2014/main" id="{C0BCD250-B959-0D8F-5FBF-BC27C1ECAC58}"/>
              </a:ext>
            </a:extLst>
          </p:cNvPr>
          <p:cNvSpPr/>
          <p:nvPr/>
        </p:nvSpPr>
        <p:spPr>
          <a:xfrm>
            <a:off x="6787317" y="2606040"/>
            <a:ext cx="411480" cy="411480"/>
          </a:xfrm>
          <a:prstGeom prst="rect">
            <a:avLst/>
          </a:prstGeom>
          <a:solidFill>
            <a:srgbClr val="D4DEE8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WALL</a:t>
            </a:r>
            <a:endParaRPr lang="en-US" sz="1050" dirty="0"/>
          </a:p>
        </p:txBody>
      </p:sp>
      <p:sp>
        <p:nvSpPr>
          <p:cNvPr id="199" name="Text 36">
            <a:extLst>
              <a:ext uri="{FF2B5EF4-FFF2-40B4-BE49-F238E27FC236}">
                <a16:creationId xmlns:a16="http://schemas.microsoft.com/office/drawing/2014/main" id="{8DFC5610-9A3C-42C2-AECE-4635557C2447}"/>
              </a:ext>
            </a:extLst>
          </p:cNvPr>
          <p:cNvSpPr/>
          <p:nvPr/>
        </p:nvSpPr>
        <p:spPr>
          <a:xfrm>
            <a:off x="7198797" y="2606040"/>
            <a:ext cx="411480" cy="411480"/>
          </a:xfrm>
          <a:prstGeom prst="rect">
            <a:avLst/>
          </a:prstGeom>
          <a:solidFill>
            <a:srgbClr val="FDECEC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-3.8</a:t>
            </a:r>
            <a:endParaRPr lang="en-US" sz="1050" dirty="0"/>
          </a:p>
        </p:txBody>
      </p:sp>
      <p:sp>
        <p:nvSpPr>
          <p:cNvPr id="201" name="Text 37">
            <a:extLst>
              <a:ext uri="{FF2B5EF4-FFF2-40B4-BE49-F238E27FC236}">
                <a16:creationId xmlns:a16="http://schemas.microsoft.com/office/drawing/2014/main" id="{05B2469D-1EC2-893F-F911-F696FDCCE127}"/>
              </a:ext>
            </a:extLst>
          </p:cNvPr>
          <p:cNvSpPr/>
          <p:nvPr/>
        </p:nvSpPr>
        <p:spPr>
          <a:xfrm>
            <a:off x="7610277" y="2606040"/>
            <a:ext cx="411480" cy="411480"/>
          </a:xfrm>
          <a:prstGeom prst="rect">
            <a:avLst/>
          </a:prstGeom>
          <a:solidFill>
            <a:srgbClr val="FDECEC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0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−10</a:t>
            </a:r>
            <a:endParaRPr lang="en-US" sz="1050" dirty="0"/>
          </a:p>
        </p:txBody>
      </p:sp>
      <p:sp>
        <p:nvSpPr>
          <p:cNvPr id="203" name="Text 38">
            <a:extLst>
              <a:ext uri="{FF2B5EF4-FFF2-40B4-BE49-F238E27FC236}">
                <a16:creationId xmlns:a16="http://schemas.microsoft.com/office/drawing/2014/main" id="{CB52D8F0-0BBA-CF40-AB37-AAF2A141FE60}"/>
              </a:ext>
            </a:extLst>
          </p:cNvPr>
          <p:cNvSpPr/>
          <p:nvPr/>
        </p:nvSpPr>
        <p:spPr>
          <a:xfrm>
            <a:off x="6375837" y="3017520"/>
            <a:ext cx="411480" cy="411480"/>
          </a:xfrm>
          <a:prstGeom prst="rect">
            <a:avLst/>
          </a:prstGeom>
          <a:solidFill>
            <a:srgbClr val="FDECEC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-1.9</a:t>
            </a:r>
            <a:endParaRPr lang="en-US" sz="1050" dirty="0"/>
          </a:p>
        </p:txBody>
      </p:sp>
      <p:sp>
        <p:nvSpPr>
          <p:cNvPr id="205" name="Text 39">
            <a:extLst>
              <a:ext uri="{FF2B5EF4-FFF2-40B4-BE49-F238E27FC236}">
                <a16:creationId xmlns:a16="http://schemas.microsoft.com/office/drawing/2014/main" id="{9A62A29D-0D31-0645-D39B-3F53DEA0A232}"/>
              </a:ext>
            </a:extLst>
          </p:cNvPr>
          <p:cNvSpPr/>
          <p:nvPr/>
        </p:nvSpPr>
        <p:spPr>
          <a:xfrm>
            <a:off x="6787317" y="3017520"/>
            <a:ext cx="411480" cy="411480"/>
          </a:xfrm>
          <a:prstGeom prst="rect">
            <a:avLst/>
          </a:prstGeom>
          <a:solidFill>
            <a:srgbClr val="FDECEC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-1.9</a:t>
            </a:r>
            <a:endParaRPr lang="en-US" sz="1050" dirty="0"/>
          </a:p>
        </p:txBody>
      </p:sp>
      <p:sp>
        <p:nvSpPr>
          <p:cNvPr id="207" name="Text 40">
            <a:extLst>
              <a:ext uri="{FF2B5EF4-FFF2-40B4-BE49-F238E27FC236}">
                <a16:creationId xmlns:a16="http://schemas.microsoft.com/office/drawing/2014/main" id="{6485CA27-4C54-CD2F-6088-386F51370DE8}"/>
              </a:ext>
            </a:extLst>
          </p:cNvPr>
          <p:cNvSpPr/>
          <p:nvPr/>
        </p:nvSpPr>
        <p:spPr>
          <a:xfrm>
            <a:off x="7198797" y="3017520"/>
            <a:ext cx="411480" cy="411480"/>
          </a:xfrm>
          <a:prstGeom prst="rect">
            <a:avLst/>
          </a:prstGeom>
          <a:solidFill>
            <a:srgbClr val="F3B9B9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-12.4</a:t>
            </a:r>
            <a:endParaRPr lang="en-US" sz="1050" dirty="0"/>
          </a:p>
        </p:txBody>
      </p:sp>
      <p:sp>
        <p:nvSpPr>
          <p:cNvPr id="209" name="Text 41">
            <a:extLst>
              <a:ext uri="{FF2B5EF4-FFF2-40B4-BE49-F238E27FC236}">
                <a16:creationId xmlns:a16="http://schemas.microsoft.com/office/drawing/2014/main" id="{BC32AC1C-F44F-C61F-EF78-498675C3A046}"/>
              </a:ext>
            </a:extLst>
          </p:cNvPr>
          <p:cNvSpPr/>
          <p:nvPr/>
        </p:nvSpPr>
        <p:spPr>
          <a:xfrm>
            <a:off x="7610277" y="3017520"/>
            <a:ext cx="411480" cy="411480"/>
          </a:xfrm>
          <a:prstGeom prst="rect">
            <a:avLst/>
          </a:prstGeom>
          <a:solidFill>
            <a:srgbClr val="F3B9B9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↑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-16.9</a:t>
            </a:r>
            <a:endParaRPr lang="en-US" sz="1050" dirty="0"/>
          </a:p>
        </p:txBody>
      </p:sp>
      <p:sp>
        <p:nvSpPr>
          <p:cNvPr id="211" name="Text 43">
            <a:extLst>
              <a:ext uri="{FF2B5EF4-FFF2-40B4-BE49-F238E27FC236}">
                <a16:creationId xmlns:a16="http://schemas.microsoft.com/office/drawing/2014/main" id="{8A1D3BA2-59EF-BAA9-205E-9BC38A7BEF64}"/>
              </a:ext>
            </a:extLst>
          </p:cNvPr>
          <p:cNvSpPr/>
          <p:nvPr/>
        </p:nvSpPr>
        <p:spPr>
          <a:xfrm>
            <a:off x="8936157" y="2194560"/>
            <a:ext cx="411480" cy="411480"/>
          </a:xfrm>
          <a:prstGeom prst="rect">
            <a:avLst/>
          </a:prstGeom>
          <a:solidFill>
            <a:srgbClr val="E8F6EF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5.6</a:t>
            </a:r>
            <a:endParaRPr lang="en-US" sz="1050" dirty="0"/>
          </a:p>
        </p:txBody>
      </p:sp>
      <p:sp>
        <p:nvSpPr>
          <p:cNvPr id="213" name="Text 44">
            <a:extLst>
              <a:ext uri="{FF2B5EF4-FFF2-40B4-BE49-F238E27FC236}">
                <a16:creationId xmlns:a16="http://schemas.microsoft.com/office/drawing/2014/main" id="{43F2FD92-299E-6125-6CE6-2D56E0A67928}"/>
              </a:ext>
            </a:extLst>
          </p:cNvPr>
          <p:cNvSpPr/>
          <p:nvPr/>
        </p:nvSpPr>
        <p:spPr>
          <a:xfrm>
            <a:off x="9347637" y="2194560"/>
            <a:ext cx="411480" cy="411480"/>
          </a:xfrm>
          <a:prstGeom prst="rect">
            <a:avLst/>
          </a:prstGeom>
          <a:solidFill>
            <a:srgbClr val="CBEDD9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12.3</a:t>
            </a:r>
            <a:endParaRPr lang="en-US" sz="1050" dirty="0"/>
          </a:p>
        </p:txBody>
      </p:sp>
      <p:sp>
        <p:nvSpPr>
          <p:cNvPr id="215" name="Text 45">
            <a:extLst>
              <a:ext uri="{FF2B5EF4-FFF2-40B4-BE49-F238E27FC236}">
                <a16:creationId xmlns:a16="http://schemas.microsoft.com/office/drawing/2014/main" id="{EF93219C-02AE-9627-840E-8E3E260A0537}"/>
              </a:ext>
            </a:extLst>
          </p:cNvPr>
          <p:cNvSpPr/>
          <p:nvPr/>
        </p:nvSpPr>
        <p:spPr>
          <a:xfrm>
            <a:off x="9759117" y="2194560"/>
            <a:ext cx="411480" cy="411480"/>
          </a:xfrm>
          <a:prstGeom prst="rect">
            <a:avLst/>
          </a:prstGeom>
          <a:solidFill>
            <a:srgbClr val="CBEDD9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16.1</a:t>
            </a:r>
            <a:endParaRPr lang="en-US" sz="1050" dirty="0"/>
          </a:p>
        </p:txBody>
      </p:sp>
      <p:sp>
        <p:nvSpPr>
          <p:cNvPr id="217" name="Text 46">
            <a:extLst>
              <a:ext uri="{FF2B5EF4-FFF2-40B4-BE49-F238E27FC236}">
                <a16:creationId xmlns:a16="http://schemas.microsoft.com/office/drawing/2014/main" id="{8FAC203B-A7DD-FA71-7C79-84596DEB2FA4}"/>
              </a:ext>
            </a:extLst>
          </p:cNvPr>
          <p:cNvSpPr/>
          <p:nvPr/>
        </p:nvSpPr>
        <p:spPr>
          <a:xfrm>
            <a:off x="10170597" y="2194560"/>
            <a:ext cx="411480" cy="411480"/>
          </a:xfrm>
          <a:prstGeom prst="rect">
            <a:avLst/>
          </a:prstGeom>
          <a:solidFill>
            <a:srgbClr val="E8F6EF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AA8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+10</a:t>
            </a:r>
            <a:endParaRPr lang="en-US" sz="1050" dirty="0"/>
          </a:p>
        </p:txBody>
      </p:sp>
      <p:sp>
        <p:nvSpPr>
          <p:cNvPr id="219" name="Text 47">
            <a:extLst>
              <a:ext uri="{FF2B5EF4-FFF2-40B4-BE49-F238E27FC236}">
                <a16:creationId xmlns:a16="http://schemas.microsoft.com/office/drawing/2014/main" id="{CE4ABFE4-608C-9706-F013-FF75BBE6B9B7}"/>
              </a:ext>
            </a:extLst>
          </p:cNvPr>
          <p:cNvSpPr/>
          <p:nvPr/>
        </p:nvSpPr>
        <p:spPr>
          <a:xfrm>
            <a:off x="8936157" y="2606040"/>
            <a:ext cx="411480" cy="411480"/>
          </a:xfrm>
          <a:prstGeom prst="rect">
            <a:avLst/>
          </a:prstGeom>
          <a:solidFill>
            <a:srgbClr val="FDECEC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-2.7</a:t>
            </a:r>
            <a:endParaRPr lang="en-US" sz="1050" dirty="0"/>
          </a:p>
        </p:txBody>
      </p:sp>
      <p:sp>
        <p:nvSpPr>
          <p:cNvPr id="221" name="Text 48">
            <a:extLst>
              <a:ext uri="{FF2B5EF4-FFF2-40B4-BE49-F238E27FC236}">
                <a16:creationId xmlns:a16="http://schemas.microsoft.com/office/drawing/2014/main" id="{98365CC3-0F93-852E-D969-7912AAA5B364}"/>
              </a:ext>
            </a:extLst>
          </p:cNvPr>
          <p:cNvSpPr/>
          <p:nvPr/>
        </p:nvSpPr>
        <p:spPr>
          <a:xfrm>
            <a:off x="9347637" y="2606040"/>
            <a:ext cx="411480" cy="411480"/>
          </a:xfrm>
          <a:prstGeom prst="rect">
            <a:avLst/>
          </a:prstGeom>
          <a:solidFill>
            <a:srgbClr val="D4DEE8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WALL</a:t>
            </a:r>
            <a:endParaRPr lang="en-US" sz="1050" dirty="0"/>
          </a:p>
        </p:txBody>
      </p:sp>
      <p:sp>
        <p:nvSpPr>
          <p:cNvPr id="223" name="Text 49">
            <a:extLst>
              <a:ext uri="{FF2B5EF4-FFF2-40B4-BE49-F238E27FC236}">
                <a16:creationId xmlns:a16="http://schemas.microsoft.com/office/drawing/2014/main" id="{E96A3C1B-089C-7A13-B2E2-989F45C96351}"/>
              </a:ext>
            </a:extLst>
          </p:cNvPr>
          <p:cNvSpPr/>
          <p:nvPr/>
        </p:nvSpPr>
        <p:spPr>
          <a:xfrm>
            <a:off x="9759117" y="2606040"/>
            <a:ext cx="411480" cy="411480"/>
          </a:xfrm>
          <a:prstGeom prst="rect">
            <a:avLst/>
          </a:prstGeom>
          <a:solidFill>
            <a:srgbClr val="F3B9B9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-12.1</a:t>
            </a:r>
            <a:endParaRPr lang="en-US" sz="1050" dirty="0"/>
          </a:p>
        </p:txBody>
      </p:sp>
      <p:sp>
        <p:nvSpPr>
          <p:cNvPr id="225" name="Text 50">
            <a:extLst>
              <a:ext uri="{FF2B5EF4-FFF2-40B4-BE49-F238E27FC236}">
                <a16:creationId xmlns:a16="http://schemas.microsoft.com/office/drawing/2014/main" id="{135C7656-E45F-3DC3-5D3E-A462AF77C384}"/>
              </a:ext>
            </a:extLst>
          </p:cNvPr>
          <p:cNvSpPr/>
          <p:nvPr/>
        </p:nvSpPr>
        <p:spPr>
          <a:xfrm>
            <a:off x="10170597" y="2606040"/>
            <a:ext cx="411480" cy="411480"/>
          </a:xfrm>
          <a:prstGeom prst="rect">
            <a:avLst/>
          </a:prstGeom>
          <a:solidFill>
            <a:srgbClr val="FDECEC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0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−10</a:t>
            </a:r>
            <a:endParaRPr lang="en-US" sz="1050" dirty="0"/>
          </a:p>
        </p:txBody>
      </p:sp>
      <p:sp>
        <p:nvSpPr>
          <p:cNvPr id="227" name="Text 51">
            <a:extLst>
              <a:ext uri="{FF2B5EF4-FFF2-40B4-BE49-F238E27FC236}">
                <a16:creationId xmlns:a16="http://schemas.microsoft.com/office/drawing/2014/main" id="{FD0BDBD1-CB48-E2B6-1C3F-E11D2E83F7C4}"/>
              </a:ext>
            </a:extLst>
          </p:cNvPr>
          <p:cNvSpPr/>
          <p:nvPr/>
        </p:nvSpPr>
        <p:spPr>
          <a:xfrm>
            <a:off x="8936157" y="3017520"/>
            <a:ext cx="411480" cy="411480"/>
          </a:xfrm>
          <a:prstGeom prst="rect">
            <a:avLst/>
          </a:prstGeom>
          <a:solidFill>
            <a:srgbClr val="FDECEC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-2.7</a:t>
            </a:r>
            <a:endParaRPr lang="en-US" sz="1050" dirty="0"/>
          </a:p>
        </p:txBody>
      </p:sp>
      <p:sp>
        <p:nvSpPr>
          <p:cNvPr id="229" name="Text 52">
            <a:extLst>
              <a:ext uri="{FF2B5EF4-FFF2-40B4-BE49-F238E27FC236}">
                <a16:creationId xmlns:a16="http://schemas.microsoft.com/office/drawing/2014/main" id="{9E1D6789-1B9F-61E1-3B18-64A3BB326692}"/>
              </a:ext>
            </a:extLst>
          </p:cNvPr>
          <p:cNvSpPr/>
          <p:nvPr/>
        </p:nvSpPr>
        <p:spPr>
          <a:xfrm>
            <a:off x="9347637" y="3017520"/>
            <a:ext cx="411480" cy="411480"/>
          </a:xfrm>
          <a:prstGeom prst="rect">
            <a:avLst/>
          </a:prstGeom>
          <a:solidFill>
            <a:srgbClr val="F8CCCC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-10.3</a:t>
            </a:r>
            <a:endParaRPr lang="en-US" sz="1050" dirty="0"/>
          </a:p>
        </p:txBody>
      </p:sp>
      <p:sp>
        <p:nvSpPr>
          <p:cNvPr id="231" name="Text 53">
            <a:extLst>
              <a:ext uri="{FF2B5EF4-FFF2-40B4-BE49-F238E27FC236}">
                <a16:creationId xmlns:a16="http://schemas.microsoft.com/office/drawing/2014/main" id="{40B07DD0-BE3F-C64F-222D-1203A3FA6963}"/>
              </a:ext>
            </a:extLst>
          </p:cNvPr>
          <p:cNvSpPr/>
          <p:nvPr/>
        </p:nvSpPr>
        <p:spPr>
          <a:xfrm>
            <a:off x="9759117" y="3017520"/>
            <a:ext cx="411480" cy="411480"/>
          </a:xfrm>
          <a:prstGeom prst="rect">
            <a:avLst/>
          </a:prstGeom>
          <a:solidFill>
            <a:srgbClr val="F3B9B9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-14.6</a:t>
            </a:r>
            <a:endParaRPr lang="en-US" sz="1050" dirty="0"/>
          </a:p>
        </p:txBody>
      </p:sp>
      <p:sp>
        <p:nvSpPr>
          <p:cNvPr id="233" name="Text 54">
            <a:extLst>
              <a:ext uri="{FF2B5EF4-FFF2-40B4-BE49-F238E27FC236}">
                <a16:creationId xmlns:a16="http://schemas.microsoft.com/office/drawing/2014/main" id="{0062895F-4EBB-A1A4-215F-3446B16FC43A}"/>
              </a:ext>
            </a:extLst>
          </p:cNvPr>
          <p:cNvSpPr/>
          <p:nvPr/>
        </p:nvSpPr>
        <p:spPr>
          <a:xfrm>
            <a:off x="10170597" y="3017520"/>
            <a:ext cx="411480" cy="411480"/>
          </a:xfrm>
          <a:prstGeom prst="rect">
            <a:avLst/>
          </a:prstGeom>
          <a:solidFill>
            <a:srgbClr val="F3B9B9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↑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-18.0</a:t>
            </a:r>
            <a:endParaRPr lang="en-US" sz="1050" dirty="0"/>
          </a:p>
        </p:txBody>
      </p:sp>
      <p:sp>
        <p:nvSpPr>
          <p:cNvPr id="235" name="Shape 56">
            <a:extLst>
              <a:ext uri="{FF2B5EF4-FFF2-40B4-BE49-F238E27FC236}">
                <a16:creationId xmlns:a16="http://schemas.microsoft.com/office/drawing/2014/main" id="{81C5EC5A-2751-48C0-3002-6A3FC6316FB3}"/>
              </a:ext>
            </a:extLst>
          </p:cNvPr>
          <p:cNvSpPr/>
          <p:nvPr/>
        </p:nvSpPr>
        <p:spPr>
          <a:xfrm>
            <a:off x="3083997" y="2898648"/>
            <a:ext cx="548640" cy="0"/>
          </a:xfrm>
          <a:prstGeom prst="line">
            <a:avLst/>
          </a:prstGeom>
          <a:noFill/>
          <a:ln w="22860">
            <a:solidFill>
              <a:srgbClr val="C7D4E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2800"/>
          </a:p>
        </p:txBody>
      </p:sp>
      <p:sp>
        <p:nvSpPr>
          <p:cNvPr id="237" name="Shape 57">
            <a:extLst>
              <a:ext uri="{FF2B5EF4-FFF2-40B4-BE49-F238E27FC236}">
                <a16:creationId xmlns:a16="http://schemas.microsoft.com/office/drawing/2014/main" id="{C52C08F3-C53A-2FD4-9095-CAEFDF9CC17F}"/>
              </a:ext>
            </a:extLst>
          </p:cNvPr>
          <p:cNvSpPr/>
          <p:nvPr/>
        </p:nvSpPr>
        <p:spPr>
          <a:xfrm>
            <a:off x="5644317" y="2898648"/>
            <a:ext cx="548640" cy="0"/>
          </a:xfrm>
          <a:prstGeom prst="line">
            <a:avLst/>
          </a:prstGeom>
          <a:noFill/>
          <a:ln w="22860">
            <a:solidFill>
              <a:srgbClr val="C7D4E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2800"/>
          </a:p>
        </p:txBody>
      </p:sp>
      <p:sp>
        <p:nvSpPr>
          <p:cNvPr id="239" name="Shape 58">
            <a:extLst>
              <a:ext uri="{FF2B5EF4-FFF2-40B4-BE49-F238E27FC236}">
                <a16:creationId xmlns:a16="http://schemas.microsoft.com/office/drawing/2014/main" id="{1D23C6F7-EF8B-A58E-F2D7-0CD26F641369}"/>
              </a:ext>
            </a:extLst>
          </p:cNvPr>
          <p:cNvSpPr/>
          <p:nvPr/>
        </p:nvSpPr>
        <p:spPr>
          <a:xfrm>
            <a:off x="8204637" y="2898648"/>
            <a:ext cx="548640" cy="0"/>
          </a:xfrm>
          <a:prstGeom prst="line">
            <a:avLst/>
          </a:prstGeom>
          <a:noFill/>
          <a:ln w="22860">
            <a:solidFill>
              <a:srgbClr val="C7D4E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28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02920" y="6510528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6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L14: Policy Iteration</a:t>
            </a:r>
            <a:endParaRPr lang="en-US" sz="760" dirty="0"/>
          </a:p>
        </p:txBody>
      </p:sp>
      <p:sp>
        <p:nvSpPr>
          <p:cNvPr id="5" name="Text 3"/>
          <p:cNvSpPr/>
          <p:nvPr/>
        </p:nvSpPr>
        <p:spPr>
          <a:xfrm>
            <a:off x="11612880" y="651052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447800" y="1962033"/>
            <a:ext cx="658368" cy="658368"/>
          </a:xfrm>
          <a:prstGeom prst="rect">
            <a:avLst/>
          </a:prstGeom>
          <a:solidFill>
            <a:srgbClr val="E8F6EF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dirty="0"/>
          </a:p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5.6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2106168" y="1962033"/>
            <a:ext cx="658368" cy="658368"/>
          </a:xfrm>
          <a:prstGeom prst="rect">
            <a:avLst/>
          </a:prstGeom>
          <a:solidFill>
            <a:srgbClr val="CBEDD9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dirty="0"/>
          </a:p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12.3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764536" y="1962033"/>
            <a:ext cx="658368" cy="658368"/>
          </a:xfrm>
          <a:prstGeom prst="rect">
            <a:avLst/>
          </a:prstGeom>
          <a:solidFill>
            <a:srgbClr val="CBEDD9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dirty="0"/>
          </a:p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16.1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422904" y="1962033"/>
            <a:ext cx="658368" cy="658368"/>
          </a:xfrm>
          <a:prstGeom prst="rect">
            <a:avLst/>
          </a:prstGeom>
          <a:solidFill>
            <a:srgbClr val="E8F6EF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2AA8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+10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447800" y="2620401"/>
            <a:ext cx="658368" cy="658368"/>
          </a:xfrm>
          <a:prstGeom prst="rect">
            <a:avLst/>
          </a:prstGeom>
          <a:solidFill>
            <a:srgbClr val="FDECEC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dirty="0"/>
          </a:p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-2.7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2106168" y="2620401"/>
            <a:ext cx="658368" cy="658368"/>
          </a:xfrm>
          <a:prstGeom prst="rect">
            <a:avLst/>
          </a:prstGeom>
          <a:solidFill>
            <a:srgbClr val="D4DEE8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WALL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2764536" y="2620401"/>
            <a:ext cx="658368" cy="658368"/>
          </a:xfrm>
          <a:prstGeom prst="rect">
            <a:avLst/>
          </a:prstGeom>
          <a:solidFill>
            <a:srgbClr val="F3B9B9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dirty="0"/>
          </a:p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-12.1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422904" y="2620401"/>
            <a:ext cx="658368" cy="658368"/>
          </a:xfrm>
          <a:prstGeom prst="rect">
            <a:avLst/>
          </a:prstGeom>
          <a:solidFill>
            <a:srgbClr val="FDECEC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D0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−10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447800" y="3278769"/>
            <a:ext cx="658368" cy="658368"/>
          </a:xfrm>
          <a:prstGeom prst="rect">
            <a:avLst/>
          </a:prstGeom>
          <a:solidFill>
            <a:srgbClr val="FDECEC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dirty="0"/>
          </a:p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-2.7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2106168" y="3278769"/>
            <a:ext cx="658368" cy="658368"/>
          </a:xfrm>
          <a:prstGeom prst="rect">
            <a:avLst/>
          </a:prstGeom>
          <a:solidFill>
            <a:srgbClr val="F8CCCC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dirty="0"/>
          </a:p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-10.3</a:t>
            </a: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2764536" y="3278769"/>
            <a:ext cx="658368" cy="658368"/>
          </a:xfrm>
          <a:prstGeom prst="rect">
            <a:avLst/>
          </a:prstGeom>
          <a:solidFill>
            <a:srgbClr val="F3B9B9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dirty="0"/>
          </a:p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-14.6</a:t>
            </a: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422904" y="3278769"/>
            <a:ext cx="658368" cy="658368"/>
          </a:xfrm>
          <a:prstGeom prst="rect">
            <a:avLst/>
          </a:prstGeom>
          <a:solidFill>
            <a:srgbClr val="F3B9B9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↑</a:t>
            </a:r>
            <a:endParaRPr lang="en-US" dirty="0"/>
          </a:p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-18.0</a:t>
            </a: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846320" y="2491740"/>
            <a:ext cx="2286000" cy="914400"/>
          </a:xfrm>
          <a:prstGeom prst="rect">
            <a:avLst/>
          </a:prstGeom>
          <a:solidFill>
            <a:srgbClr val="2AA876"/>
          </a:solidFill>
          <a:ln w="13970">
            <a:solidFill>
              <a:srgbClr val="2AA87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UNLOCK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IMPROVEMENT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499071" y="2491740"/>
            <a:ext cx="3989832" cy="914400"/>
          </a:xfrm>
          <a:prstGeom prst="rect">
            <a:avLst/>
          </a:prstGeom>
          <a:solidFill>
            <a:srgbClr val="FFF4D6"/>
          </a:solidFill>
          <a:ln w="13970">
            <a:solidFill>
              <a:srgbClr val="F2B944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question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 another action better in any state?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14400" y="4983480"/>
            <a:ext cx="10149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82B55"/>
                </a:solidFill>
              </a:rPr>
              <a:t>Evaluation gave us numbers. Improvement uses them to reconsider the arrows.</a:t>
            </a:r>
            <a:endParaRPr lang="en-US" sz="1600" dirty="0"/>
          </a:p>
        </p:txBody>
      </p:sp>
      <p:sp>
        <p:nvSpPr>
          <p:cNvPr id="22" name="Text 0">
            <a:extLst>
              <a:ext uri="{FF2B5EF4-FFF2-40B4-BE49-F238E27FC236}">
                <a16:creationId xmlns:a16="http://schemas.microsoft.com/office/drawing/2014/main" id="{DDBD77B7-B1A3-4836-A951-1B9E56EB96F5}"/>
              </a:ext>
            </a:extLst>
          </p:cNvPr>
          <p:cNvSpPr/>
          <p:nvPr/>
        </p:nvSpPr>
        <p:spPr>
          <a:xfrm>
            <a:off x="594360" y="43891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082B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Now unlock the policy</a:t>
            </a:r>
            <a:endParaRPr lang="en-US" sz="3200" dirty="0"/>
          </a:p>
        </p:txBody>
      </p:sp>
      <p:sp>
        <p:nvSpPr>
          <p:cNvPr id="24" name="Text 1">
            <a:extLst>
              <a:ext uri="{FF2B5EF4-FFF2-40B4-BE49-F238E27FC236}">
                <a16:creationId xmlns:a16="http://schemas.microsoft.com/office/drawing/2014/main" id="{AE1E04FD-AE89-BA89-3A76-3B8D5D01AC86}"/>
              </a:ext>
            </a:extLst>
          </p:cNvPr>
          <p:cNvSpPr/>
          <p:nvPr/>
        </p:nvSpPr>
        <p:spPr>
          <a:xfrm>
            <a:off x="621792" y="960120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Once values are stable enough, we ask whether to change behavior.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 4">
            <a:extLst>
              <a:ext uri="{FF2B5EF4-FFF2-40B4-BE49-F238E27FC236}">
                <a16:creationId xmlns:a16="http://schemas.microsoft.com/office/drawing/2014/main" id="{ED97FBBE-BF6E-7F92-8575-807E341D6120}"/>
              </a:ext>
            </a:extLst>
          </p:cNvPr>
          <p:cNvSpPr/>
          <p:nvPr/>
        </p:nvSpPr>
        <p:spPr>
          <a:xfrm>
            <a:off x="958303" y="1326192"/>
            <a:ext cx="658368" cy="658368"/>
          </a:xfrm>
          <a:prstGeom prst="rect">
            <a:avLst/>
          </a:prstGeom>
          <a:solidFill>
            <a:srgbClr val="E8F6EF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dirty="0"/>
          </a:p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5.6</a:t>
            </a:r>
            <a:endParaRPr lang="en-US" dirty="0"/>
          </a:p>
        </p:txBody>
      </p:sp>
      <p:sp>
        <p:nvSpPr>
          <p:cNvPr id="31" name="Text 5">
            <a:extLst>
              <a:ext uri="{FF2B5EF4-FFF2-40B4-BE49-F238E27FC236}">
                <a16:creationId xmlns:a16="http://schemas.microsoft.com/office/drawing/2014/main" id="{CB3EA706-0B53-0536-D309-773A2941D2AA}"/>
              </a:ext>
            </a:extLst>
          </p:cNvPr>
          <p:cNvSpPr/>
          <p:nvPr/>
        </p:nvSpPr>
        <p:spPr>
          <a:xfrm>
            <a:off x="1616671" y="1326192"/>
            <a:ext cx="658368" cy="658368"/>
          </a:xfrm>
          <a:prstGeom prst="rect">
            <a:avLst/>
          </a:prstGeom>
          <a:solidFill>
            <a:srgbClr val="CBEDD9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dirty="0"/>
          </a:p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12.3</a:t>
            </a:r>
            <a:endParaRPr lang="en-US" dirty="0"/>
          </a:p>
        </p:txBody>
      </p:sp>
      <p:sp>
        <p:nvSpPr>
          <p:cNvPr id="33" name="Text 6">
            <a:extLst>
              <a:ext uri="{FF2B5EF4-FFF2-40B4-BE49-F238E27FC236}">
                <a16:creationId xmlns:a16="http://schemas.microsoft.com/office/drawing/2014/main" id="{5C0DC571-3CB8-5EAE-567B-25224245FB85}"/>
              </a:ext>
            </a:extLst>
          </p:cNvPr>
          <p:cNvSpPr/>
          <p:nvPr/>
        </p:nvSpPr>
        <p:spPr>
          <a:xfrm>
            <a:off x="2275039" y="1326192"/>
            <a:ext cx="658368" cy="658368"/>
          </a:xfrm>
          <a:prstGeom prst="rect">
            <a:avLst/>
          </a:prstGeom>
          <a:solidFill>
            <a:srgbClr val="CBEDD9"/>
          </a:solidFill>
          <a:ln w="28575">
            <a:solidFill>
              <a:srgbClr val="FF0000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dirty="0"/>
          </a:p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16.1</a:t>
            </a:r>
            <a:endParaRPr lang="en-US" dirty="0"/>
          </a:p>
        </p:txBody>
      </p:sp>
      <p:sp>
        <p:nvSpPr>
          <p:cNvPr id="35" name="Text 7">
            <a:extLst>
              <a:ext uri="{FF2B5EF4-FFF2-40B4-BE49-F238E27FC236}">
                <a16:creationId xmlns:a16="http://schemas.microsoft.com/office/drawing/2014/main" id="{2D97B0C4-7985-8E85-836C-E95036C8022B}"/>
              </a:ext>
            </a:extLst>
          </p:cNvPr>
          <p:cNvSpPr/>
          <p:nvPr/>
        </p:nvSpPr>
        <p:spPr>
          <a:xfrm>
            <a:off x="2933407" y="1326192"/>
            <a:ext cx="658368" cy="658368"/>
          </a:xfrm>
          <a:prstGeom prst="rect">
            <a:avLst/>
          </a:prstGeom>
          <a:solidFill>
            <a:srgbClr val="E8F6EF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2AA8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+10</a:t>
            </a:r>
            <a:endParaRPr lang="en-US" dirty="0"/>
          </a:p>
        </p:txBody>
      </p:sp>
      <p:sp>
        <p:nvSpPr>
          <p:cNvPr id="37" name="Text 8">
            <a:extLst>
              <a:ext uri="{FF2B5EF4-FFF2-40B4-BE49-F238E27FC236}">
                <a16:creationId xmlns:a16="http://schemas.microsoft.com/office/drawing/2014/main" id="{CBF4C138-55BB-FCF6-0E6A-8C1DE5A85D8F}"/>
              </a:ext>
            </a:extLst>
          </p:cNvPr>
          <p:cNvSpPr/>
          <p:nvPr/>
        </p:nvSpPr>
        <p:spPr>
          <a:xfrm>
            <a:off x="958303" y="1984560"/>
            <a:ext cx="658368" cy="658368"/>
          </a:xfrm>
          <a:prstGeom prst="rect">
            <a:avLst/>
          </a:prstGeom>
          <a:solidFill>
            <a:srgbClr val="FDECEC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dirty="0"/>
          </a:p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-2.7</a:t>
            </a:r>
            <a:endParaRPr lang="en-US" dirty="0"/>
          </a:p>
        </p:txBody>
      </p:sp>
      <p:sp>
        <p:nvSpPr>
          <p:cNvPr id="39" name="Text 9">
            <a:extLst>
              <a:ext uri="{FF2B5EF4-FFF2-40B4-BE49-F238E27FC236}">
                <a16:creationId xmlns:a16="http://schemas.microsoft.com/office/drawing/2014/main" id="{545F57A5-6077-0FC5-87DE-88524CEA4E50}"/>
              </a:ext>
            </a:extLst>
          </p:cNvPr>
          <p:cNvSpPr/>
          <p:nvPr/>
        </p:nvSpPr>
        <p:spPr>
          <a:xfrm>
            <a:off x="1616671" y="1984560"/>
            <a:ext cx="658368" cy="658368"/>
          </a:xfrm>
          <a:prstGeom prst="rect">
            <a:avLst/>
          </a:prstGeom>
          <a:solidFill>
            <a:srgbClr val="D4DEE8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WALL</a:t>
            </a:r>
            <a:endParaRPr lang="en-US" dirty="0"/>
          </a:p>
        </p:txBody>
      </p:sp>
      <p:sp>
        <p:nvSpPr>
          <p:cNvPr id="41" name="Text 10">
            <a:extLst>
              <a:ext uri="{FF2B5EF4-FFF2-40B4-BE49-F238E27FC236}">
                <a16:creationId xmlns:a16="http://schemas.microsoft.com/office/drawing/2014/main" id="{40E39BFC-34F3-CD31-57CC-0A31C9033A76}"/>
              </a:ext>
            </a:extLst>
          </p:cNvPr>
          <p:cNvSpPr/>
          <p:nvPr/>
        </p:nvSpPr>
        <p:spPr>
          <a:xfrm>
            <a:off x="2275039" y="1984560"/>
            <a:ext cx="658368" cy="658368"/>
          </a:xfrm>
          <a:prstGeom prst="rect">
            <a:avLst/>
          </a:prstGeom>
          <a:solidFill>
            <a:srgbClr val="F3B9B9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dirty="0"/>
          </a:p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-12.1</a:t>
            </a:r>
            <a:endParaRPr lang="en-US" dirty="0"/>
          </a:p>
        </p:txBody>
      </p:sp>
      <p:sp>
        <p:nvSpPr>
          <p:cNvPr id="43" name="Text 11">
            <a:extLst>
              <a:ext uri="{FF2B5EF4-FFF2-40B4-BE49-F238E27FC236}">
                <a16:creationId xmlns:a16="http://schemas.microsoft.com/office/drawing/2014/main" id="{7F0EFC19-D593-D98E-31C8-B6D37A44D7C4}"/>
              </a:ext>
            </a:extLst>
          </p:cNvPr>
          <p:cNvSpPr/>
          <p:nvPr/>
        </p:nvSpPr>
        <p:spPr>
          <a:xfrm>
            <a:off x="2933407" y="1984560"/>
            <a:ext cx="658368" cy="658368"/>
          </a:xfrm>
          <a:prstGeom prst="rect">
            <a:avLst/>
          </a:prstGeom>
          <a:solidFill>
            <a:srgbClr val="FDECEC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D0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−10</a:t>
            </a:r>
            <a:endParaRPr lang="en-US" dirty="0"/>
          </a:p>
        </p:txBody>
      </p:sp>
      <p:sp>
        <p:nvSpPr>
          <p:cNvPr id="45" name="Text 12">
            <a:extLst>
              <a:ext uri="{FF2B5EF4-FFF2-40B4-BE49-F238E27FC236}">
                <a16:creationId xmlns:a16="http://schemas.microsoft.com/office/drawing/2014/main" id="{BA945F23-6479-25A7-8D61-6EAE27D9300F}"/>
              </a:ext>
            </a:extLst>
          </p:cNvPr>
          <p:cNvSpPr/>
          <p:nvPr/>
        </p:nvSpPr>
        <p:spPr>
          <a:xfrm>
            <a:off x="958303" y="2642928"/>
            <a:ext cx="658368" cy="658368"/>
          </a:xfrm>
          <a:prstGeom prst="rect">
            <a:avLst/>
          </a:prstGeom>
          <a:solidFill>
            <a:srgbClr val="FDECEC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dirty="0"/>
          </a:p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-2.7</a:t>
            </a:r>
            <a:endParaRPr lang="en-US" dirty="0"/>
          </a:p>
        </p:txBody>
      </p:sp>
      <p:sp>
        <p:nvSpPr>
          <p:cNvPr id="47" name="Text 13">
            <a:extLst>
              <a:ext uri="{FF2B5EF4-FFF2-40B4-BE49-F238E27FC236}">
                <a16:creationId xmlns:a16="http://schemas.microsoft.com/office/drawing/2014/main" id="{8E9FDA1E-A3DF-4361-BE10-891A9E8A0A38}"/>
              </a:ext>
            </a:extLst>
          </p:cNvPr>
          <p:cNvSpPr/>
          <p:nvPr/>
        </p:nvSpPr>
        <p:spPr>
          <a:xfrm>
            <a:off x="1616671" y="2642928"/>
            <a:ext cx="658368" cy="658368"/>
          </a:xfrm>
          <a:prstGeom prst="rect">
            <a:avLst/>
          </a:prstGeom>
          <a:solidFill>
            <a:srgbClr val="F8CCCC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dirty="0"/>
          </a:p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-10.3</a:t>
            </a:r>
            <a:endParaRPr lang="en-US" dirty="0"/>
          </a:p>
        </p:txBody>
      </p:sp>
      <p:sp>
        <p:nvSpPr>
          <p:cNvPr id="49" name="Text 14">
            <a:extLst>
              <a:ext uri="{FF2B5EF4-FFF2-40B4-BE49-F238E27FC236}">
                <a16:creationId xmlns:a16="http://schemas.microsoft.com/office/drawing/2014/main" id="{0475374F-75D3-1AED-63C4-E61ADAFEB1B1}"/>
              </a:ext>
            </a:extLst>
          </p:cNvPr>
          <p:cNvSpPr/>
          <p:nvPr/>
        </p:nvSpPr>
        <p:spPr>
          <a:xfrm>
            <a:off x="2275039" y="2642928"/>
            <a:ext cx="658368" cy="658368"/>
          </a:xfrm>
          <a:prstGeom prst="rect">
            <a:avLst/>
          </a:prstGeom>
          <a:solidFill>
            <a:srgbClr val="F3B9B9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dirty="0"/>
          </a:p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-14.6</a:t>
            </a:r>
            <a:endParaRPr lang="en-US" dirty="0"/>
          </a:p>
        </p:txBody>
      </p:sp>
      <p:sp>
        <p:nvSpPr>
          <p:cNvPr id="51" name="Text 15">
            <a:extLst>
              <a:ext uri="{FF2B5EF4-FFF2-40B4-BE49-F238E27FC236}">
                <a16:creationId xmlns:a16="http://schemas.microsoft.com/office/drawing/2014/main" id="{691E9B36-A258-BB83-7FDF-CA17D9196D7A}"/>
              </a:ext>
            </a:extLst>
          </p:cNvPr>
          <p:cNvSpPr/>
          <p:nvPr/>
        </p:nvSpPr>
        <p:spPr>
          <a:xfrm>
            <a:off x="2933407" y="2642928"/>
            <a:ext cx="658368" cy="658368"/>
          </a:xfrm>
          <a:prstGeom prst="rect">
            <a:avLst/>
          </a:prstGeom>
          <a:solidFill>
            <a:srgbClr val="F3B9B9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↑</a:t>
            </a:r>
            <a:endParaRPr lang="en-US" dirty="0"/>
          </a:p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-18.0</a:t>
            </a:r>
            <a:endParaRPr lang="en-US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98B20DC-B7D5-A2FF-984D-5B358CA976A1}"/>
              </a:ext>
            </a:extLst>
          </p:cNvPr>
          <p:cNvSpPr txBox="1"/>
          <p:nvPr/>
        </p:nvSpPr>
        <p:spPr>
          <a:xfrm>
            <a:off x="4204307" y="791398"/>
            <a:ext cx="6275649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Why does the policy in 16.1 maintain a </a:t>
            </a:r>
            <a:r>
              <a:rPr lang="en-US" b="1" dirty="0">
                <a:solidFill>
                  <a:srgbClr val="082B55"/>
                </a:solidFill>
              </a:rPr>
              <a:t> right arrow, and not change to a left arrow?! </a:t>
            </a:r>
          </a:p>
          <a:p>
            <a:endParaRPr lang="en-US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81E7833-3F2A-F513-7A8B-D4A586A5528B}"/>
              </a:ext>
            </a:extLst>
          </p:cNvPr>
          <p:cNvSpPr txBox="1"/>
          <p:nvPr/>
        </p:nvSpPr>
        <p:spPr>
          <a:xfrm>
            <a:off x="4037086" y="1804073"/>
            <a:ext cx="60960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Google Sans Text"/>
                <a:ea typeface="Google Sans Text"/>
                <a:cs typeface="Google Sans Text"/>
              </a:rPr>
              <a:t>$Q(</a:t>
            </a:r>
            <a:r>
              <a:rPr lang="en-US" dirty="0" err="1">
                <a:latin typeface="Google Sans Text"/>
                <a:ea typeface="Google Sans Text"/>
                <a:cs typeface="Google Sans Text"/>
              </a:rPr>
              <a:t>s,a</a:t>
            </a:r>
            <a:r>
              <a:rPr lang="en-US" dirty="0">
                <a:latin typeface="Google Sans Text"/>
                <a:ea typeface="Google Sans Text"/>
                <a:cs typeface="Google Sans Text"/>
              </a:rPr>
              <a:t>) = \sum_{s'} P(s'\vert{}</a:t>
            </a:r>
            <a:r>
              <a:rPr lang="en-US" dirty="0" err="1">
                <a:latin typeface="Google Sans Text"/>
                <a:ea typeface="Google Sans Text"/>
                <a:cs typeface="Google Sans Text"/>
              </a:rPr>
              <a:t>s,a</a:t>
            </a:r>
            <a:r>
              <a:rPr lang="en-US" dirty="0">
                <a:latin typeface="Google Sans Text"/>
                <a:ea typeface="Google Sans Text"/>
                <a:cs typeface="Google Sans Text"/>
              </a:rPr>
              <a:t>)[R(</a:t>
            </a:r>
            <a:r>
              <a:rPr lang="en-US" dirty="0" err="1">
                <a:latin typeface="Google Sans Text"/>
                <a:ea typeface="Google Sans Text"/>
                <a:cs typeface="Google Sans Text"/>
              </a:rPr>
              <a:t>s,s</a:t>
            </a:r>
            <a:r>
              <a:rPr lang="en-US" dirty="0">
                <a:latin typeface="Google Sans Text"/>
                <a:ea typeface="Google Sans Text"/>
                <a:cs typeface="Google Sans Text"/>
              </a:rPr>
              <a:t>') + \gamma V(s')]$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86275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02920" y="6510528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6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L14: Policy Iteration</a:t>
            </a:r>
            <a:endParaRPr lang="en-US" sz="760" dirty="0"/>
          </a:p>
        </p:txBody>
      </p:sp>
      <p:sp>
        <p:nvSpPr>
          <p:cNvPr id="5" name="Text 3"/>
          <p:cNvSpPr/>
          <p:nvPr/>
        </p:nvSpPr>
        <p:spPr>
          <a:xfrm>
            <a:off x="11612880" y="651052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5073517" y="2108281"/>
            <a:ext cx="5304642" cy="1143000"/>
          </a:xfrm>
          <a:prstGeom prst="rect">
            <a:avLst/>
          </a:prstGeom>
          <a:solidFill>
            <a:srgbClr val="F4F8FD"/>
          </a:solidFill>
          <a:ln w="13970">
            <a:solidFill>
              <a:srgbClr val="2B70B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Improvement phase</a:t>
            </a:r>
            <a:endParaRPr lang="en-US" dirty="0"/>
          </a:p>
          <a:p>
            <a:pPr marL="0" indent="0" algn="ctr">
              <a:buNone/>
            </a:pPr>
            <a:r>
              <a:rPr lang="en-US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Consider the available actions and choose the largest estimated long-term value.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 15"/>
              <p:cNvSpPr/>
              <p:nvPr/>
            </p:nvSpPr>
            <p:spPr>
              <a:xfrm>
                <a:off x="5989320" y="3677431"/>
                <a:ext cx="3474720" cy="594360"/>
              </a:xfrm>
              <a:prstGeom prst="rect">
                <a:avLst/>
              </a:prstGeom>
              <a:solidFill>
                <a:srgbClr val="FFF4D6"/>
              </a:solidFill>
              <a:ln w="13970">
                <a:solidFill>
                  <a:srgbClr val="F2B944"/>
                </a:solidFill>
              </a:ln>
            </p:spPr>
            <p:txBody>
              <a:bodyPr wrap="square" lIns="762" tIns="762" rIns="762" bIns="762" rtlCol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dirty="0" smtClean="0">
                          <a:solidFill>
                            <a:srgbClr val="082B55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Aptos" pitchFamily="34" charset="-120"/>
                        </a:rPr>
                        <m:t>𝜋</m:t>
                      </m:r>
                      <m:r>
                        <m:rPr>
                          <m:sty m:val="p"/>
                        </m:rPr>
                        <a:rPr lang="en-US" sz="2000" b="0" i="0" baseline="-25000" dirty="0" smtClean="0">
                          <a:solidFill>
                            <a:srgbClr val="082B55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Aptos" pitchFamily="34" charset="-120"/>
                        </a:rPr>
                        <m:t>new</m:t>
                      </m:r>
                      <m:r>
                        <a:rPr lang="en-US" sz="2000" b="0" i="1" dirty="0" smtClean="0">
                          <a:solidFill>
                            <a:srgbClr val="082B55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Aptos" pitchFamily="34" charset="-120"/>
                        </a:rPr>
                        <m:t>(</m:t>
                      </m:r>
                      <m:r>
                        <a:rPr lang="en-US" sz="2000" b="0" i="1" dirty="0" smtClean="0">
                          <a:solidFill>
                            <a:srgbClr val="082B55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Aptos" pitchFamily="34" charset="-120"/>
                        </a:rPr>
                        <m:t>𝑠</m:t>
                      </m:r>
                      <m:r>
                        <a:rPr lang="en-US" sz="2000" b="0" i="1" dirty="0" smtClean="0">
                          <a:solidFill>
                            <a:srgbClr val="082B55"/>
                          </a:solidFill>
                          <a:latin typeface="Cambria Math" panose="02040503050406030204" pitchFamily="18" charset="0"/>
                          <a:ea typeface="Aptos" pitchFamily="34" charset="-122"/>
                          <a:cs typeface="Aptos" pitchFamily="34" charset="-120"/>
                        </a:rPr>
                        <m:t>) = </m:t>
                      </m:r>
                      <m:func>
                        <m:funcPr>
                          <m:ctrlPr>
                            <a:rPr lang="en-US" sz="2000" i="1" dirty="0" smtClean="0">
                              <a:solidFill>
                                <a:srgbClr val="082B55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Aptos" pitchFamily="34" charset="-12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000" b="0" i="1" dirty="0" smtClean="0">
                                  <a:solidFill>
                                    <a:srgbClr val="082B55"/>
                                  </a:solidFill>
                                  <a:latin typeface="Cambria Math" panose="02040503050406030204" pitchFamily="18" charset="0"/>
                                  <a:ea typeface="Aptos" pitchFamily="34" charset="-122"/>
                                  <a:cs typeface="Aptos" pitchFamily="34" charset="-12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000" b="0" i="0" dirty="0" smtClean="0">
                                  <a:solidFill>
                                    <a:srgbClr val="082B55"/>
                                  </a:solidFill>
                                  <a:latin typeface="Cambria Math" panose="02040503050406030204" pitchFamily="18" charset="0"/>
                                  <a:ea typeface="Aptos" pitchFamily="34" charset="-122"/>
                                  <a:cs typeface="Aptos" pitchFamily="34" charset="-120"/>
                                </a:rPr>
                                <m:t>arg</m:t>
                              </m:r>
                              <m:r>
                                <a:rPr lang="en-US" sz="2000" b="0" i="0" dirty="0" smtClean="0">
                                  <a:solidFill>
                                    <a:srgbClr val="082B55"/>
                                  </a:solidFill>
                                  <a:latin typeface="Cambria Math" panose="02040503050406030204" pitchFamily="18" charset="0"/>
                                  <a:ea typeface="Aptos" pitchFamily="34" charset="-122"/>
                                  <a:cs typeface="Aptos" pitchFamily="34" charset="-12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sz="2000" b="0" i="0" dirty="0" smtClean="0">
                                  <a:solidFill>
                                    <a:srgbClr val="082B55"/>
                                  </a:solidFill>
                                  <a:latin typeface="Cambria Math" panose="02040503050406030204" pitchFamily="18" charset="0"/>
                                  <a:ea typeface="Aptos" pitchFamily="34" charset="-122"/>
                                  <a:cs typeface="Aptos" pitchFamily="34" charset="-12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US" sz="2000" b="0" i="1" dirty="0" smtClean="0">
                                  <a:solidFill>
                                    <a:srgbClr val="082B55"/>
                                  </a:solidFill>
                                  <a:latin typeface="Cambria Math" panose="02040503050406030204" pitchFamily="18" charset="0"/>
                                  <a:ea typeface="Aptos" pitchFamily="34" charset="-122"/>
                                  <a:cs typeface="Aptos" pitchFamily="34" charset="-120"/>
                                </a:rPr>
                                <m:t>𝑎</m:t>
                              </m:r>
                            </m:lim>
                          </m:limLow>
                        </m:fName>
                        <m:e>
                          <m:r>
                            <a:rPr lang="en-US" sz="2000" b="0" i="1" dirty="0">
                              <a:solidFill>
                                <a:srgbClr val="082B55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Aptos" pitchFamily="34" charset="-120"/>
                            </a:rPr>
                            <m:t>𝑄</m:t>
                          </m:r>
                          <m:r>
                            <a:rPr lang="en-US" sz="2000" b="0" i="1" baseline="30000" dirty="0">
                              <a:solidFill>
                                <a:srgbClr val="082B55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Aptos" pitchFamily="34" charset="-120"/>
                            </a:rPr>
                            <m:t>𝜋</m:t>
                          </m:r>
                          <m:r>
                            <a:rPr lang="en-US" sz="2000" b="0" i="1" dirty="0" smtClean="0">
                              <a:solidFill>
                                <a:srgbClr val="082B55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Aptos" pitchFamily="34" charset="-120"/>
                            </a:rPr>
                            <m:t>(</m:t>
                          </m:r>
                          <m:r>
                            <a:rPr lang="en-US" sz="2000" b="0" i="1" dirty="0" smtClean="0">
                              <a:solidFill>
                                <a:srgbClr val="082B55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Aptos" pitchFamily="34" charset="-120"/>
                            </a:rPr>
                            <m:t>𝑠</m:t>
                          </m:r>
                          <m:r>
                            <a:rPr lang="en-US" sz="2000" b="0" i="1" dirty="0" smtClean="0">
                              <a:solidFill>
                                <a:srgbClr val="082B55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Aptos" pitchFamily="34" charset="-120"/>
                            </a:rPr>
                            <m:t>,</m:t>
                          </m:r>
                          <m:r>
                            <a:rPr lang="en-US" sz="2000" b="0" i="1" dirty="0" smtClean="0">
                              <a:solidFill>
                                <a:srgbClr val="082B55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Aptos" pitchFamily="34" charset="-120"/>
                            </a:rPr>
                            <m:t>𝑎</m:t>
                          </m:r>
                          <m:r>
                            <a:rPr lang="en-US" sz="2000" b="0" i="1" dirty="0" smtClean="0">
                              <a:solidFill>
                                <a:srgbClr val="082B55"/>
                              </a:solidFill>
                              <a:latin typeface="Cambria Math" panose="02040503050406030204" pitchFamily="18" charset="0"/>
                              <a:ea typeface="Aptos" pitchFamily="34" charset="-122"/>
                              <a:cs typeface="Aptos" pitchFamily="34" charset="-12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7" name="Text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9320" y="3677431"/>
                <a:ext cx="3474720" cy="594360"/>
              </a:xfrm>
              <a:prstGeom prst="rect">
                <a:avLst/>
              </a:prstGeom>
              <a:blipFill>
                <a:blip r:embed="rId3"/>
                <a:stretch>
                  <a:fillRect t="-1000"/>
                </a:stretch>
              </a:blipFill>
              <a:ln w="13970">
                <a:solidFill>
                  <a:srgbClr val="F2B944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 16"/>
          <p:cNvSpPr/>
          <p:nvPr/>
        </p:nvSpPr>
        <p:spPr>
          <a:xfrm>
            <a:off x="914400" y="5517815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82B55"/>
                </a:solidFill>
              </a:rPr>
              <a:t>Improvement chooses the greedy action according to the evaluated values.</a:t>
            </a:r>
            <a:endParaRPr lang="en-US" sz="1600" dirty="0"/>
          </a:p>
        </p:txBody>
      </p:sp>
      <p:sp>
        <p:nvSpPr>
          <p:cNvPr id="20" name="Text 0">
            <a:extLst>
              <a:ext uri="{FF2B5EF4-FFF2-40B4-BE49-F238E27FC236}">
                <a16:creationId xmlns:a16="http://schemas.microsoft.com/office/drawing/2014/main" id="{0972F133-4A72-5A04-0998-391D01C3FF3D}"/>
              </a:ext>
            </a:extLst>
          </p:cNvPr>
          <p:cNvSpPr/>
          <p:nvPr/>
        </p:nvSpPr>
        <p:spPr>
          <a:xfrm>
            <a:off x="594360" y="43891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082B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Policy improvement asks: can I do better here?</a:t>
            </a:r>
            <a:endParaRPr lang="en-US" sz="3200" dirty="0"/>
          </a:p>
        </p:txBody>
      </p:sp>
      <p:sp>
        <p:nvSpPr>
          <p:cNvPr id="22" name="Text 1">
            <a:extLst>
              <a:ext uri="{FF2B5EF4-FFF2-40B4-BE49-F238E27FC236}">
                <a16:creationId xmlns:a16="http://schemas.microsoft.com/office/drawing/2014/main" id="{D89B765A-D576-C6F6-B57A-73DADEBDD7EE}"/>
              </a:ext>
            </a:extLst>
          </p:cNvPr>
          <p:cNvSpPr/>
          <p:nvPr/>
        </p:nvSpPr>
        <p:spPr>
          <a:xfrm>
            <a:off x="621792" y="960120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Now we compare action values at a state.</a:t>
            </a:r>
            <a:endParaRPr lang="en-US" sz="1600" dirty="0"/>
          </a:p>
        </p:txBody>
      </p:sp>
      <p:sp>
        <p:nvSpPr>
          <p:cNvPr id="24" name="Text 4">
            <a:extLst>
              <a:ext uri="{FF2B5EF4-FFF2-40B4-BE49-F238E27FC236}">
                <a16:creationId xmlns:a16="http://schemas.microsoft.com/office/drawing/2014/main" id="{262350C9-C019-B31B-309C-B54CBD60D2E9}"/>
              </a:ext>
            </a:extLst>
          </p:cNvPr>
          <p:cNvSpPr/>
          <p:nvPr/>
        </p:nvSpPr>
        <p:spPr>
          <a:xfrm>
            <a:off x="2148840" y="2871216"/>
            <a:ext cx="640080" cy="640080"/>
          </a:xfrm>
          <a:prstGeom prst="rect">
            <a:avLst/>
          </a:prstGeom>
          <a:solidFill>
            <a:srgbClr val="EAF2FA"/>
          </a:solidFill>
          <a:ln w="13970">
            <a:solidFill>
              <a:srgbClr val="2B70B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82B55"/>
                </a:solidFill>
                <a:latin typeface="Aptos" pitchFamily="34" charset="0"/>
              </a:rPr>
              <a:t>s</a:t>
            </a:r>
            <a:endParaRPr lang="en-US" sz="3200" dirty="0"/>
          </a:p>
        </p:txBody>
      </p:sp>
      <p:sp>
        <p:nvSpPr>
          <p:cNvPr id="26" name="Text 5">
            <a:extLst>
              <a:ext uri="{FF2B5EF4-FFF2-40B4-BE49-F238E27FC236}">
                <a16:creationId xmlns:a16="http://schemas.microsoft.com/office/drawing/2014/main" id="{32ACF78C-896A-681B-F871-6F97625D4B47}"/>
              </a:ext>
            </a:extLst>
          </p:cNvPr>
          <p:cNvSpPr/>
          <p:nvPr/>
        </p:nvSpPr>
        <p:spPr>
          <a:xfrm>
            <a:off x="2148840" y="1956816"/>
            <a:ext cx="640080" cy="594360"/>
          </a:xfrm>
          <a:prstGeom prst="rect">
            <a:avLst/>
          </a:prstGeom>
          <a:solidFill>
            <a:srgbClr val="FFF4D6"/>
          </a:solidFill>
          <a:ln w="13970">
            <a:solidFill>
              <a:srgbClr val="F2B944"/>
            </a:solidFill>
          </a:ln>
        </p:spPr>
        <p:txBody>
          <a:bodyPr wrap="square" lIns="762" tIns="762" rIns="762" bIns="762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4.8</a:t>
            </a:r>
            <a:endParaRPr lang="en-US" sz="2000" dirty="0"/>
          </a:p>
        </p:txBody>
      </p:sp>
      <p:sp>
        <p:nvSpPr>
          <p:cNvPr id="28" name="Text 6">
            <a:extLst>
              <a:ext uri="{FF2B5EF4-FFF2-40B4-BE49-F238E27FC236}">
                <a16:creationId xmlns:a16="http://schemas.microsoft.com/office/drawing/2014/main" id="{BC78D415-BC55-3EA6-A2E3-7D818A24AD75}"/>
              </a:ext>
            </a:extLst>
          </p:cNvPr>
          <p:cNvSpPr/>
          <p:nvPr/>
        </p:nvSpPr>
        <p:spPr>
          <a:xfrm>
            <a:off x="3063240" y="2871216"/>
            <a:ext cx="640080" cy="594360"/>
          </a:xfrm>
          <a:prstGeom prst="rect">
            <a:avLst/>
          </a:prstGeom>
          <a:solidFill>
            <a:srgbClr val="FFFFFF"/>
          </a:solidFill>
          <a:ln w="13970">
            <a:solidFill>
              <a:srgbClr val="C7D4E1"/>
            </a:solidFill>
          </a:ln>
        </p:spPr>
        <p:txBody>
          <a:bodyPr wrap="square" lIns="762" tIns="762" rIns="762" bIns="762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6.1</a:t>
            </a:r>
            <a:endParaRPr lang="en-US" sz="2000" dirty="0"/>
          </a:p>
        </p:txBody>
      </p:sp>
      <p:sp>
        <p:nvSpPr>
          <p:cNvPr id="30" name="Text 7">
            <a:extLst>
              <a:ext uri="{FF2B5EF4-FFF2-40B4-BE49-F238E27FC236}">
                <a16:creationId xmlns:a16="http://schemas.microsoft.com/office/drawing/2014/main" id="{9107CD56-663A-E609-A02F-ED79D4C07FAE}"/>
              </a:ext>
            </a:extLst>
          </p:cNvPr>
          <p:cNvSpPr/>
          <p:nvPr/>
        </p:nvSpPr>
        <p:spPr>
          <a:xfrm>
            <a:off x="2148840" y="3785616"/>
            <a:ext cx="640080" cy="594360"/>
          </a:xfrm>
          <a:prstGeom prst="rect">
            <a:avLst/>
          </a:prstGeom>
          <a:solidFill>
            <a:srgbClr val="FFFFFF"/>
          </a:solidFill>
          <a:ln w="13970">
            <a:solidFill>
              <a:srgbClr val="C7D4E1"/>
            </a:solidFill>
          </a:ln>
        </p:spPr>
        <p:txBody>
          <a:bodyPr wrap="square" lIns="762" tIns="762" rIns="762" bIns="762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2.7</a:t>
            </a:r>
            <a:endParaRPr lang="en-US" sz="2000" dirty="0"/>
          </a:p>
        </p:txBody>
      </p:sp>
      <p:sp>
        <p:nvSpPr>
          <p:cNvPr id="32" name="Text 8">
            <a:extLst>
              <a:ext uri="{FF2B5EF4-FFF2-40B4-BE49-F238E27FC236}">
                <a16:creationId xmlns:a16="http://schemas.microsoft.com/office/drawing/2014/main" id="{D761961B-9471-877C-69DD-831B449880CF}"/>
              </a:ext>
            </a:extLst>
          </p:cNvPr>
          <p:cNvSpPr/>
          <p:nvPr/>
        </p:nvSpPr>
        <p:spPr>
          <a:xfrm>
            <a:off x="1234440" y="2871216"/>
            <a:ext cx="640080" cy="594360"/>
          </a:xfrm>
          <a:prstGeom prst="rect">
            <a:avLst/>
          </a:prstGeom>
          <a:solidFill>
            <a:srgbClr val="FFFFFF"/>
          </a:solidFill>
          <a:ln w="13970">
            <a:solidFill>
              <a:srgbClr val="C7D4E1"/>
            </a:solidFill>
          </a:ln>
        </p:spPr>
        <p:txBody>
          <a:bodyPr wrap="square" lIns="762" tIns="762" rIns="762" bIns="762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3.2</a:t>
            </a:r>
            <a:endParaRPr lang="en-US" sz="2000" dirty="0"/>
          </a:p>
        </p:txBody>
      </p:sp>
      <p:sp>
        <p:nvSpPr>
          <p:cNvPr id="34" name="Shape 10">
            <a:extLst>
              <a:ext uri="{FF2B5EF4-FFF2-40B4-BE49-F238E27FC236}">
                <a16:creationId xmlns:a16="http://schemas.microsoft.com/office/drawing/2014/main" id="{4E85E05D-6C85-385E-DF4B-2B6C67CD85D2}"/>
              </a:ext>
            </a:extLst>
          </p:cNvPr>
          <p:cNvSpPr/>
          <p:nvPr/>
        </p:nvSpPr>
        <p:spPr>
          <a:xfrm>
            <a:off x="2834640" y="3191256"/>
            <a:ext cx="210312" cy="0"/>
          </a:xfrm>
          <a:prstGeom prst="line">
            <a:avLst/>
          </a:prstGeom>
          <a:noFill/>
          <a:ln w="19050">
            <a:solidFill>
              <a:srgbClr val="082B5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3200"/>
          </a:p>
        </p:txBody>
      </p:sp>
      <p:sp>
        <p:nvSpPr>
          <p:cNvPr id="36" name="Shape 11">
            <a:extLst>
              <a:ext uri="{FF2B5EF4-FFF2-40B4-BE49-F238E27FC236}">
                <a16:creationId xmlns:a16="http://schemas.microsoft.com/office/drawing/2014/main" id="{344E0840-A8DE-C4AE-3354-ADEC2657E177}"/>
              </a:ext>
            </a:extLst>
          </p:cNvPr>
          <p:cNvSpPr/>
          <p:nvPr/>
        </p:nvSpPr>
        <p:spPr>
          <a:xfrm>
            <a:off x="2468880" y="3557016"/>
            <a:ext cx="0" cy="210312"/>
          </a:xfrm>
          <a:prstGeom prst="line">
            <a:avLst/>
          </a:prstGeom>
          <a:noFill/>
          <a:ln w="19050">
            <a:solidFill>
              <a:srgbClr val="082B5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3200"/>
          </a:p>
        </p:txBody>
      </p:sp>
      <p:sp>
        <p:nvSpPr>
          <p:cNvPr id="38" name="Text 13">
            <a:extLst>
              <a:ext uri="{FF2B5EF4-FFF2-40B4-BE49-F238E27FC236}">
                <a16:creationId xmlns:a16="http://schemas.microsoft.com/office/drawing/2014/main" id="{A7C964D5-B409-1F68-5331-B70C9BDEB26B}"/>
              </a:ext>
            </a:extLst>
          </p:cNvPr>
          <p:cNvSpPr/>
          <p:nvPr/>
        </p:nvSpPr>
        <p:spPr>
          <a:xfrm>
            <a:off x="1280160" y="465547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</a:rPr>
              <a:t>current: N</a:t>
            </a:r>
            <a:endParaRPr lang="en-US" dirty="0"/>
          </a:p>
        </p:txBody>
      </p:sp>
      <p:sp>
        <p:nvSpPr>
          <p:cNvPr id="40" name="Shape 10">
            <a:extLst>
              <a:ext uri="{FF2B5EF4-FFF2-40B4-BE49-F238E27FC236}">
                <a16:creationId xmlns:a16="http://schemas.microsoft.com/office/drawing/2014/main" id="{1D6F3ABA-9B9C-4255-447E-3E2DAE9966E4}"/>
              </a:ext>
            </a:extLst>
          </p:cNvPr>
          <p:cNvSpPr/>
          <p:nvPr/>
        </p:nvSpPr>
        <p:spPr>
          <a:xfrm flipV="1">
            <a:off x="2468880" y="2597342"/>
            <a:ext cx="0" cy="231555"/>
          </a:xfrm>
          <a:prstGeom prst="line">
            <a:avLst/>
          </a:prstGeom>
          <a:noFill/>
          <a:ln w="19050">
            <a:solidFill>
              <a:srgbClr val="082B5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3200"/>
          </a:p>
        </p:txBody>
      </p:sp>
      <p:sp>
        <p:nvSpPr>
          <p:cNvPr id="42" name="Shape 10">
            <a:extLst>
              <a:ext uri="{FF2B5EF4-FFF2-40B4-BE49-F238E27FC236}">
                <a16:creationId xmlns:a16="http://schemas.microsoft.com/office/drawing/2014/main" id="{B6C20C58-2B49-E215-958F-2B816F8A5671}"/>
              </a:ext>
            </a:extLst>
          </p:cNvPr>
          <p:cNvSpPr/>
          <p:nvPr/>
        </p:nvSpPr>
        <p:spPr>
          <a:xfrm flipH="1" flipV="1">
            <a:off x="1912946" y="3191256"/>
            <a:ext cx="213453" cy="0"/>
          </a:xfrm>
          <a:prstGeom prst="line">
            <a:avLst/>
          </a:prstGeom>
          <a:noFill/>
          <a:ln w="19050">
            <a:solidFill>
              <a:srgbClr val="082B5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32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02920" y="6510528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6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L14: Policy Iteration</a:t>
            </a:r>
            <a:endParaRPr lang="en-US" sz="760" dirty="0"/>
          </a:p>
        </p:txBody>
      </p:sp>
      <p:sp>
        <p:nvSpPr>
          <p:cNvPr id="5" name="Text 3"/>
          <p:cNvSpPr/>
          <p:nvPr/>
        </p:nvSpPr>
        <p:spPr>
          <a:xfrm>
            <a:off x="11612880" y="651052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5850178" y="1997964"/>
            <a:ext cx="3943701" cy="1005840"/>
          </a:xfrm>
          <a:prstGeom prst="rect">
            <a:avLst/>
          </a:prstGeom>
          <a:solidFill>
            <a:srgbClr val="E8F6EF"/>
          </a:solidFill>
          <a:ln w="13970">
            <a:solidFill>
              <a:srgbClr val="2AA87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Largest Q-value</a:t>
            </a:r>
            <a:endParaRPr lang="en-US" dirty="0"/>
          </a:p>
          <a:p>
            <a:pPr marL="0" indent="0" algn="ctr">
              <a:buNone/>
            </a:pPr>
            <a:r>
              <a:rPr lang="en-US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East has the largest action value: 6.1</a:t>
            </a: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035040" y="3456769"/>
            <a:ext cx="3573979" cy="1005840"/>
          </a:xfrm>
          <a:prstGeom prst="rect">
            <a:avLst/>
          </a:prstGeom>
          <a:solidFill>
            <a:srgbClr val="FFF4D6"/>
          </a:solidFill>
          <a:ln w="13970">
            <a:solidFill>
              <a:srgbClr val="F2B944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Improved action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i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π</a:t>
            </a:r>
            <a:r>
              <a:rPr lang="en-US" sz="2000" baseline="-2500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</a:t>
            </a:r>
            <a:r>
              <a:rPr lang="en-US" sz="200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</a:t>
            </a:r>
            <a:r>
              <a:rPr lang="en-US" sz="2000" i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</a:t>
            </a:r>
            <a:r>
              <a:rPr lang="en-US" sz="200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) = East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14400" y="536663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82B55"/>
                </a:solidFill>
              </a:rPr>
              <a:t>We are no longer evaluating the old arrow; we are choosing the best arrow.</a:t>
            </a:r>
            <a:endParaRPr lang="en-US" sz="1600" dirty="0"/>
          </a:p>
        </p:txBody>
      </p:sp>
      <p:sp>
        <p:nvSpPr>
          <p:cNvPr id="20" name="Text 0">
            <a:extLst>
              <a:ext uri="{FF2B5EF4-FFF2-40B4-BE49-F238E27FC236}">
                <a16:creationId xmlns:a16="http://schemas.microsoft.com/office/drawing/2014/main" id="{2AA999BA-CE0E-F44B-8E88-35C12B21997D}"/>
              </a:ext>
            </a:extLst>
          </p:cNvPr>
          <p:cNvSpPr/>
          <p:nvPr/>
        </p:nvSpPr>
        <p:spPr>
          <a:xfrm>
            <a:off x="594360" y="43891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082B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Improvement chooses the greedy action</a:t>
            </a:r>
            <a:endParaRPr lang="en-US" sz="3200" dirty="0"/>
          </a:p>
        </p:txBody>
      </p:sp>
      <p:sp>
        <p:nvSpPr>
          <p:cNvPr id="22" name="Text 1">
            <a:extLst>
              <a:ext uri="{FF2B5EF4-FFF2-40B4-BE49-F238E27FC236}">
                <a16:creationId xmlns:a16="http://schemas.microsoft.com/office/drawing/2014/main" id="{C31D594D-F18D-DC0B-B7BF-21E3D1BCC648}"/>
              </a:ext>
            </a:extLst>
          </p:cNvPr>
          <p:cNvSpPr/>
          <p:nvPr/>
        </p:nvSpPr>
        <p:spPr>
          <a:xfrm>
            <a:off x="621792" y="960120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Find the highest action value.</a:t>
            </a:r>
            <a:endParaRPr lang="en-US" sz="1600" dirty="0"/>
          </a:p>
        </p:txBody>
      </p:sp>
      <p:sp>
        <p:nvSpPr>
          <p:cNvPr id="24" name="Text 4">
            <a:extLst>
              <a:ext uri="{FF2B5EF4-FFF2-40B4-BE49-F238E27FC236}">
                <a16:creationId xmlns:a16="http://schemas.microsoft.com/office/drawing/2014/main" id="{1473F655-568A-3661-9879-8AD91358665F}"/>
              </a:ext>
            </a:extLst>
          </p:cNvPr>
          <p:cNvSpPr/>
          <p:nvPr/>
        </p:nvSpPr>
        <p:spPr>
          <a:xfrm>
            <a:off x="2148840" y="2871216"/>
            <a:ext cx="640080" cy="640080"/>
          </a:xfrm>
          <a:prstGeom prst="rect">
            <a:avLst/>
          </a:prstGeom>
          <a:solidFill>
            <a:srgbClr val="EAF2FA"/>
          </a:solidFill>
          <a:ln w="13970">
            <a:solidFill>
              <a:srgbClr val="2B70B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82B55"/>
                </a:solidFill>
                <a:latin typeface="Aptos" pitchFamily="34" charset="0"/>
              </a:rPr>
              <a:t>s</a:t>
            </a:r>
            <a:endParaRPr lang="en-US" sz="3200" dirty="0"/>
          </a:p>
        </p:txBody>
      </p:sp>
      <p:sp>
        <p:nvSpPr>
          <p:cNvPr id="26" name="Text 5">
            <a:extLst>
              <a:ext uri="{FF2B5EF4-FFF2-40B4-BE49-F238E27FC236}">
                <a16:creationId xmlns:a16="http://schemas.microsoft.com/office/drawing/2014/main" id="{0A483741-A0A2-3C03-1279-D5F82EA10127}"/>
              </a:ext>
            </a:extLst>
          </p:cNvPr>
          <p:cNvSpPr/>
          <p:nvPr/>
        </p:nvSpPr>
        <p:spPr>
          <a:xfrm>
            <a:off x="2148840" y="1956816"/>
            <a:ext cx="640080" cy="594360"/>
          </a:xfrm>
          <a:prstGeom prst="rect">
            <a:avLst/>
          </a:prstGeom>
          <a:solidFill>
            <a:srgbClr val="FFF4D6"/>
          </a:solidFill>
          <a:ln w="13970">
            <a:solidFill>
              <a:srgbClr val="F2B944"/>
            </a:solidFill>
          </a:ln>
        </p:spPr>
        <p:txBody>
          <a:bodyPr wrap="square" lIns="762" tIns="762" rIns="762" bIns="762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4.8</a:t>
            </a:r>
            <a:endParaRPr lang="en-US" sz="2000" dirty="0"/>
          </a:p>
        </p:txBody>
      </p:sp>
      <p:sp>
        <p:nvSpPr>
          <p:cNvPr id="28" name="Text 6">
            <a:extLst>
              <a:ext uri="{FF2B5EF4-FFF2-40B4-BE49-F238E27FC236}">
                <a16:creationId xmlns:a16="http://schemas.microsoft.com/office/drawing/2014/main" id="{A33C377B-0AE5-FE98-1FA5-CB464EAF75D1}"/>
              </a:ext>
            </a:extLst>
          </p:cNvPr>
          <p:cNvSpPr/>
          <p:nvPr/>
        </p:nvSpPr>
        <p:spPr>
          <a:xfrm>
            <a:off x="3063240" y="2871216"/>
            <a:ext cx="640080" cy="594360"/>
          </a:xfrm>
          <a:prstGeom prst="rect">
            <a:avLst/>
          </a:prstGeom>
          <a:solidFill>
            <a:srgbClr val="FFFFFF"/>
          </a:solidFill>
          <a:ln w="13970">
            <a:solidFill>
              <a:srgbClr val="C7D4E1"/>
            </a:solidFill>
          </a:ln>
        </p:spPr>
        <p:txBody>
          <a:bodyPr wrap="square" lIns="762" tIns="762" rIns="762" bIns="762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6.1</a:t>
            </a:r>
            <a:endParaRPr lang="en-US" sz="2000" dirty="0"/>
          </a:p>
        </p:txBody>
      </p:sp>
      <p:sp>
        <p:nvSpPr>
          <p:cNvPr id="30" name="Text 7">
            <a:extLst>
              <a:ext uri="{FF2B5EF4-FFF2-40B4-BE49-F238E27FC236}">
                <a16:creationId xmlns:a16="http://schemas.microsoft.com/office/drawing/2014/main" id="{0EBC699C-F171-05F1-DFE9-441D6427CE0B}"/>
              </a:ext>
            </a:extLst>
          </p:cNvPr>
          <p:cNvSpPr/>
          <p:nvPr/>
        </p:nvSpPr>
        <p:spPr>
          <a:xfrm>
            <a:off x="2148840" y="3785616"/>
            <a:ext cx="640080" cy="594360"/>
          </a:xfrm>
          <a:prstGeom prst="rect">
            <a:avLst/>
          </a:prstGeom>
          <a:solidFill>
            <a:srgbClr val="FFFFFF"/>
          </a:solidFill>
          <a:ln w="13970">
            <a:solidFill>
              <a:srgbClr val="C7D4E1"/>
            </a:solidFill>
          </a:ln>
        </p:spPr>
        <p:txBody>
          <a:bodyPr wrap="square" lIns="762" tIns="762" rIns="762" bIns="762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2.7</a:t>
            </a:r>
            <a:endParaRPr lang="en-US" sz="2000" dirty="0"/>
          </a:p>
        </p:txBody>
      </p:sp>
      <p:sp>
        <p:nvSpPr>
          <p:cNvPr id="32" name="Text 8">
            <a:extLst>
              <a:ext uri="{FF2B5EF4-FFF2-40B4-BE49-F238E27FC236}">
                <a16:creationId xmlns:a16="http://schemas.microsoft.com/office/drawing/2014/main" id="{388F2621-0374-C751-C9CF-471AAB0F2695}"/>
              </a:ext>
            </a:extLst>
          </p:cNvPr>
          <p:cNvSpPr/>
          <p:nvPr/>
        </p:nvSpPr>
        <p:spPr>
          <a:xfrm>
            <a:off x="1234440" y="2871216"/>
            <a:ext cx="640080" cy="594360"/>
          </a:xfrm>
          <a:prstGeom prst="rect">
            <a:avLst/>
          </a:prstGeom>
          <a:solidFill>
            <a:srgbClr val="FFFFFF"/>
          </a:solidFill>
          <a:ln w="13970">
            <a:solidFill>
              <a:srgbClr val="C7D4E1"/>
            </a:solidFill>
          </a:ln>
        </p:spPr>
        <p:txBody>
          <a:bodyPr wrap="square" lIns="762" tIns="762" rIns="762" bIns="762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3.2</a:t>
            </a:r>
            <a:endParaRPr lang="en-US" sz="2000" dirty="0"/>
          </a:p>
        </p:txBody>
      </p:sp>
      <p:sp>
        <p:nvSpPr>
          <p:cNvPr id="34" name="Shape 10">
            <a:extLst>
              <a:ext uri="{FF2B5EF4-FFF2-40B4-BE49-F238E27FC236}">
                <a16:creationId xmlns:a16="http://schemas.microsoft.com/office/drawing/2014/main" id="{CA59689A-BBED-DA50-EC0F-354C46FE605F}"/>
              </a:ext>
            </a:extLst>
          </p:cNvPr>
          <p:cNvSpPr/>
          <p:nvPr/>
        </p:nvSpPr>
        <p:spPr>
          <a:xfrm>
            <a:off x="2834640" y="3191256"/>
            <a:ext cx="210312" cy="0"/>
          </a:xfrm>
          <a:prstGeom prst="line">
            <a:avLst/>
          </a:prstGeom>
          <a:noFill/>
          <a:ln w="19050">
            <a:solidFill>
              <a:srgbClr val="082B5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3200"/>
          </a:p>
        </p:txBody>
      </p:sp>
      <p:sp>
        <p:nvSpPr>
          <p:cNvPr id="36" name="Shape 11">
            <a:extLst>
              <a:ext uri="{FF2B5EF4-FFF2-40B4-BE49-F238E27FC236}">
                <a16:creationId xmlns:a16="http://schemas.microsoft.com/office/drawing/2014/main" id="{D6CAE323-7D3C-082D-50A1-EC3AA51B54B1}"/>
              </a:ext>
            </a:extLst>
          </p:cNvPr>
          <p:cNvSpPr/>
          <p:nvPr/>
        </p:nvSpPr>
        <p:spPr>
          <a:xfrm>
            <a:off x="2468880" y="3557016"/>
            <a:ext cx="0" cy="210312"/>
          </a:xfrm>
          <a:prstGeom prst="line">
            <a:avLst/>
          </a:prstGeom>
          <a:noFill/>
          <a:ln w="19050">
            <a:solidFill>
              <a:srgbClr val="082B5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3200"/>
          </a:p>
        </p:txBody>
      </p:sp>
      <p:sp>
        <p:nvSpPr>
          <p:cNvPr id="38" name="Text 13">
            <a:extLst>
              <a:ext uri="{FF2B5EF4-FFF2-40B4-BE49-F238E27FC236}">
                <a16:creationId xmlns:a16="http://schemas.microsoft.com/office/drawing/2014/main" id="{475C1A6E-3261-A0F9-13B0-0F94271D2B2E}"/>
              </a:ext>
            </a:extLst>
          </p:cNvPr>
          <p:cNvSpPr/>
          <p:nvPr/>
        </p:nvSpPr>
        <p:spPr>
          <a:xfrm>
            <a:off x="1280160" y="465547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</a:rPr>
              <a:t>current: N</a:t>
            </a:r>
            <a:endParaRPr lang="en-US" dirty="0"/>
          </a:p>
        </p:txBody>
      </p:sp>
      <p:sp>
        <p:nvSpPr>
          <p:cNvPr id="40" name="Shape 10">
            <a:extLst>
              <a:ext uri="{FF2B5EF4-FFF2-40B4-BE49-F238E27FC236}">
                <a16:creationId xmlns:a16="http://schemas.microsoft.com/office/drawing/2014/main" id="{96CD8100-CA31-1CF4-83C1-BCD72BCA8A81}"/>
              </a:ext>
            </a:extLst>
          </p:cNvPr>
          <p:cNvSpPr/>
          <p:nvPr/>
        </p:nvSpPr>
        <p:spPr>
          <a:xfrm flipV="1">
            <a:off x="2468880" y="2597342"/>
            <a:ext cx="0" cy="231555"/>
          </a:xfrm>
          <a:prstGeom prst="line">
            <a:avLst/>
          </a:prstGeom>
          <a:noFill/>
          <a:ln w="19050">
            <a:solidFill>
              <a:srgbClr val="082B5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3200"/>
          </a:p>
        </p:txBody>
      </p:sp>
      <p:sp>
        <p:nvSpPr>
          <p:cNvPr id="42" name="Shape 10">
            <a:extLst>
              <a:ext uri="{FF2B5EF4-FFF2-40B4-BE49-F238E27FC236}">
                <a16:creationId xmlns:a16="http://schemas.microsoft.com/office/drawing/2014/main" id="{02717EB9-4C9A-A61F-1522-2969104CF467}"/>
              </a:ext>
            </a:extLst>
          </p:cNvPr>
          <p:cNvSpPr/>
          <p:nvPr/>
        </p:nvSpPr>
        <p:spPr>
          <a:xfrm flipH="1" flipV="1">
            <a:off x="1912946" y="3191256"/>
            <a:ext cx="213453" cy="0"/>
          </a:xfrm>
          <a:prstGeom prst="line">
            <a:avLst/>
          </a:prstGeom>
          <a:noFill/>
          <a:ln w="19050">
            <a:solidFill>
              <a:srgbClr val="082B5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32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02920" y="6510528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6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L14: Policy Iteration</a:t>
            </a:r>
            <a:endParaRPr lang="en-US" sz="760" dirty="0"/>
          </a:p>
        </p:txBody>
      </p:sp>
      <p:sp>
        <p:nvSpPr>
          <p:cNvPr id="5" name="Text 3"/>
          <p:cNvSpPr/>
          <p:nvPr/>
        </p:nvSpPr>
        <p:spPr>
          <a:xfrm>
            <a:off x="11612880" y="651052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23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5524500" y="2884343"/>
            <a:ext cx="1143000" cy="0"/>
          </a:xfrm>
          <a:prstGeom prst="line">
            <a:avLst/>
          </a:prstGeom>
          <a:noFill/>
          <a:ln w="31750">
            <a:solidFill>
              <a:srgbClr val="C7D4E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975360" y="5401299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82B55"/>
                </a:solidFill>
              </a:rPr>
              <a:t>North → East because East gives the largest estimated long-term return.</a:t>
            </a:r>
            <a:endParaRPr lang="en-US" sz="1600" dirty="0"/>
          </a:p>
        </p:txBody>
      </p:sp>
      <p:sp>
        <p:nvSpPr>
          <p:cNvPr id="29" name="Text 0">
            <a:extLst>
              <a:ext uri="{FF2B5EF4-FFF2-40B4-BE49-F238E27FC236}">
                <a16:creationId xmlns:a16="http://schemas.microsoft.com/office/drawing/2014/main" id="{67BD91EC-E723-E8ED-01E5-6E503B5FDD06}"/>
              </a:ext>
            </a:extLst>
          </p:cNvPr>
          <p:cNvSpPr/>
          <p:nvPr/>
        </p:nvSpPr>
        <p:spPr>
          <a:xfrm>
            <a:off x="594360" y="43891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082B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Sometimes the arrow changes</a:t>
            </a:r>
            <a:endParaRPr lang="en-US" sz="3200" dirty="0"/>
          </a:p>
        </p:txBody>
      </p:sp>
      <p:sp>
        <p:nvSpPr>
          <p:cNvPr id="31" name="Text 1">
            <a:extLst>
              <a:ext uri="{FF2B5EF4-FFF2-40B4-BE49-F238E27FC236}">
                <a16:creationId xmlns:a16="http://schemas.microsoft.com/office/drawing/2014/main" id="{7009141C-1813-7F38-A20B-28D488DD5BE8}"/>
              </a:ext>
            </a:extLst>
          </p:cNvPr>
          <p:cNvSpPr/>
          <p:nvPr/>
        </p:nvSpPr>
        <p:spPr>
          <a:xfrm>
            <a:off x="621792" y="960120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Improvement can replace a current action.</a:t>
            </a:r>
            <a:endParaRPr lang="en-US" sz="1600" dirty="0"/>
          </a:p>
        </p:txBody>
      </p:sp>
      <p:sp>
        <p:nvSpPr>
          <p:cNvPr id="33" name="Text 4">
            <a:extLst>
              <a:ext uri="{FF2B5EF4-FFF2-40B4-BE49-F238E27FC236}">
                <a16:creationId xmlns:a16="http://schemas.microsoft.com/office/drawing/2014/main" id="{D78AD31A-0155-A1E6-7469-A9ECE0663436}"/>
              </a:ext>
            </a:extLst>
          </p:cNvPr>
          <p:cNvSpPr/>
          <p:nvPr/>
        </p:nvSpPr>
        <p:spPr>
          <a:xfrm>
            <a:off x="3049636" y="2655743"/>
            <a:ext cx="640080" cy="640080"/>
          </a:xfrm>
          <a:prstGeom prst="rect">
            <a:avLst/>
          </a:prstGeom>
          <a:solidFill>
            <a:srgbClr val="EAF2FA"/>
          </a:solidFill>
          <a:ln w="13970">
            <a:solidFill>
              <a:srgbClr val="2B70B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82B55"/>
                </a:solidFill>
                <a:latin typeface="Aptos" pitchFamily="34" charset="0"/>
              </a:rPr>
              <a:t>s</a:t>
            </a:r>
            <a:endParaRPr lang="en-US" sz="3200" dirty="0"/>
          </a:p>
        </p:txBody>
      </p:sp>
      <p:sp>
        <p:nvSpPr>
          <p:cNvPr id="35" name="Text 5">
            <a:extLst>
              <a:ext uri="{FF2B5EF4-FFF2-40B4-BE49-F238E27FC236}">
                <a16:creationId xmlns:a16="http://schemas.microsoft.com/office/drawing/2014/main" id="{FBA9FB68-F08A-04A9-8F9A-697F6CCC2221}"/>
              </a:ext>
            </a:extLst>
          </p:cNvPr>
          <p:cNvSpPr/>
          <p:nvPr/>
        </p:nvSpPr>
        <p:spPr>
          <a:xfrm>
            <a:off x="3049636" y="1741343"/>
            <a:ext cx="640080" cy="594360"/>
          </a:xfrm>
          <a:prstGeom prst="rect">
            <a:avLst/>
          </a:prstGeom>
          <a:solidFill>
            <a:srgbClr val="FFF4D6"/>
          </a:solidFill>
          <a:ln w="13970">
            <a:solidFill>
              <a:srgbClr val="F2B944"/>
            </a:solidFill>
          </a:ln>
        </p:spPr>
        <p:txBody>
          <a:bodyPr wrap="square" lIns="762" tIns="762" rIns="762" bIns="762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4.8</a:t>
            </a:r>
            <a:endParaRPr lang="en-US" sz="2000" dirty="0"/>
          </a:p>
        </p:txBody>
      </p:sp>
      <p:sp>
        <p:nvSpPr>
          <p:cNvPr id="37" name="Text 6">
            <a:extLst>
              <a:ext uri="{FF2B5EF4-FFF2-40B4-BE49-F238E27FC236}">
                <a16:creationId xmlns:a16="http://schemas.microsoft.com/office/drawing/2014/main" id="{7A9F1458-D5AD-E990-44ED-1332C93A8DF6}"/>
              </a:ext>
            </a:extLst>
          </p:cNvPr>
          <p:cNvSpPr/>
          <p:nvPr/>
        </p:nvSpPr>
        <p:spPr>
          <a:xfrm>
            <a:off x="3964036" y="2655743"/>
            <a:ext cx="640080" cy="594360"/>
          </a:xfrm>
          <a:prstGeom prst="rect">
            <a:avLst/>
          </a:prstGeom>
          <a:solidFill>
            <a:srgbClr val="FFFFFF"/>
          </a:solidFill>
          <a:ln w="13970">
            <a:solidFill>
              <a:srgbClr val="C7D4E1"/>
            </a:solidFill>
          </a:ln>
        </p:spPr>
        <p:txBody>
          <a:bodyPr wrap="square" lIns="762" tIns="762" rIns="762" bIns="762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6.1</a:t>
            </a:r>
            <a:endParaRPr lang="en-US" sz="2000" dirty="0"/>
          </a:p>
        </p:txBody>
      </p:sp>
      <p:sp>
        <p:nvSpPr>
          <p:cNvPr id="39" name="Text 7">
            <a:extLst>
              <a:ext uri="{FF2B5EF4-FFF2-40B4-BE49-F238E27FC236}">
                <a16:creationId xmlns:a16="http://schemas.microsoft.com/office/drawing/2014/main" id="{82015DDA-B519-6AD7-A467-D3C7D9F3AC67}"/>
              </a:ext>
            </a:extLst>
          </p:cNvPr>
          <p:cNvSpPr/>
          <p:nvPr/>
        </p:nvSpPr>
        <p:spPr>
          <a:xfrm>
            <a:off x="3049636" y="3570143"/>
            <a:ext cx="640080" cy="594360"/>
          </a:xfrm>
          <a:prstGeom prst="rect">
            <a:avLst/>
          </a:prstGeom>
          <a:solidFill>
            <a:srgbClr val="FFFFFF"/>
          </a:solidFill>
          <a:ln w="13970">
            <a:solidFill>
              <a:srgbClr val="C7D4E1"/>
            </a:solidFill>
          </a:ln>
        </p:spPr>
        <p:txBody>
          <a:bodyPr wrap="square" lIns="762" tIns="762" rIns="762" bIns="762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2.7</a:t>
            </a:r>
            <a:endParaRPr lang="en-US" sz="2000" dirty="0"/>
          </a:p>
        </p:txBody>
      </p:sp>
      <p:sp>
        <p:nvSpPr>
          <p:cNvPr id="41" name="Text 8">
            <a:extLst>
              <a:ext uri="{FF2B5EF4-FFF2-40B4-BE49-F238E27FC236}">
                <a16:creationId xmlns:a16="http://schemas.microsoft.com/office/drawing/2014/main" id="{F70E55FE-1C72-CA15-2BF5-B97EF8F1AD90}"/>
              </a:ext>
            </a:extLst>
          </p:cNvPr>
          <p:cNvSpPr/>
          <p:nvPr/>
        </p:nvSpPr>
        <p:spPr>
          <a:xfrm>
            <a:off x="2135236" y="2655743"/>
            <a:ext cx="640080" cy="594360"/>
          </a:xfrm>
          <a:prstGeom prst="rect">
            <a:avLst/>
          </a:prstGeom>
          <a:solidFill>
            <a:srgbClr val="FFFFFF"/>
          </a:solidFill>
          <a:ln w="13970">
            <a:solidFill>
              <a:srgbClr val="C7D4E1"/>
            </a:solidFill>
          </a:ln>
        </p:spPr>
        <p:txBody>
          <a:bodyPr wrap="square" lIns="762" tIns="762" rIns="762" bIns="762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3.2</a:t>
            </a:r>
            <a:endParaRPr lang="en-US" sz="2000" dirty="0"/>
          </a:p>
        </p:txBody>
      </p:sp>
      <p:sp>
        <p:nvSpPr>
          <p:cNvPr id="43" name="Shape 10">
            <a:extLst>
              <a:ext uri="{FF2B5EF4-FFF2-40B4-BE49-F238E27FC236}">
                <a16:creationId xmlns:a16="http://schemas.microsoft.com/office/drawing/2014/main" id="{365E6801-E8C4-720F-C523-AE4FC1138340}"/>
              </a:ext>
            </a:extLst>
          </p:cNvPr>
          <p:cNvSpPr/>
          <p:nvPr/>
        </p:nvSpPr>
        <p:spPr>
          <a:xfrm>
            <a:off x="3735436" y="2975783"/>
            <a:ext cx="210312" cy="0"/>
          </a:xfrm>
          <a:prstGeom prst="line">
            <a:avLst/>
          </a:prstGeom>
          <a:noFill/>
          <a:ln w="19050">
            <a:solidFill>
              <a:srgbClr val="082B5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3200"/>
          </a:p>
        </p:txBody>
      </p:sp>
      <p:sp>
        <p:nvSpPr>
          <p:cNvPr id="45" name="Shape 11">
            <a:extLst>
              <a:ext uri="{FF2B5EF4-FFF2-40B4-BE49-F238E27FC236}">
                <a16:creationId xmlns:a16="http://schemas.microsoft.com/office/drawing/2014/main" id="{11B82DAE-8383-DD43-9F94-02300F11FA5A}"/>
              </a:ext>
            </a:extLst>
          </p:cNvPr>
          <p:cNvSpPr/>
          <p:nvPr/>
        </p:nvSpPr>
        <p:spPr>
          <a:xfrm>
            <a:off x="3369676" y="3341543"/>
            <a:ext cx="0" cy="210312"/>
          </a:xfrm>
          <a:prstGeom prst="line">
            <a:avLst/>
          </a:prstGeom>
          <a:noFill/>
          <a:ln w="19050">
            <a:solidFill>
              <a:srgbClr val="082B5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3200"/>
          </a:p>
        </p:txBody>
      </p:sp>
      <p:sp>
        <p:nvSpPr>
          <p:cNvPr id="47" name="Text 13">
            <a:extLst>
              <a:ext uri="{FF2B5EF4-FFF2-40B4-BE49-F238E27FC236}">
                <a16:creationId xmlns:a16="http://schemas.microsoft.com/office/drawing/2014/main" id="{02577631-737F-BFA9-2977-65DF5E77E500}"/>
              </a:ext>
            </a:extLst>
          </p:cNvPr>
          <p:cNvSpPr/>
          <p:nvPr/>
        </p:nvSpPr>
        <p:spPr>
          <a:xfrm>
            <a:off x="2180956" y="4440001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</a:rPr>
              <a:t>current: N</a:t>
            </a:r>
            <a:endParaRPr lang="en-US" dirty="0"/>
          </a:p>
        </p:txBody>
      </p:sp>
      <p:sp>
        <p:nvSpPr>
          <p:cNvPr id="49" name="Shape 10">
            <a:extLst>
              <a:ext uri="{FF2B5EF4-FFF2-40B4-BE49-F238E27FC236}">
                <a16:creationId xmlns:a16="http://schemas.microsoft.com/office/drawing/2014/main" id="{88929B68-65B4-6D24-27DC-8D24ACD1FD58}"/>
              </a:ext>
            </a:extLst>
          </p:cNvPr>
          <p:cNvSpPr/>
          <p:nvPr/>
        </p:nvSpPr>
        <p:spPr>
          <a:xfrm flipV="1">
            <a:off x="3369676" y="2381869"/>
            <a:ext cx="0" cy="231555"/>
          </a:xfrm>
          <a:prstGeom prst="line">
            <a:avLst/>
          </a:prstGeom>
          <a:noFill/>
          <a:ln w="19050">
            <a:solidFill>
              <a:srgbClr val="082B5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3200"/>
          </a:p>
        </p:txBody>
      </p:sp>
      <p:sp>
        <p:nvSpPr>
          <p:cNvPr id="51" name="Shape 10">
            <a:extLst>
              <a:ext uri="{FF2B5EF4-FFF2-40B4-BE49-F238E27FC236}">
                <a16:creationId xmlns:a16="http://schemas.microsoft.com/office/drawing/2014/main" id="{EA30126E-0823-54F5-71D9-E0EB565135B8}"/>
              </a:ext>
            </a:extLst>
          </p:cNvPr>
          <p:cNvSpPr/>
          <p:nvPr/>
        </p:nvSpPr>
        <p:spPr>
          <a:xfrm flipH="1" flipV="1">
            <a:off x="2813742" y="2975783"/>
            <a:ext cx="213453" cy="0"/>
          </a:xfrm>
          <a:prstGeom prst="line">
            <a:avLst/>
          </a:prstGeom>
          <a:noFill/>
          <a:ln w="19050">
            <a:solidFill>
              <a:srgbClr val="082B5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3200"/>
          </a:p>
        </p:txBody>
      </p:sp>
      <p:sp>
        <p:nvSpPr>
          <p:cNvPr id="53" name="Text 4">
            <a:extLst>
              <a:ext uri="{FF2B5EF4-FFF2-40B4-BE49-F238E27FC236}">
                <a16:creationId xmlns:a16="http://schemas.microsoft.com/office/drawing/2014/main" id="{594A9AF5-1567-FBE4-E6C8-81892D1BF9A1}"/>
              </a:ext>
            </a:extLst>
          </p:cNvPr>
          <p:cNvSpPr/>
          <p:nvPr/>
        </p:nvSpPr>
        <p:spPr>
          <a:xfrm>
            <a:off x="8429132" y="2613424"/>
            <a:ext cx="640080" cy="640080"/>
          </a:xfrm>
          <a:prstGeom prst="rect">
            <a:avLst/>
          </a:prstGeom>
          <a:solidFill>
            <a:srgbClr val="EAF2FA"/>
          </a:solidFill>
          <a:ln w="13970">
            <a:solidFill>
              <a:srgbClr val="2B70B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82B55"/>
                </a:solidFill>
                <a:latin typeface="Aptos" pitchFamily="34" charset="0"/>
              </a:rPr>
              <a:t>s</a:t>
            </a:r>
            <a:endParaRPr lang="en-US" sz="3200" dirty="0"/>
          </a:p>
        </p:txBody>
      </p:sp>
      <p:sp>
        <p:nvSpPr>
          <p:cNvPr id="55" name="Text 5">
            <a:extLst>
              <a:ext uri="{FF2B5EF4-FFF2-40B4-BE49-F238E27FC236}">
                <a16:creationId xmlns:a16="http://schemas.microsoft.com/office/drawing/2014/main" id="{F6F5EBBB-4A97-AC5A-A7DC-EA3646805613}"/>
              </a:ext>
            </a:extLst>
          </p:cNvPr>
          <p:cNvSpPr/>
          <p:nvPr/>
        </p:nvSpPr>
        <p:spPr>
          <a:xfrm>
            <a:off x="9370964" y="2613424"/>
            <a:ext cx="640080" cy="594360"/>
          </a:xfrm>
          <a:prstGeom prst="rect">
            <a:avLst/>
          </a:prstGeom>
          <a:solidFill>
            <a:srgbClr val="FFF4D6"/>
          </a:solidFill>
          <a:ln w="13970">
            <a:solidFill>
              <a:srgbClr val="F2B944"/>
            </a:solidFill>
          </a:ln>
        </p:spPr>
        <p:txBody>
          <a:bodyPr wrap="square" lIns="762" tIns="762" rIns="762" bIns="762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</a:rPr>
              <a:t>E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/>
              <a:t>6.1</a:t>
            </a:r>
          </a:p>
        </p:txBody>
      </p:sp>
      <p:sp>
        <p:nvSpPr>
          <p:cNvPr id="57" name="Text 6">
            <a:extLst>
              <a:ext uri="{FF2B5EF4-FFF2-40B4-BE49-F238E27FC236}">
                <a16:creationId xmlns:a16="http://schemas.microsoft.com/office/drawing/2014/main" id="{A18E7272-739A-34AD-32F1-1251C52277E6}"/>
              </a:ext>
            </a:extLst>
          </p:cNvPr>
          <p:cNvSpPr/>
          <p:nvPr/>
        </p:nvSpPr>
        <p:spPr>
          <a:xfrm>
            <a:off x="8429132" y="1699024"/>
            <a:ext cx="640080" cy="594360"/>
          </a:xfrm>
          <a:prstGeom prst="rect">
            <a:avLst/>
          </a:prstGeom>
          <a:solidFill>
            <a:srgbClr val="FFFFFF"/>
          </a:solidFill>
          <a:ln w="13970">
            <a:solidFill>
              <a:srgbClr val="C7D4E1"/>
            </a:solidFill>
          </a:ln>
        </p:spPr>
        <p:txBody>
          <a:bodyPr wrap="square" lIns="762" tIns="762" rIns="762" bIns="762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</a:rPr>
              <a:t>N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/>
              <a:t>4.8</a:t>
            </a:r>
          </a:p>
        </p:txBody>
      </p:sp>
      <p:sp>
        <p:nvSpPr>
          <p:cNvPr id="59" name="Text 7">
            <a:extLst>
              <a:ext uri="{FF2B5EF4-FFF2-40B4-BE49-F238E27FC236}">
                <a16:creationId xmlns:a16="http://schemas.microsoft.com/office/drawing/2014/main" id="{FC8B71CC-A450-F8D6-8761-FA5C881157E9}"/>
              </a:ext>
            </a:extLst>
          </p:cNvPr>
          <p:cNvSpPr/>
          <p:nvPr/>
        </p:nvSpPr>
        <p:spPr>
          <a:xfrm>
            <a:off x="8429132" y="3527824"/>
            <a:ext cx="640080" cy="594360"/>
          </a:xfrm>
          <a:prstGeom prst="rect">
            <a:avLst/>
          </a:prstGeom>
          <a:solidFill>
            <a:srgbClr val="FFFFFF"/>
          </a:solidFill>
          <a:ln w="13970">
            <a:solidFill>
              <a:srgbClr val="C7D4E1"/>
            </a:solidFill>
          </a:ln>
        </p:spPr>
        <p:txBody>
          <a:bodyPr wrap="square" lIns="762" tIns="762" rIns="762" bIns="762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2.7</a:t>
            </a:r>
            <a:endParaRPr lang="en-US" sz="2000" dirty="0"/>
          </a:p>
        </p:txBody>
      </p:sp>
      <p:sp>
        <p:nvSpPr>
          <p:cNvPr id="61" name="Text 8">
            <a:extLst>
              <a:ext uri="{FF2B5EF4-FFF2-40B4-BE49-F238E27FC236}">
                <a16:creationId xmlns:a16="http://schemas.microsoft.com/office/drawing/2014/main" id="{DE216AAD-26B0-D89F-1D95-98BDED724433}"/>
              </a:ext>
            </a:extLst>
          </p:cNvPr>
          <p:cNvSpPr/>
          <p:nvPr/>
        </p:nvSpPr>
        <p:spPr>
          <a:xfrm>
            <a:off x="7514732" y="2613424"/>
            <a:ext cx="640080" cy="594360"/>
          </a:xfrm>
          <a:prstGeom prst="rect">
            <a:avLst/>
          </a:prstGeom>
          <a:solidFill>
            <a:srgbClr val="FFFFFF"/>
          </a:solidFill>
          <a:ln w="13970">
            <a:solidFill>
              <a:srgbClr val="C7D4E1"/>
            </a:solidFill>
          </a:ln>
        </p:spPr>
        <p:txBody>
          <a:bodyPr wrap="square" lIns="762" tIns="762" rIns="762" bIns="762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3.2</a:t>
            </a:r>
            <a:endParaRPr lang="en-US" sz="2000" dirty="0"/>
          </a:p>
        </p:txBody>
      </p:sp>
      <p:sp>
        <p:nvSpPr>
          <p:cNvPr id="63" name="Shape 10">
            <a:extLst>
              <a:ext uri="{FF2B5EF4-FFF2-40B4-BE49-F238E27FC236}">
                <a16:creationId xmlns:a16="http://schemas.microsoft.com/office/drawing/2014/main" id="{08B73F8F-9E06-B1EF-9F7F-BB839B3C541D}"/>
              </a:ext>
            </a:extLst>
          </p:cNvPr>
          <p:cNvSpPr/>
          <p:nvPr/>
        </p:nvSpPr>
        <p:spPr>
          <a:xfrm>
            <a:off x="9114932" y="2933464"/>
            <a:ext cx="210312" cy="0"/>
          </a:xfrm>
          <a:prstGeom prst="line">
            <a:avLst/>
          </a:prstGeom>
          <a:noFill/>
          <a:ln w="19050">
            <a:solidFill>
              <a:srgbClr val="082B5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3200"/>
          </a:p>
        </p:txBody>
      </p:sp>
      <p:sp>
        <p:nvSpPr>
          <p:cNvPr id="65" name="Shape 11">
            <a:extLst>
              <a:ext uri="{FF2B5EF4-FFF2-40B4-BE49-F238E27FC236}">
                <a16:creationId xmlns:a16="http://schemas.microsoft.com/office/drawing/2014/main" id="{6653FD7E-DAC9-2316-2382-CB61E0A3A614}"/>
              </a:ext>
            </a:extLst>
          </p:cNvPr>
          <p:cNvSpPr/>
          <p:nvPr/>
        </p:nvSpPr>
        <p:spPr>
          <a:xfrm>
            <a:off x="8749172" y="3299224"/>
            <a:ext cx="0" cy="210312"/>
          </a:xfrm>
          <a:prstGeom prst="line">
            <a:avLst/>
          </a:prstGeom>
          <a:noFill/>
          <a:ln w="19050">
            <a:solidFill>
              <a:srgbClr val="082B5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3200"/>
          </a:p>
        </p:txBody>
      </p:sp>
      <p:sp>
        <p:nvSpPr>
          <p:cNvPr id="67" name="Text 13">
            <a:extLst>
              <a:ext uri="{FF2B5EF4-FFF2-40B4-BE49-F238E27FC236}">
                <a16:creationId xmlns:a16="http://schemas.microsoft.com/office/drawing/2014/main" id="{BB454803-136A-F64D-D1BF-89949D9C2F2A}"/>
              </a:ext>
            </a:extLst>
          </p:cNvPr>
          <p:cNvSpPr/>
          <p:nvPr/>
        </p:nvSpPr>
        <p:spPr>
          <a:xfrm>
            <a:off x="7560452" y="439768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</a:rPr>
              <a:t>current: E</a:t>
            </a:r>
            <a:endParaRPr lang="en-US" dirty="0"/>
          </a:p>
        </p:txBody>
      </p:sp>
      <p:sp>
        <p:nvSpPr>
          <p:cNvPr id="69" name="Shape 10">
            <a:extLst>
              <a:ext uri="{FF2B5EF4-FFF2-40B4-BE49-F238E27FC236}">
                <a16:creationId xmlns:a16="http://schemas.microsoft.com/office/drawing/2014/main" id="{11211F41-9AE5-97DF-E653-B3C11826F215}"/>
              </a:ext>
            </a:extLst>
          </p:cNvPr>
          <p:cNvSpPr/>
          <p:nvPr/>
        </p:nvSpPr>
        <p:spPr>
          <a:xfrm flipV="1">
            <a:off x="8749172" y="2339550"/>
            <a:ext cx="0" cy="231555"/>
          </a:xfrm>
          <a:prstGeom prst="line">
            <a:avLst/>
          </a:prstGeom>
          <a:noFill/>
          <a:ln w="19050">
            <a:solidFill>
              <a:srgbClr val="082B5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3200"/>
          </a:p>
        </p:txBody>
      </p:sp>
      <p:sp>
        <p:nvSpPr>
          <p:cNvPr id="71" name="Shape 10">
            <a:extLst>
              <a:ext uri="{FF2B5EF4-FFF2-40B4-BE49-F238E27FC236}">
                <a16:creationId xmlns:a16="http://schemas.microsoft.com/office/drawing/2014/main" id="{C9AE3A95-28A1-0410-8CF2-C710F9F18796}"/>
              </a:ext>
            </a:extLst>
          </p:cNvPr>
          <p:cNvSpPr/>
          <p:nvPr/>
        </p:nvSpPr>
        <p:spPr>
          <a:xfrm flipH="1" flipV="1">
            <a:off x="8193238" y="2933464"/>
            <a:ext cx="213453" cy="0"/>
          </a:xfrm>
          <a:prstGeom prst="line">
            <a:avLst/>
          </a:prstGeom>
          <a:noFill/>
          <a:ln w="19050">
            <a:solidFill>
              <a:srgbClr val="082B5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32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02920" y="6510528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6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L14: Policy Iteration</a:t>
            </a:r>
            <a:endParaRPr lang="en-US" sz="760" dirty="0"/>
          </a:p>
        </p:txBody>
      </p:sp>
      <p:sp>
        <p:nvSpPr>
          <p:cNvPr id="5" name="Text 3"/>
          <p:cNvSpPr/>
          <p:nvPr/>
        </p:nvSpPr>
        <p:spPr>
          <a:xfrm>
            <a:off x="11612880" y="651052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5775236" y="1994401"/>
            <a:ext cx="3825894" cy="914400"/>
          </a:xfrm>
          <a:prstGeom prst="rect">
            <a:avLst/>
          </a:prstGeom>
          <a:solidFill>
            <a:srgbClr val="E8F6EF"/>
          </a:solidFill>
          <a:ln w="13970">
            <a:solidFill>
              <a:srgbClr val="2AA87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Greedy action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North is already the largest value.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499635" y="3364403"/>
            <a:ext cx="6855194" cy="858416"/>
          </a:xfrm>
          <a:prstGeom prst="rect">
            <a:avLst/>
          </a:prstGeom>
          <a:solidFill>
            <a:srgbClr val="FFF4D6"/>
          </a:solidFill>
          <a:ln w="13970">
            <a:solidFill>
              <a:srgbClr val="F2B944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Conclusion</a:t>
            </a:r>
            <a:endParaRPr lang="en-US" dirty="0"/>
          </a:p>
          <a:p>
            <a:pPr marL="0" indent="0" algn="ctr">
              <a:buNone/>
            </a:pPr>
            <a:r>
              <a:rPr lang="en-US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Improvement happened, but this state’s policy entry stays North.</a:t>
            </a: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914400" y="5404104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82B55"/>
                </a:solidFill>
              </a:rPr>
              <a:t>Rule: choose the greedy action — not “always change the action.”</a:t>
            </a:r>
            <a:endParaRPr lang="en-US" sz="1600" dirty="0"/>
          </a:p>
        </p:txBody>
      </p:sp>
      <p:sp>
        <p:nvSpPr>
          <p:cNvPr id="20" name="Text 0">
            <a:extLst>
              <a:ext uri="{FF2B5EF4-FFF2-40B4-BE49-F238E27FC236}">
                <a16:creationId xmlns:a16="http://schemas.microsoft.com/office/drawing/2014/main" id="{FE77490B-09A1-054F-13AE-23795677B44F}"/>
              </a:ext>
            </a:extLst>
          </p:cNvPr>
          <p:cNvSpPr/>
          <p:nvPr/>
        </p:nvSpPr>
        <p:spPr>
          <a:xfrm>
            <a:off x="594360" y="43891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082B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Sometimes the arrow stays exactly where it is</a:t>
            </a:r>
            <a:endParaRPr lang="en-US" sz="3200" dirty="0"/>
          </a:p>
        </p:txBody>
      </p:sp>
      <p:sp>
        <p:nvSpPr>
          <p:cNvPr id="22" name="Text 1">
            <a:extLst>
              <a:ext uri="{FF2B5EF4-FFF2-40B4-BE49-F238E27FC236}">
                <a16:creationId xmlns:a16="http://schemas.microsoft.com/office/drawing/2014/main" id="{0B035594-018B-A69F-ACA1-CA65CB1F8C4E}"/>
              </a:ext>
            </a:extLst>
          </p:cNvPr>
          <p:cNvSpPr/>
          <p:nvPr/>
        </p:nvSpPr>
        <p:spPr>
          <a:xfrm>
            <a:off x="621792" y="960120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improvement does not require a change.</a:t>
            </a:r>
            <a:endParaRPr lang="en-US" sz="1600" dirty="0"/>
          </a:p>
        </p:txBody>
      </p:sp>
      <p:sp>
        <p:nvSpPr>
          <p:cNvPr id="44" name="Text 4">
            <a:extLst>
              <a:ext uri="{FF2B5EF4-FFF2-40B4-BE49-F238E27FC236}">
                <a16:creationId xmlns:a16="http://schemas.microsoft.com/office/drawing/2014/main" id="{094F29A2-4884-124D-976A-32A8EDBF3D6E}"/>
              </a:ext>
            </a:extLst>
          </p:cNvPr>
          <p:cNvSpPr/>
          <p:nvPr/>
        </p:nvSpPr>
        <p:spPr>
          <a:xfrm>
            <a:off x="2095966" y="2724323"/>
            <a:ext cx="640080" cy="640080"/>
          </a:xfrm>
          <a:prstGeom prst="rect">
            <a:avLst/>
          </a:prstGeom>
          <a:solidFill>
            <a:srgbClr val="EAF2FA"/>
          </a:solidFill>
          <a:ln w="13970">
            <a:solidFill>
              <a:srgbClr val="2B70B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82B55"/>
                </a:solidFill>
                <a:latin typeface="Aptos" pitchFamily="34" charset="0"/>
              </a:rPr>
              <a:t>s</a:t>
            </a:r>
            <a:endParaRPr lang="en-US" sz="3200" dirty="0"/>
          </a:p>
        </p:txBody>
      </p:sp>
      <p:sp>
        <p:nvSpPr>
          <p:cNvPr id="46" name="Text 5">
            <a:extLst>
              <a:ext uri="{FF2B5EF4-FFF2-40B4-BE49-F238E27FC236}">
                <a16:creationId xmlns:a16="http://schemas.microsoft.com/office/drawing/2014/main" id="{00FE604F-8391-7D40-6055-BE2B1A95E9F1}"/>
              </a:ext>
            </a:extLst>
          </p:cNvPr>
          <p:cNvSpPr/>
          <p:nvPr/>
        </p:nvSpPr>
        <p:spPr>
          <a:xfrm>
            <a:off x="2095966" y="1809923"/>
            <a:ext cx="640080" cy="594360"/>
          </a:xfrm>
          <a:prstGeom prst="rect">
            <a:avLst/>
          </a:prstGeom>
          <a:solidFill>
            <a:srgbClr val="FFF4D6"/>
          </a:solidFill>
          <a:ln w="13970">
            <a:solidFill>
              <a:srgbClr val="F2B944"/>
            </a:solidFill>
          </a:ln>
        </p:spPr>
        <p:txBody>
          <a:bodyPr wrap="square" lIns="762" tIns="762" rIns="762" bIns="762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/>
              <a:t>7.0</a:t>
            </a:r>
          </a:p>
        </p:txBody>
      </p:sp>
      <p:sp>
        <p:nvSpPr>
          <p:cNvPr id="48" name="Text 6">
            <a:extLst>
              <a:ext uri="{FF2B5EF4-FFF2-40B4-BE49-F238E27FC236}">
                <a16:creationId xmlns:a16="http://schemas.microsoft.com/office/drawing/2014/main" id="{9C9204EE-F5DF-E7F8-F36E-135E41E7EFA5}"/>
              </a:ext>
            </a:extLst>
          </p:cNvPr>
          <p:cNvSpPr/>
          <p:nvPr/>
        </p:nvSpPr>
        <p:spPr>
          <a:xfrm>
            <a:off x="3010366" y="2724323"/>
            <a:ext cx="640080" cy="594360"/>
          </a:xfrm>
          <a:prstGeom prst="rect">
            <a:avLst/>
          </a:prstGeom>
          <a:solidFill>
            <a:srgbClr val="FFFFFF"/>
          </a:solidFill>
          <a:ln w="13970">
            <a:solidFill>
              <a:srgbClr val="C7D4E1"/>
            </a:solidFill>
          </a:ln>
        </p:spPr>
        <p:txBody>
          <a:bodyPr wrap="square" lIns="762" tIns="762" rIns="762" bIns="762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/>
              <a:t>5.8</a:t>
            </a:r>
          </a:p>
        </p:txBody>
      </p:sp>
      <p:sp>
        <p:nvSpPr>
          <p:cNvPr id="50" name="Text 7">
            <a:extLst>
              <a:ext uri="{FF2B5EF4-FFF2-40B4-BE49-F238E27FC236}">
                <a16:creationId xmlns:a16="http://schemas.microsoft.com/office/drawing/2014/main" id="{DFC1C322-2C33-8C27-879C-35E81561EFDA}"/>
              </a:ext>
            </a:extLst>
          </p:cNvPr>
          <p:cNvSpPr/>
          <p:nvPr/>
        </p:nvSpPr>
        <p:spPr>
          <a:xfrm>
            <a:off x="2095966" y="3638723"/>
            <a:ext cx="640080" cy="594360"/>
          </a:xfrm>
          <a:prstGeom prst="rect">
            <a:avLst/>
          </a:prstGeom>
          <a:solidFill>
            <a:srgbClr val="FFFFFF"/>
          </a:solidFill>
          <a:ln w="13970">
            <a:solidFill>
              <a:srgbClr val="C7D4E1"/>
            </a:solidFill>
          </a:ln>
        </p:spPr>
        <p:txBody>
          <a:bodyPr wrap="square" lIns="762" tIns="762" rIns="762" bIns="762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2.1</a:t>
            </a:r>
            <a:endParaRPr lang="en-US" sz="2000" dirty="0"/>
          </a:p>
        </p:txBody>
      </p:sp>
      <p:sp>
        <p:nvSpPr>
          <p:cNvPr id="52" name="Text 8">
            <a:extLst>
              <a:ext uri="{FF2B5EF4-FFF2-40B4-BE49-F238E27FC236}">
                <a16:creationId xmlns:a16="http://schemas.microsoft.com/office/drawing/2014/main" id="{74C4E1AF-7046-31D2-D551-2E08E81852F6}"/>
              </a:ext>
            </a:extLst>
          </p:cNvPr>
          <p:cNvSpPr/>
          <p:nvPr/>
        </p:nvSpPr>
        <p:spPr>
          <a:xfrm>
            <a:off x="1181566" y="2724323"/>
            <a:ext cx="640080" cy="594360"/>
          </a:xfrm>
          <a:prstGeom prst="rect">
            <a:avLst/>
          </a:prstGeom>
          <a:solidFill>
            <a:srgbClr val="FFFFFF"/>
          </a:solidFill>
          <a:ln w="13970">
            <a:solidFill>
              <a:srgbClr val="C7D4E1"/>
            </a:solidFill>
          </a:ln>
        </p:spPr>
        <p:txBody>
          <a:bodyPr wrap="square" lIns="762" tIns="762" rIns="762" bIns="762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3.2</a:t>
            </a:r>
            <a:endParaRPr lang="en-US" sz="2000" dirty="0"/>
          </a:p>
        </p:txBody>
      </p:sp>
      <p:sp>
        <p:nvSpPr>
          <p:cNvPr id="54" name="Shape 10">
            <a:extLst>
              <a:ext uri="{FF2B5EF4-FFF2-40B4-BE49-F238E27FC236}">
                <a16:creationId xmlns:a16="http://schemas.microsoft.com/office/drawing/2014/main" id="{6744FDEE-70F8-40E9-2270-C403B32CC680}"/>
              </a:ext>
            </a:extLst>
          </p:cNvPr>
          <p:cNvSpPr/>
          <p:nvPr/>
        </p:nvSpPr>
        <p:spPr>
          <a:xfrm>
            <a:off x="2781766" y="3044363"/>
            <a:ext cx="210312" cy="0"/>
          </a:xfrm>
          <a:prstGeom prst="line">
            <a:avLst/>
          </a:prstGeom>
          <a:noFill/>
          <a:ln w="19050">
            <a:solidFill>
              <a:srgbClr val="082B5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3200"/>
          </a:p>
        </p:txBody>
      </p:sp>
      <p:sp>
        <p:nvSpPr>
          <p:cNvPr id="56" name="Shape 11">
            <a:extLst>
              <a:ext uri="{FF2B5EF4-FFF2-40B4-BE49-F238E27FC236}">
                <a16:creationId xmlns:a16="http://schemas.microsoft.com/office/drawing/2014/main" id="{3BA4832A-63EE-EDCE-C7BE-56217C3FFBAF}"/>
              </a:ext>
            </a:extLst>
          </p:cNvPr>
          <p:cNvSpPr/>
          <p:nvPr/>
        </p:nvSpPr>
        <p:spPr>
          <a:xfrm>
            <a:off x="2416006" y="3410123"/>
            <a:ext cx="0" cy="210312"/>
          </a:xfrm>
          <a:prstGeom prst="line">
            <a:avLst/>
          </a:prstGeom>
          <a:noFill/>
          <a:ln w="19050">
            <a:solidFill>
              <a:srgbClr val="082B5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3200"/>
          </a:p>
        </p:txBody>
      </p:sp>
      <p:sp>
        <p:nvSpPr>
          <p:cNvPr id="58" name="Text 13">
            <a:extLst>
              <a:ext uri="{FF2B5EF4-FFF2-40B4-BE49-F238E27FC236}">
                <a16:creationId xmlns:a16="http://schemas.microsoft.com/office/drawing/2014/main" id="{FA6EDE75-A4B7-65D8-C810-C3FBDF8CB764}"/>
              </a:ext>
            </a:extLst>
          </p:cNvPr>
          <p:cNvSpPr/>
          <p:nvPr/>
        </p:nvSpPr>
        <p:spPr>
          <a:xfrm>
            <a:off x="1227286" y="4508581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</a:rPr>
              <a:t>current: N</a:t>
            </a:r>
            <a:endParaRPr lang="en-US" dirty="0"/>
          </a:p>
        </p:txBody>
      </p:sp>
      <p:sp>
        <p:nvSpPr>
          <p:cNvPr id="60" name="Shape 10">
            <a:extLst>
              <a:ext uri="{FF2B5EF4-FFF2-40B4-BE49-F238E27FC236}">
                <a16:creationId xmlns:a16="http://schemas.microsoft.com/office/drawing/2014/main" id="{0DE8A5E6-C5E3-104A-B0AE-2A5E9E95BB77}"/>
              </a:ext>
            </a:extLst>
          </p:cNvPr>
          <p:cNvSpPr/>
          <p:nvPr/>
        </p:nvSpPr>
        <p:spPr>
          <a:xfrm flipV="1">
            <a:off x="2416006" y="2450449"/>
            <a:ext cx="0" cy="231555"/>
          </a:xfrm>
          <a:prstGeom prst="line">
            <a:avLst/>
          </a:prstGeom>
          <a:noFill/>
          <a:ln w="19050">
            <a:solidFill>
              <a:srgbClr val="082B5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3200"/>
          </a:p>
        </p:txBody>
      </p:sp>
      <p:sp>
        <p:nvSpPr>
          <p:cNvPr id="62" name="Shape 10">
            <a:extLst>
              <a:ext uri="{FF2B5EF4-FFF2-40B4-BE49-F238E27FC236}">
                <a16:creationId xmlns:a16="http://schemas.microsoft.com/office/drawing/2014/main" id="{8E8378AD-D8CD-B8BC-597C-8336DAD0ED66}"/>
              </a:ext>
            </a:extLst>
          </p:cNvPr>
          <p:cNvSpPr/>
          <p:nvPr/>
        </p:nvSpPr>
        <p:spPr>
          <a:xfrm flipH="1" flipV="1">
            <a:off x="1860072" y="3044363"/>
            <a:ext cx="213453" cy="0"/>
          </a:xfrm>
          <a:prstGeom prst="line">
            <a:avLst/>
          </a:prstGeom>
          <a:noFill/>
          <a:ln w="19050">
            <a:solidFill>
              <a:srgbClr val="082B5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32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658368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02920" y="6510528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6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L14: Policy Iteration</a:t>
            </a:r>
            <a:endParaRPr lang="en-US" sz="760" dirty="0"/>
          </a:p>
        </p:txBody>
      </p:sp>
      <p:sp>
        <p:nvSpPr>
          <p:cNvPr id="5" name="Text 3"/>
          <p:cNvSpPr/>
          <p:nvPr/>
        </p:nvSpPr>
        <p:spPr>
          <a:xfrm>
            <a:off x="11612880" y="651052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2560320" y="1600200"/>
            <a:ext cx="502920" cy="502920"/>
          </a:xfrm>
          <a:prstGeom prst="rect">
            <a:avLst/>
          </a:prstGeom>
          <a:solidFill>
            <a:srgbClr val="FDECEC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-1.9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063240" y="1600200"/>
            <a:ext cx="502920" cy="502920"/>
          </a:xfrm>
          <a:prstGeom prst="rect">
            <a:avLst/>
          </a:prstGeom>
          <a:solidFill>
            <a:srgbClr val="D9F0E5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9.6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566160" y="1600200"/>
            <a:ext cx="502920" cy="502920"/>
          </a:xfrm>
          <a:prstGeom prst="rect">
            <a:avLst/>
          </a:prstGeom>
          <a:solidFill>
            <a:srgbClr val="CBEDD9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16.1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069080" y="1600200"/>
            <a:ext cx="502920" cy="502920"/>
          </a:xfrm>
          <a:prstGeom prst="rect">
            <a:avLst/>
          </a:prstGeom>
          <a:solidFill>
            <a:srgbClr val="E8F6EF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AA8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+10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560320" y="2103120"/>
            <a:ext cx="502920" cy="502920"/>
          </a:xfrm>
          <a:prstGeom prst="rect">
            <a:avLst/>
          </a:prstGeom>
          <a:solidFill>
            <a:srgbClr val="FDECEC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-1.9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063240" y="2103120"/>
            <a:ext cx="502920" cy="502920"/>
          </a:xfrm>
          <a:prstGeom prst="rect">
            <a:avLst/>
          </a:prstGeom>
          <a:solidFill>
            <a:srgbClr val="D4DEE8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WALL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566160" y="2103120"/>
            <a:ext cx="502920" cy="502920"/>
          </a:xfrm>
          <a:prstGeom prst="rect">
            <a:avLst/>
          </a:prstGeom>
          <a:solidFill>
            <a:srgbClr val="FDECEC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-3.8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069080" y="2103120"/>
            <a:ext cx="502920" cy="502920"/>
          </a:xfrm>
          <a:prstGeom prst="rect">
            <a:avLst/>
          </a:prstGeom>
          <a:solidFill>
            <a:srgbClr val="FDECEC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0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−10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560320" y="2606040"/>
            <a:ext cx="502920" cy="502920"/>
          </a:xfrm>
          <a:prstGeom prst="rect">
            <a:avLst/>
          </a:prstGeom>
          <a:solidFill>
            <a:srgbClr val="FDECEC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-1.9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063240" y="2606040"/>
            <a:ext cx="502920" cy="502920"/>
          </a:xfrm>
          <a:prstGeom prst="rect">
            <a:avLst/>
          </a:prstGeom>
          <a:solidFill>
            <a:srgbClr val="FDECEC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-1.9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566160" y="2606040"/>
            <a:ext cx="502920" cy="502920"/>
          </a:xfrm>
          <a:prstGeom prst="rect">
            <a:avLst/>
          </a:prstGeom>
          <a:solidFill>
            <a:srgbClr val="F3B9B9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-12.4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069080" y="2606040"/>
            <a:ext cx="502920" cy="502920"/>
          </a:xfrm>
          <a:prstGeom prst="rect">
            <a:avLst/>
          </a:prstGeom>
          <a:solidFill>
            <a:srgbClr val="F3B9B9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↑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-16.9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230124" y="2392586"/>
            <a:ext cx="2112787" cy="0"/>
          </a:xfrm>
          <a:prstGeom prst="line">
            <a:avLst/>
          </a:prstGeom>
          <a:noFill/>
          <a:ln w="25400">
            <a:solidFill>
              <a:srgbClr val="C7D4E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3200"/>
          </a:p>
        </p:txBody>
      </p:sp>
      <p:sp>
        <p:nvSpPr>
          <p:cNvPr id="25" name="Text 23"/>
          <p:cNvSpPr/>
          <p:nvPr/>
        </p:nvSpPr>
        <p:spPr>
          <a:xfrm>
            <a:off x="7668665" y="1600200"/>
            <a:ext cx="502920" cy="502920"/>
          </a:xfrm>
          <a:prstGeom prst="rect">
            <a:avLst/>
          </a:prstGeom>
          <a:solidFill>
            <a:srgbClr val="E8F6EF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5.6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171585" y="1600200"/>
            <a:ext cx="502920" cy="502920"/>
          </a:xfrm>
          <a:prstGeom prst="rect">
            <a:avLst/>
          </a:prstGeom>
          <a:solidFill>
            <a:srgbClr val="CBEDD9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12.3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674505" y="1600200"/>
            <a:ext cx="502920" cy="502920"/>
          </a:xfrm>
          <a:prstGeom prst="rect">
            <a:avLst/>
          </a:prstGeom>
          <a:solidFill>
            <a:srgbClr val="CBEDD9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16.1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177425" y="1600200"/>
            <a:ext cx="502920" cy="502920"/>
          </a:xfrm>
          <a:prstGeom prst="rect">
            <a:avLst/>
          </a:prstGeom>
          <a:solidFill>
            <a:srgbClr val="E8F6EF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AA8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+10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668665" y="2103120"/>
            <a:ext cx="502920" cy="502920"/>
          </a:xfrm>
          <a:prstGeom prst="rect">
            <a:avLst/>
          </a:prstGeom>
          <a:solidFill>
            <a:srgbClr val="FDECEC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↑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-2.7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171585" y="2103120"/>
            <a:ext cx="502920" cy="502920"/>
          </a:xfrm>
          <a:prstGeom prst="rect">
            <a:avLst/>
          </a:prstGeom>
          <a:solidFill>
            <a:srgbClr val="D4DEE8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WALL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674505" y="2103120"/>
            <a:ext cx="502920" cy="502920"/>
          </a:xfrm>
          <a:prstGeom prst="rect">
            <a:avLst/>
          </a:prstGeom>
          <a:solidFill>
            <a:srgbClr val="F3B9B9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↑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-12.1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9177425" y="2103120"/>
            <a:ext cx="502920" cy="502920"/>
          </a:xfrm>
          <a:prstGeom prst="rect">
            <a:avLst/>
          </a:prstGeom>
          <a:solidFill>
            <a:srgbClr val="FDECEC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0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−10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668665" y="2606040"/>
            <a:ext cx="502920" cy="502920"/>
          </a:xfrm>
          <a:prstGeom prst="rect">
            <a:avLst/>
          </a:prstGeom>
          <a:solidFill>
            <a:srgbClr val="FDECEC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↑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-2.7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171585" y="2606040"/>
            <a:ext cx="502920" cy="502920"/>
          </a:xfrm>
          <a:prstGeom prst="rect">
            <a:avLst/>
          </a:prstGeom>
          <a:solidFill>
            <a:srgbClr val="F8CCCC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←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-10.3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8674505" y="2606040"/>
            <a:ext cx="502920" cy="502920"/>
          </a:xfrm>
          <a:prstGeom prst="rect">
            <a:avLst/>
          </a:prstGeom>
          <a:solidFill>
            <a:srgbClr val="F3B9B9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←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-14.6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9177425" y="2606040"/>
            <a:ext cx="502920" cy="502920"/>
          </a:xfrm>
          <a:prstGeom prst="rect">
            <a:avLst/>
          </a:prstGeom>
          <a:solidFill>
            <a:srgbClr val="F3B9B9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-18.0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2011680" y="5074920"/>
            <a:ext cx="8046720" cy="502920"/>
          </a:xfrm>
          <a:prstGeom prst="rect">
            <a:avLst/>
          </a:prstGeom>
          <a:solidFill>
            <a:srgbClr val="FFF4D6"/>
          </a:solidFill>
          <a:ln w="13970">
            <a:solidFill>
              <a:srgbClr val="F2B944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 arrows → update numbers. UNLOCK arrows → choose better actions.</a:t>
            </a:r>
            <a:endParaRPr lang="en-US" sz="1400" dirty="0"/>
          </a:p>
        </p:txBody>
      </p:sp>
      <p:sp>
        <p:nvSpPr>
          <p:cNvPr id="44" name="Text 0">
            <a:extLst>
              <a:ext uri="{FF2B5EF4-FFF2-40B4-BE49-F238E27FC236}">
                <a16:creationId xmlns:a16="http://schemas.microsoft.com/office/drawing/2014/main" id="{A2305E57-C48B-7CCC-44DC-BC185E4D670D}"/>
              </a:ext>
            </a:extLst>
          </p:cNvPr>
          <p:cNvSpPr/>
          <p:nvPr/>
        </p:nvSpPr>
        <p:spPr>
          <a:xfrm>
            <a:off x="594360" y="43891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082B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memory cue</a:t>
            </a:r>
            <a:endParaRPr lang="en-US" sz="3200" dirty="0"/>
          </a:p>
        </p:txBody>
      </p:sp>
      <p:sp>
        <p:nvSpPr>
          <p:cNvPr id="46" name="Text 1">
            <a:extLst>
              <a:ext uri="{FF2B5EF4-FFF2-40B4-BE49-F238E27FC236}">
                <a16:creationId xmlns:a16="http://schemas.microsoft.com/office/drawing/2014/main" id="{D1280DEF-343C-9450-9CD0-4246E3518A94}"/>
              </a:ext>
            </a:extLst>
          </p:cNvPr>
          <p:cNvSpPr/>
          <p:nvPr/>
        </p:nvSpPr>
        <p:spPr>
          <a:xfrm>
            <a:off x="621792" y="960120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Evaluation changes values. Improvement changes actions.</a:t>
            </a:r>
            <a:endParaRPr lang="en-US" sz="1600" dirty="0"/>
          </a:p>
        </p:txBody>
      </p:sp>
      <p:sp>
        <p:nvSpPr>
          <p:cNvPr id="113" name="Shape 17">
            <a:extLst>
              <a:ext uri="{FF2B5EF4-FFF2-40B4-BE49-F238E27FC236}">
                <a16:creationId xmlns:a16="http://schemas.microsoft.com/office/drawing/2014/main" id="{A5216C02-B842-A68A-6859-5100FFB3BBB9}"/>
              </a:ext>
            </a:extLst>
          </p:cNvPr>
          <p:cNvSpPr/>
          <p:nvPr/>
        </p:nvSpPr>
        <p:spPr>
          <a:xfrm>
            <a:off x="2148840" y="3538728"/>
            <a:ext cx="2834640" cy="868680"/>
          </a:xfrm>
          <a:prstGeom prst="roundRect">
            <a:avLst>
              <a:gd name="adj" fmla="val 6316"/>
            </a:avLst>
          </a:prstGeom>
          <a:solidFill>
            <a:srgbClr val="DDEE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algn="ctr"/>
            <a:endParaRPr lang="en-US" sz="4400"/>
          </a:p>
        </p:txBody>
      </p:sp>
      <p:sp>
        <p:nvSpPr>
          <p:cNvPr id="115" name="Text 18">
            <a:extLst>
              <a:ext uri="{FF2B5EF4-FFF2-40B4-BE49-F238E27FC236}">
                <a16:creationId xmlns:a16="http://schemas.microsoft.com/office/drawing/2014/main" id="{64EF9E80-E8B9-758E-7471-C3619D60A585}"/>
              </a:ext>
            </a:extLst>
          </p:cNvPr>
          <p:cNvSpPr/>
          <p:nvPr/>
        </p:nvSpPr>
        <p:spPr>
          <a:xfrm>
            <a:off x="2258568" y="3630168"/>
            <a:ext cx="2615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39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LOCKED policy</a:t>
            </a:r>
            <a:endParaRPr lang="en-US" sz="1400" dirty="0"/>
          </a:p>
        </p:txBody>
      </p:sp>
      <p:sp>
        <p:nvSpPr>
          <p:cNvPr id="117" name="Text 19">
            <a:extLst>
              <a:ext uri="{FF2B5EF4-FFF2-40B4-BE49-F238E27FC236}">
                <a16:creationId xmlns:a16="http://schemas.microsoft.com/office/drawing/2014/main" id="{B698481D-2DB7-BDE9-EE61-135CF354D947}"/>
              </a:ext>
            </a:extLst>
          </p:cNvPr>
          <p:cNvSpPr/>
          <p:nvPr/>
        </p:nvSpPr>
        <p:spPr>
          <a:xfrm>
            <a:off x="2258568" y="3922776"/>
            <a:ext cx="2615184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Arrows stay fixed.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Cell values change.</a:t>
            </a:r>
            <a:endParaRPr lang="en-US" sz="1600" dirty="0"/>
          </a:p>
        </p:txBody>
      </p:sp>
      <p:sp>
        <p:nvSpPr>
          <p:cNvPr id="119" name="Shape 32">
            <a:extLst>
              <a:ext uri="{FF2B5EF4-FFF2-40B4-BE49-F238E27FC236}">
                <a16:creationId xmlns:a16="http://schemas.microsoft.com/office/drawing/2014/main" id="{390CD8B4-209D-C001-05D6-F00C3D2587B0}"/>
              </a:ext>
            </a:extLst>
          </p:cNvPr>
          <p:cNvSpPr/>
          <p:nvPr/>
        </p:nvSpPr>
        <p:spPr>
          <a:xfrm>
            <a:off x="7342912" y="3534156"/>
            <a:ext cx="2834640" cy="868680"/>
          </a:xfrm>
          <a:prstGeom prst="roundRect">
            <a:avLst>
              <a:gd name="adj" fmla="val 6316"/>
            </a:avLst>
          </a:prstGeom>
          <a:solidFill>
            <a:srgbClr val="FFF2C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algn="ctr"/>
            <a:endParaRPr lang="en-US" sz="4400"/>
          </a:p>
        </p:txBody>
      </p:sp>
      <p:sp>
        <p:nvSpPr>
          <p:cNvPr id="121" name="Text 33">
            <a:extLst>
              <a:ext uri="{FF2B5EF4-FFF2-40B4-BE49-F238E27FC236}">
                <a16:creationId xmlns:a16="http://schemas.microsoft.com/office/drawing/2014/main" id="{24B17F1A-976B-47EB-2893-BA69B87C43B6}"/>
              </a:ext>
            </a:extLst>
          </p:cNvPr>
          <p:cNvSpPr/>
          <p:nvPr/>
        </p:nvSpPr>
        <p:spPr>
          <a:xfrm>
            <a:off x="7452640" y="3625596"/>
            <a:ext cx="2615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39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UNLOCKED policy</a:t>
            </a:r>
            <a:endParaRPr lang="en-US" sz="1400" dirty="0"/>
          </a:p>
        </p:txBody>
      </p:sp>
      <p:sp>
        <p:nvSpPr>
          <p:cNvPr id="123" name="Text 34">
            <a:extLst>
              <a:ext uri="{FF2B5EF4-FFF2-40B4-BE49-F238E27FC236}">
                <a16:creationId xmlns:a16="http://schemas.microsoft.com/office/drawing/2014/main" id="{F2C3FA92-F4B5-2E3A-AD51-FD1CE4E35378}"/>
              </a:ext>
            </a:extLst>
          </p:cNvPr>
          <p:cNvSpPr/>
          <p:nvPr/>
        </p:nvSpPr>
        <p:spPr>
          <a:xfrm>
            <a:off x="7452640" y="3918204"/>
            <a:ext cx="2615184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Values guide decisions.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Arrows may change.</a:t>
            </a:r>
            <a:endParaRPr lang="en-US" sz="16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02920" y="6510528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6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L14: Policy Iteration</a:t>
            </a:r>
            <a:endParaRPr lang="en-US" sz="760" dirty="0"/>
          </a:p>
        </p:txBody>
      </p:sp>
      <p:sp>
        <p:nvSpPr>
          <p:cNvPr id="5" name="Text 3"/>
          <p:cNvSpPr/>
          <p:nvPr/>
        </p:nvSpPr>
        <p:spPr>
          <a:xfrm>
            <a:off x="11612880" y="651052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26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2160340" y="1845629"/>
            <a:ext cx="457200" cy="457200"/>
          </a:xfrm>
          <a:prstGeom prst="rect">
            <a:avLst/>
          </a:prstGeom>
          <a:solidFill>
            <a:srgbClr val="FFFFFF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617540" y="1845629"/>
            <a:ext cx="457200" cy="457200"/>
          </a:xfrm>
          <a:prstGeom prst="rect">
            <a:avLst/>
          </a:prstGeom>
          <a:solidFill>
            <a:srgbClr val="FFFFFF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074740" y="1845629"/>
            <a:ext cx="457200" cy="457200"/>
          </a:xfrm>
          <a:prstGeom prst="rect">
            <a:avLst/>
          </a:prstGeom>
          <a:solidFill>
            <a:srgbClr val="FFFFFF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531940" y="1845629"/>
            <a:ext cx="457200" cy="457200"/>
          </a:xfrm>
          <a:prstGeom prst="rect">
            <a:avLst/>
          </a:prstGeom>
          <a:solidFill>
            <a:srgbClr val="E8F6EF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AA8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+10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160340" y="2302829"/>
            <a:ext cx="457200" cy="457200"/>
          </a:xfrm>
          <a:prstGeom prst="rect">
            <a:avLst/>
          </a:prstGeom>
          <a:solidFill>
            <a:srgbClr val="FFFFFF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617540" y="2302829"/>
            <a:ext cx="457200" cy="457200"/>
          </a:xfrm>
          <a:prstGeom prst="rect">
            <a:avLst/>
          </a:prstGeom>
          <a:solidFill>
            <a:srgbClr val="D4DEE8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WALL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074740" y="2302829"/>
            <a:ext cx="457200" cy="457200"/>
          </a:xfrm>
          <a:prstGeom prst="rect">
            <a:avLst/>
          </a:prstGeom>
          <a:solidFill>
            <a:srgbClr val="FFFFFF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531940" y="2302829"/>
            <a:ext cx="457200" cy="457200"/>
          </a:xfrm>
          <a:prstGeom prst="rect">
            <a:avLst/>
          </a:prstGeom>
          <a:solidFill>
            <a:srgbClr val="FDECEC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0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−10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160340" y="2760029"/>
            <a:ext cx="457200" cy="457200"/>
          </a:xfrm>
          <a:prstGeom prst="rect">
            <a:avLst/>
          </a:prstGeom>
          <a:solidFill>
            <a:srgbClr val="FFFFFF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617540" y="2760029"/>
            <a:ext cx="457200" cy="457200"/>
          </a:xfrm>
          <a:prstGeom prst="rect">
            <a:avLst/>
          </a:prstGeom>
          <a:solidFill>
            <a:srgbClr val="FFFFFF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074740" y="2760029"/>
            <a:ext cx="457200" cy="457200"/>
          </a:xfrm>
          <a:prstGeom prst="rect">
            <a:avLst/>
          </a:prstGeom>
          <a:solidFill>
            <a:srgbClr val="FFFFFF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531940" y="2760029"/>
            <a:ext cx="457200" cy="457200"/>
          </a:xfrm>
          <a:prstGeom prst="rect">
            <a:avLst/>
          </a:prstGeom>
          <a:solidFill>
            <a:srgbClr val="FFFFFF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↑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708980" y="3400109"/>
            <a:ext cx="731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π₀</a:t>
            </a: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4263460" y="2531429"/>
            <a:ext cx="731520" cy="0"/>
          </a:xfrm>
          <a:prstGeom prst="line">
            <a:avLst/>
          </a:prstGeom>
          <a:noFill/>
          <a:ln w="25400">
            <a:solidFill>
              <a:srgbClr val="C7D4E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3200"/>
          </a:p>
        </p:txBody>
      </p:sp>
      <p:sp>
        <p:nvSpPr>
          <p:cNvPr id="20" name="Text 18"/>
          <p:cNvSpPr/>
          <p:nvPr/>
        </p:nvSpPr>
        <p:spPr>
          <a:xfrm>
            <a:off x="5269300" y="1845629"/>
            <a:ext cx="457200" cy="457200"/>
          </a:xfrm>
          <a:prstGeom prst="rect">
            <a:avLst/>
          </a:prstGeom>
          <a:solidFill>
            <a:srgbClr val="E8F6EF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5.6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726500" y="1845629"/>
            <a:ext cx="457200" cy="457200"/>
          </a:xfrm>
          <a:prstGeom prst="rect">
            <a:avLst/>
          </a:prstGeom>
          <a:solidFill>
            <a:srgbClr val="CBEDD9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12.3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183700" y="1845629"/>
            <a:ext cx="457200" cy="457200"/>
          </a:xfrm>
          <a:prstGeom prst="rect">
            <a:avLst/>
          </a:prstGeom>
          <a:solidFill>
            <a:srgbClr val="CBEDD9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16.1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640900" y="1845629"/>
            <a:ext cx="457200" cy="457200"/>
          </a:xfrm>
          <a:prstGeom prst="rect">
            <a:avLst/>
          </a:prstGeom>
          <a:solidFill>
            <a:srgbClr val="E8F6EF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AA8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+10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269300" y="2302829"/>
            <a:ext cx="457200" cy="457200"/>
          </a:xfrm>
          <a:prstGeom prst="rect">
            <a:avLst/>
          </a:prstGeom>
          <a:solidFill>
            <a:srgbClr val="FDECEC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-2.7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726500" y="2302829"/>
            <a:ext cx="457200" cy="457200"/>
          </a:xfrm>
          <a:prstGeom prst="rect">
            <a:avLst/>
          </a:prstGeom>
          <a:solidFill>
            <a:srgbClr val="D4DEE8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WALL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183700" y="2302829"/>
            <a:ext cx="457200" cy="457200"/>
          </a:xfrm>
          <a:prstGeom prst="rect">
            <a:avLst/>
          </a:prstGeom>
          <a:solidFill>
            <a:srgbClr val="F3B9B9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-12.1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640900" y="2302829"/>
            <a:ext cx="457200" cy="457200"/>
          </a:xfrm>
          <a:prstGeom prst="rect">
            <a:avLst/>
          </a:prstGeom>
          <a:solidFill>
            <a:srgbClr val="FDECEC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0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−10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269300" y="2760029"/>
            <a:ext cx="457200" cy="457200"/>
          </a:xfrm>
          <a:prstGeom prst="rect">
            <a:avLst/>
          </a:prstGeom>
          <a:solidFill>
            <a:srgbClr val="FDECEC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-2.7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726500" y="2760029"/>
            <a:ext cx="457200" cy="457200"/>
          </a:xfrm>
          <a:prstGeom prst="rect">
            <a:avLst/>
          </a:prstGeom>
          <a:solidFill>
            <a:srgbClr val="F8CCCC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-10.3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183700" y="2760029"/>
            <a:ext cx="457200" cy="457200"/>
          </a:xfrm>
          <a:prstGeom prst="rect">
            <a:avLst/>
          </a:prstGeom>
          <a:solidFill>
            <a:srgbClr val="F3B9B9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-14.6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640900" y="2760029"/>
            <a:ext cx="457200" cy="457200"/>
          </a:xfrm>
          <a:prstGeom prst="rect">
            <a:avLst/>
          </a:prstGeom>
          <a:solidFill>
            <a:srgbClr val="F3B9B9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↑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-18.0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269300" y="3400109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evaluate π₀</a:t>
            </a:r>
            <a:endParaRPr lang="en-US" dirty="0"/>
          </a:p>
        </p:txBody>
      </p:sp>
      <p:sp>
        <p:nvSpPr>
          <p:cNvPr id="33" name="Shape 31"/>
          <p:cNvSpPr/>
          <p:nvPr/>
        </p:nvSpPr>
        <p:spPr>
          <a:xfrm>
            <a:off x="7372420" y="2531429"/>
            <a:ext cx="731520" cy="0"/>
          </a:xfrm>
          <a:prstGeom prst="line">
            <a:avLst/>
          </a:prstGeom>
          <a:noFill/>
          <a:ln w="25400">
            <a:solidFill>
              <a:srgbClr val="C7D4E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3200"/>
          </a:p>
        </p:txBody>
      </p:sp>
      <p:sp>
        <p:nvSpPr>
          <p:cNvPr id="34" name="Text 32"/>
          <p:cNvSpPr/>
          <p:nvPr/>
        </p:nvSpPr>
        <p:spPr>
          <a:xfrm>
            <a:off x="8378260" y="1845629"/>
            <a:ext cx="457200" cy="457200"/>
          </a:xfrm>
          <a:prstGeom prst="rect">
            <a:avLst/>
          </a:prstGeom>
          <a:solidFill>
            <a:srgbClr val="FFFFFF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835460" y="1845629"/>
            <a:ext cx="457200" cy="457200"/>
          </a:xfrm>
          <a:prstGeom prst="rect">
            <a:avLst/>
          </a:prstGeom>
          <a:solidFill>
            <a:srgbClr val="FFFFFF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9292660" y="1845629"/>
            <a:ext cx="457200" cy="457200"/>
          </a:xfrm>
          <a:prstGeom prst="rect">
            <a:avLst/>
          </a:prstGeom>
          <a:solidFill>
            <a:srgbClr val="FFFFFF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9749860" y="1845629"/>
            <a:ext cx="457200" cy="457200"/>
          </a:xfrm>
          <a:prstGeom prst="rect">
            <a:avLst/>
          </a:prstGeom>
          <a:solidFill>
            <a:srgbClr val="E8F6EF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AA8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+10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378260" y="2302829"/>
            <a:ext cx="457200" cy="457200"/>
          </a:xfrm>
          <a:prstGeom prst="rect">
            <a:avLst/>
          </a:prstGeom>
          <a:solidFill>
            <a:srgbClr val="FFFFFF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↑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835460" y="2302829"/>
            <a:ext cx="457200" cy="457200"/>
          </a:xfrm>
          <a:prstGeom prst="rect">
            <a:avLst/>
          </a:prstGeom>
          <a:solidFill>
            <a:srgbClr val="D4DEE8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WALL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9292660" y="2302829"/>
            <a:ext cx="457200" cy="457200"/>
          </a:xfrm>
          <a:prstGeom prst="rect">
            <a:avLst/>
          </a:prstGeom>
          <a:solidFill>
            <a:srgbClr val="FFFFFF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↑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9749860" y="2302829"/>
            <a:ext cx="457200" cy="457200"/>
          </a:xfrm>
          <a:prstGeom prst="rect">
            <a:avLst/>
          </a:prstGeom>
          <a:solidFill>
            <a:srgbClr val="FDECEC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0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−10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8378260" y="2760029"/>
            <a:ext cx="457200" cy="457200"/>
          </a:xfrm>
          <a:prstGeom prst="rect">
            <a:avLst/>
          </a:prstGeom>
          <a:solidFill>
            <a:srgbClr val="FFFFFF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↑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8835460" y="2760029"/>
            <a:ext cx="457200" cy="457200"/>
          </a:xfrm>
          <a:prstGeom prst="rect">
            <a:avLst/>
          </a:prstGeom>
          <a:solidFill>
            <a:srgbClr val="FFFFFF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←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9292660" y="2760029"/>
            <a:ext cx="457200" cy="457200"/>
          </a:xfrm>
          <a:prstGeom prst="rect">
            <a:avLst/>
          </a:prstGeom>
          <a:solidFill>
            <a:srgbClr val="FFFFFF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←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9749860" y="2760029"/>
            <a:ext cx="457200" cy="457200"/>
          </a:xfrm>
          <a:prstGeom prst="rect">
            <a:avLst/>
          </a:prstGeom>
          <a:solidFill>
            <a:srgbClr val="FFFFFF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8931949" y="3400109"/>
            <a:ext cx="731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π₁</a:t>
            </a: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914400" y="498348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82B55"/>
                </a:solidFill>
              </a:rPr>
              <a:t>Policy iteration alternates: evaluate the current policy, then improve it.</a:t>
            </a:r>
            <a:endParaRPr lang="en-US" sz="1600" dirty="0"/>
          </a:p>
        </p:txBody>
      </p:sp>
      <p:sp>
        <p:nvSpPr>
          <p:cNvPr id="49" name="Text 0">
            <a:extLst>
              <a:ext uri="{FF2B5EF4-FFF2-40B4-BE49-F238E27FC236}">
                <a16:creationId xmlns:a16="http://schemas.microsoft.com/office/drawing/2014/main" id="{7BDA7DB0-1B23-333F-1945-CD5A75EB1E2A}"/>
              </a:ext>
            </a:extLst>
          </p:cNvPr>
          <p:cNvSpPr/>
          <p:nvPr/>
        </p:nvSpPr>
        <p:spPr>
          <a:xfrm>
            <a:off x="594360" y="43891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082B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One complete policy-iteration cycle</a:t>
            </a:r>
            <a:endParaRPr lang="en-US" sz="3200" dirty="0"/>
          </a:p>
        </p:txBody>
      </p:sp>
      <p:sp>
        <p:nvSpPr>
          <p:cNvPr id="51" name="Text 1">
            <a:extLst>
              <a:ext uri="{FF2B5EF4-FFF2-40B4-BE49-F238E27FC236}">
                <a16:creationId xmlns:a16="http://schemas.microsoft.com/office/drawing/2014/main" id="{DE32F24A-4F77-DD2F-40E1-D9FB7ECF6966}"/>
              </a:ext>
            </a:extLst>
          </p:cNvPr>
          <p:cNvSpPr/>
          <p:nvPr/>
        </p:nvSpPr>
        <p:spPr>
          <a:xfrm>
            <a:off x="621792" y="960120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policy becomes a value estimate, then an improved policy.</a:t>
            </a:r>
            <a:endParaRPr lang="en-US" sz="16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02920" y="6510528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6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L14: Policy Iteration</a:t>
            </a:r>
            <a:endParaRPr lang="en-US" sz="760" dirty="0"/>
          </a:p>
        </p:txBody>
      </p:sp>
      <p:sp>
        <p:nvSpPr>
          <p:cNvPr id="5" name="Text 3"/>
          <p:cNvSpPr/>
          <p:nvPr/>
        </p:nvSpPr>
        <p:spPr>
          <a:xfrm>
            <a:off x="11612880" y="651052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27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2025162" y="5592684"/>
            <a:ext cx="8088607" cy="548634"/>
          </a:xfrm>
          <a:prstGeom prst="rect">
            <a:avLst/>
          </a:prstGeom>
          <a:solidFill>
            <a:srgbClr val="FFF4D6"/>
          </a:solidFill>
          <a:ln w="13970">
            <a:solidFill>
              <a:srgbClr val="F2B944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loop continues until improvement produces no changes.</a:t>
            </a:r>
            <a:endParaRPr lang="en-US" dirty="0"/>
          </a:p>
        </p:txBody>
      </p:sp>
      <p:sp>
        <p:nvSpPr>
          <p:cNvPr id="18" name="Text 0">
            <a:extLst>
              <a:ext uri="{FF2B5EF4-FFF2-40B4-BE49-F238E27FC236}">
                <a16:creationId xmlns:a16="http://schemas.microsoft.com/office/drawing/2014/main" id="{AB0393B9-10CF-8704-200D-52E61EA9054D}"/>
              </a:ext>
            </a:extLst>
          </p:cNvPr>
          <p:cNvSpPr/>
          <p:nvPr/>
        </p:nvSpPr>
        <p:spPr>
          <a:xfrm>
            <a:off x="594360" y="43891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082B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Then do it again</a:t>
            </a:r>
            <a:endParaRPr lang="en-US" sz="3200" dirty="0"/>
          </a:p>
        </p:txBody>
      </p:sp>
      <p:sp>
        <p:nvSpPr>
          <p:cNvPr id="20" name="Text 1">
            <a:extLst>
              <a:ext uri="{FF2B5EF4-FFF2-40B4-BE49-F238E27FC236}">
                <a16:creationId xmlns:a16="http://schemas.microsoft.com/office/drawing/2014/main" id="{CB3706A0-3BB5-9D19-47EE-56BAF02C77F2}"/>
              </a:ext>
            </a:extLst>
          </p:cNvPr>
          <p:cNvSpPr/>
          <p:nvPr/>
        </p:nvSpPr>
        <p:spPr>
          <a:xfrm>
            <a:off x="621792" y="960120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improved policy becomes the new current policy.</a:t>
            </a:r>
            <a:endParaRPr lang="en-US" sz="1600" dirty="0"/>
          </a:p>
        </p:txBody>
      </p:sp>
      <p:sp>
        <p:nvSpPr>
          <p:cNvPr id="23" name="Text 4">
            <a:extLst>
              <a:ext uri="{FF2B5EF4-FFF2-40B4-BE49-F238E27FC236}">
                <a16:creationId xmlns:a16="http://schemas.microsoft.com/office/drawing/2014/main" id="{ABDCF5E4-B496-817E-E95E-B29DBCA3F6ED}"/>
              </a:ext>
            </a:extLst>
          </p:cNvPr>
          <p:cNvSpPr/>
          <p:nvPr/>
        </p:nvSpPr>
        <p:spPr>
          <a:xfrm>
            <a:off x="792480" y="1819656"/>
            <a:ext cx="1989734" cy="694944"/>
          </a:xfrm>
          <a:prstGeom prst="rect">
            <a:avLst/>
          </a:prstGeom>
          <a:solidFill>
            <a:srgbClr val="EAF2F8"/>
          </a:solidFill>
          <a:ln w="12700">
            <a:solidFill>
              <a:srgbClr val="1F5D9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D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π₀</a:t>
            </a:r>
            <a:endParaRPr lang="en-US" sz="1400" dirty="0"/>
          </a:p>
        </p:txBody>
      </p:sp>
      <p:sp>
        <p:nvSpPr>
          <p:cNvPr id="25" name="Text 5">
            <a:extLst>
              <a:ext uri="{FF2B5EF4-FFF2-40B4-BE49-F238E27FC236}">
                <a16:creationId xmlns:a16="http://schemas.microsoft.com/office/drawing/2014/main" id="{F22205F9-65A6-A504-DE25-AD1A6EFDD153}"/>
              </a:ext>
            </a:extLst>
          </p:cNvPr>
          <p:cNvSpPr/>
          <p:nvPr/>
        </p:nvSpPr>
        <p:spPr>
          <a:xfrm>
            <a:off x="2782214" y="2084832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2C1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000" dirty="0"/>
          </a:p>
        </p:txBody>
      </p:sp>
      <p:sp>
        <p:nvSpPr>
          <p:cNvPr id="27" name="Text 6">
            <a:extLst>
              <a:ext uri="{FF2B5EF4-FFF2-40B4-BE49-F238E27FC236}">
                <a16:creationId xmlns:a16="http://schemas.microsoft.com/office/drawing/2014/main" id="{387CF88F-9998-66C2-7493-3BB49DD90CC0}"/>
              </a:ext>
            </a:extLst>
          </p:cNvPr>
          <p:cNvSpPr/>
          <p:nvPr/>
        </p:nvSpPr>
        <p:spPr>
          <a:xfrm>
            <a:off x="2946806" y="1819656"/>
            <a:ext cx="1989734" cy="694944"/>
          </a:xfrm>
          <a:prstGeom prst="rect">
            <a:avLst/>
          </a:prstGeom>
          <a:solidFill>
            <a:srgbClr val="EAF2F8"/>
          </a:solidFill>
          <a:ln w="12700">
            <a:solidFill>
              <a:srgbClr val="F2C14E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D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Evaluate V^π₀</a:t>
            </a:r>
            <a:endParaRPr lang="en-US" sz="1400" dirty="0"/>
          </a:p>
        </p:txBody>
      </p:sp>
      <p:sp>
        <p:nvSpPr>
          <p:cNvPr id="29" name="Text 7">
            <a:extLst>
              <a:ext uri="{FF2B5EF4-FFF2-40B4-BE49-F238E27FC236}">
                <a16:creationId xmlns:a16="http://schemas.microsoft.com/office/drawing/2014/main" id="{7AAAFA12-C83F-87DD-46F3-D072D505A1A0}"/>
              </a:ext>
            </a:extLst>
          </p:cNvPr>
          <p:cNvSpPr/>
          <p:nvPr/>
        </p:nvSpPr>
        <p:spPr>
          <a:xfrm>
            <a:off x="4936541" y="2084832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2C1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000" dirty="0"/>
          </a:p>
        </p:txBody>
      </p:sp>
      <p:sp>
        <p:nvSpPr>
          <p:cNvPr id="31" name="Text 8">
            <a:extLst>
              <a:ext uri="{FF2B5EF4-FFF2-40B4-BE49-F238E27FC236}">
                <a16:creationId xmlns:a16="http://schemas.microsoft.com/office/drawing/2014/main" id="{4E19F278-A4AD-3C67-582A-307F3C6F653C}"/>
              </a:ext>
            </a:extLst>
          </p:cNvPr>
          <p:cNvSpPr/>
          <p:nvPr/>
        </p:nvSpPr>
        <p:spPr>
          <a:xfrm>
            <a:off x="5101133" y="1819656"/>
            <a:ext cx="1989734" cy="694944"/>
          </a:xfrm>
          <a:prstGeom prst="rect">
            <a:avLst/>
          </a:prstGeom>
          <a:solidFill>
            <a:srgbClr val="FFF7DC"/>
          </a:solidFill>
          <a:ln w="12700">
            <a:solidFill>
              <a:srgbClr val="1F5D9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D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Improve to π₁</a:t>
            </a:r>
            <a:endParaRPr lang="en-US" sz="1400" dirty="0"/>
          </a:p>
        </p:txBody>
      </p:sp>
      <p:sp>
        <p:nvSpPr>
          <p:cNvPr id="33" name="Text 9">
            <a:extLst>
              <a:ext uri="{FF2B5EF4-FFF2-40B4-BE49-F238E27FC236}">
                <a16:creationId xmlns:a16="http://schemas.microsoft.com/office/drawing/2014/main" id="{9309B7C7-D70B-A810-D02B-D3722EE3F4E5}"/>
              </a:ext>
            </a:extLst>
          </p:cNvPr>
          <p:cNvSpPr/>
          <p:nvPr/>
        </p:nvSpPr>
        <p:spPr>
          <a:xfrm>
            <a:off x="7090867" y="2084832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2C1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000" dirty="0"/>
          </a:p>
        </p:txBody>
      </p:sp>
      <p:sp>
        <p:nvSpPr>
          <p:cNvPr id="35" name="Text 10">
            <a:extLst>
              <a:ext uri="{FF2B5EF4-FFF2-40B4-BE49-F238E27FC236}">
                <a16:creationId xmlns:a16="http://schemas.microsoft.com/office/drawing/2014/main" id="{A87710C8-05CC-A8CA-F815-C351D6DEA46F}"/>
              </a:ext>
            </a:extLst>
          </p:cNvPr>
          <p:cNvSpPr/>
          <p:nvPr/>
        </p:nvSpPr>
        <p:spPr>
          <a:xfrm>
            <a:off x="7255459" y="1819656"/>
            <a:ext cx="1989734" cy="694944"/>
          </a:xfrm>
          <a:prstGeom prst="rect">
            <a:avLst/>
          </a:prstGeom>
          <a:solidFill>
            <a:srgbClr val="EAF2F8"/>
          </a:solidFill>
          <a:ln w="12700">
            <a:solidFill>
              <a:srgbClr val="F2C14E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D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Evaluate V^π₁</a:t>
            </a:r>
            <a:endParaRPr lang="en-US" sz="1400" dirty="0"/>
          </a:p>
        </p:txBody>
      </p:sp>
      <p:sp>
        <p:nvSpPr>
          <p:cNvPr id="37" name="Text 11">
            <a:extLst>
              <a:ext uri="{FF2B5EF4-FFF2-40B4-BE49-F238E27FC236}">
                <a16:creationId xmlns:a16="http://schemas.microsoft.com/office/drawing/2014/main" id="{729B9BE0-F1C6-35CA-8E65-742B72F12F07}"/>
              </a:ext>
            </a:extLst>
          </p:cNvPr>
          <p:cNvSpPr/>
          <p:nvPr/>
        </p:nvSpPr>
        <p:spPr>
          <a:xfrm>
            <a:off x="9245194" y="2084832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2C1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000" dirty="0"/>
          </a:p>
        </p:txBody>
      </p:sp>
      <p:sp>
        <p:nvSpPr>
          <p:cNvPr id="39" name="Text 12">
            <a:extLst>
              <a:ext uri="{FF2B5EF4-FFF2-40B4-BE49-F238E27FC236}">
                <a16:creationId xmlns:a16="http://schemas.microsoft.com/office/drawing/2014/main" id="{DD3C5A16-8458-A42E-0745-80E758AB9A2C}"/>
              </a:ext>
            </a:extLst>
          </p:cNvPr>
          <p:cNvSpPr/>
          <p:nvPr/>
        </p:nvSpPr>
        <p:spPr>
          <a:xfrm>
            <a:off x="9409786" y="1819656"/>
            <a:ext cx="1989734" cy="694944"/>
          </a:xfrm>
          <a:prstGeom prst="rect">
            <a:avLst/>
          </a:prstGeom>
          <a:solidFill>
            <a:srgbClr val="FFF7DC"/>
          </a:solidFill>
          <a:ln w="12700">
            <a:solidFill>
              <a:srgbClr val="1F5D9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D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Improve again</a:t>
            </a:r>
            <a:endParaRPr lang="en-US" sz="1400" dirty="0"/>
          </a:p>
        </p:txBody>
      </p:sp>
      <p:sp>
        <p:nvSpPr>
          <p:cNvPr id="41" name="Text 13">
            <a:extLst>
              <a:ext uri="{FF2B5EF4-FFF2-40B4-BE49-F238E27FC236}">
                <a16:creationId xmlns:a16="http://schemas.microsoft.com/office/drawing/2014/main" id="{E9412EF4-709D-E78F-17D4-7AD039861C26}"/>
              </a:ext>
            </a:extLst>
          </p:cNvPr>
          <p:cNvSpPr/>
          <p:nvPr/>
        </p:nvSpPr>
        <p:spPr>
          <a:xfrm>
            <a:off x="883920" y="2962656"/>
            <a:ext cx="1828800" cy="393192"/>
          </a:xfrm>
          <a:prstGeom prst="rect">
            <a:avLst/>
          </a:prstGeom>
          <a:solidFill>
            <a:srgbClr val="0B2D5C"/>
          </a:solidFill>
          <a:ln w="6350">
            <a:solidFill>
              <a:srgbClr val="0B2D5C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State</a:t>
            </a:r>
            <a:endParaRPr lang="en-US" sz="1100" dirty="0"/>
          </a:p>
        </p:txBody>
      </p:sp>
      <p:sp>
        <p:nvSpPr>
          <p:cNvPr id="43" name="Text 14">
            <a:extLst>
              <a:ext uri="{FF2B5EF4-FFF2-40B4-BE49-F238E27FC236}">
                <a16:creationId xmlns:a16="http://schemas.microsoft.com/office/drawing/2014/main" id="{0B53F96C-6485-5F78-5F3A-6AFD2B2DB495}"/>
              </a:ext>
            </a:extLst>
          </p:cNvPr>
          <p:cNvSpPr/>
          <p:nvPr/>
        </p:nvSpPr>
        <p:spPr>
          <a:xfrm>
            <a:off x="2712720" y="2962656"/>
            <a:ext cx="1828800" cy="393192"/>
          </a:xfrm>
          <a:prstGeom prst="rect">
            <a:avLst/>
          </a:prstGeom>
          <a:solidFill>
            <a:srgbClr val="0B2D5C"/>
          </a:solidFill>
          <a:ln w="6350">
            <a:solidFill>
              <a:srgbClr val="0B2D5C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π₀</a:t>
            </a:r>
            <a:endParaRPr lang="en-US" sz="1100" dirty="0"/>
          </a:p>
        </p:txBody>
      </p:sp>
      <p:sp>
        <p:nvSpPr>
          <p:cNvPr id="45" name="Text 15">
            <a:extLst>
              <a:ext uri="{FF2B5EF4-FFF2-40B4-BE49-F238E27FC236}">
                <a16:creationId xmlns:a16="http://schemas.microsoft.com/office/drawing/2014/main" id="{765F5D07-5F03-A402-AD57-1A266645B95B}"/>
              </a:ext>
            </a:extLst>
          </p:cNvPr>
          <p:cNvSpPr/>
          <p:nvPr/>
        </p:nvSpPr>
        <p:spPr>
          <a:xfrm>
            <a:off x="4541520" y="2962656"/>
            <a:ext cx="1828800" cy="393192"/>
          </a:xfrm>
          <a:prstGeom prst="rect">
            <a:avLst/>
          </a:prstGeom>
          <a:solidFill>
            <a:srgbClr val="0B2D5C"/>
          </a:solidFill>
          <a:ln w="6350">
            <a:solidFill>
              <a:srgbClr val="0B2D5C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π₁</a:t>
            </a:r>
            <a:endParaRPr lang="en-US" sz="1100" dirty="0"/>
          </a:p>
        </p:txBody>
      </p:sp>
      <p:sp>
        <p:nvSpPr>
          <p:cNvPr id="47" name="Text 16">
            <a:extLst>
              <a:ext uri="{FF2B5EF4-FFF2-40B4-BE49-F238E27FC236}">
                <a16:creationId xmlns:a16="http://schemas.microsoft.com/office/drawing/2014/main" id="{FFD12E90-23D3-663E-C86C-86C744093CC3}"/>
              </a:ext>
            </a:extLst>
          </p:cNvPr>
          <p:cNvSpPr/>
          <p:nvPr/>
        </p:nvSpPr>
        <p:spPr>
          <a:xfrm>
            <a:off x="883920" y="3355848"/>
            <a:ext cx="182880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9E0E6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1400" dirty="0"/>
          </a:p>
        </p:txBody>
      </p:sp>
      <p:sp>
        <p:nvSpPr>
          <p:cNvPr id="49" name="Text 17">
            <a:extLst>
              <a:ext uri="{FF2B5EF4-FFF2-40B4-BE49-F238E27FC236}">
                <a16:creationId xmlns:a16="http://schemas.microsoft.com/office/drawing/2014/main" id="{569CE5F7-B6A3-79BC-B73B-85E2506926CA}"/>
              </a:ext>
            </a:extLst>
          </p:cNvPr>
          <p:cNvSpPr/>
          <p:nvPr/>
        </p:nvSpPr>
        <p:spPr>
          <a:xfrm>
            <a:off x="2712720" y="3355848"/>
            <a:ext cx="182880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9E0E6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Charge</a:t>
            </a:r>
            <a:endParaRPr lang="en-US" sz="1400" dirty="0"/>
          </a:p>
        </p:txBody>
      </p:sp>
      <p:sp>
        <p:nvSpPr>
          <p:cNvPr id="51" name="Text 18">
            <a:extLst>
              <a:ext uri="{FF2B5EF4-FFF2-40B4-BE49-F238E27FC236}">
                <a16:creationId xmlns:a16="http://schemas.microsoft.com/office/drawing/2014/main" id="{D0A1DB09-1EF5-EF31-ABCC-75D78BBDC65C}"/>
              </a:ext>
            </a:extLst>
          </p:cNvPr>
          <p:cNvSpPr/>
          <p:nvPr/>
        </p:nvSpPr>
        <p:spPr>
          <a:xfrm>
            <a:off x="4541520" y="3355848"/>
            <a:ext cx="182880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9E0E6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Maintain</a:t>
            </a:r>
            <a:endParaRPr lang="en-US" sz="1400" dirty="0"/>
          </a:p>
        </p:txBody>
      </p:sp>
      <p:sp>
        <p:nvSpPr>
          <p:cNvPr id="53" name="Text 19">
            <a:extLst>
              <a:ext uri="{FF2B5EF4-FFF2-40B4-BE49-F238E27FC236}">
                <a16:creationId xmlns:a16="http://schemas.microsoft.com/office/drawing/2014/main" id="{197CB6D2-2257-1788-C4AA-617C5263D4A3}"/>
              </a:ext>
            </a:extLst>
          </p:cNvPr>
          <p:cNvSpPr/>
          <p:nvPr/>
        </p:nvSpPr>
        <p:spPr>
          <a:xfrm>
            <a:off x="883920" y="3749040"/>
            <a:ext cx="1828800" cy="393192"/>
          </a:xfrm>
          <a:prstGeom prst="rect">
            <a:avLst/>
          </a:prstGeom>
          <a:solidFill>
            <a:srgbClr val="EAF2F8"/>
          </a:solidFill>
          <a:ln w="6350">
            <a:solidFill>
              <a:srgbClr val="D9E0E6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1400" dirty="0"/>
          </a:p>
        </p:txBody>
      </p:sp>
      <p:sp>
        <p:nvSpPr>
          <p:cNvPr id="55" name="Text 20">
            <a:extLst>
              <a:ext uri="{FF2B5EF4-FFF2-40B4-BE49-F238E27FC236}">
                <a16:creationId xmlns:a16="http://schemas.microsoft.com/office/drawing/2014/main" id="{F7BE9A91-4505-99AB-1E50-12B4E4ACDCA3}"/>
              </a:ext>
            </a:extLst>
          </p:cNvPr>
          <p:cNvSpPr/>
          <p:nvPr/>
        </p:nvSpPr>
        <p:spPr>
          <a:xfrm>
            <a:off x="2712720" y="3749040"/>
            <a:ext cx="1828800" cy="393192"/>
          </a:xfrm>
          <a:prstGeom prst="rect">
            <a:avLst/>
          </a:prstGeom>
          <a:solidFill>
            <a:srgbClr val="EAF2F8"/>
          </a:solidFill>
          <a:ln w="6350">
            <a:solidFill>
              <a:srgbClr val="D9E0E6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Maintain</a:t>
            </a:r>
            <a:endParaRPr lang="en-US" sz="1400" dirty="0"/>
          </a:p>
        </p:txBody>
      </p:sp>
      <p:sp>
        <p:nvSpPr>
          <p:cNvPr id="57" name="Text 21">
            <a:extLst>
              <a:ext uri="{FF2B5EF4-FFF2-40B4-BE49-F238E27FC236}">
                <a16:creationId xmlns:a16="http://schemas.microsoft.com/office/drawing/2014/main" id="{D0D00D27-4DEF-182F-FB91-7E153E8F25C1}"/>
              </a:ext>
            </a:extLst>
          </p:cNvPr>
          <p:cNvSpPr/>
          <p:nvPr/>
        </p:nvSpPr>
        <p:spPr>
          <a:xfrm>
            <a:off x="4541520" y="3749040"/>
            <a:ext cx="1828800" cy="393192"/>
          </a:xfrm>
          <a:prstGeom prst="rect">
            <a:avLst/>
          </a:prstGeom>
          <a:solidFill>
            <a:srgbClr val="EAF2F8"/>
          </a:solidFill>
          <a:ln w="6350">
            <a:solidFill>
              <a:srgbClr val="D9E0E6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Maintain</a:t>
            </a:r>
            <a:endParaRPr lang="en-US" sz="1400" dirty="0"/>
          </a:p>
        </p:txBody>
      </p:sp>
      <p:sp>
        <p:nvSpPr>
          <p:cNvPr id="59" name="Text 22">
            <a:extLst>
              <a:ext uri="{FF2B5EF4-FFF2-40B4-BE49-F238E27FC236}">
                <a16:creationId xmlns:a16="http://schemas.microsoft.com/office/drawing/2014/main" id="{3B37EE5C-49D4-CD24-05B0-C9F897389346}"/>
              </a:ext>
            </a:extLst>
          </p:cNvPr>
          <p:cNvSpPr/>
          <p:nvPr/>
        </p:nvSpPr>
        <p:spPr>
          <a:xfrm>
            <a:off x="883920" y="4142232"/>
            <a:ext cx="182880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9E0E6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1400" dirty="0"/>
          </a:p>
        </p:txBody>
      </p:sp>
      <p:sp>
        <p:nvSpPr>
          <p:cNvPr id="61" name="Text 23">
            <a:extLst>
              <a:ext uri="{FF2B5EF4-FFF2-40B4-BE49-F238E27FC236}">
                <a16:creationId xmlns:a16="http://schemas.microsoft.com/office/drawing/2014/main" id="{B5C20878-252C-74C6-141B-20A1BB7E2FC3}"/>
              </a:ext>
            </a:extLst>
          </p:cNvPr>
          <p:cNvSpPr/>
          <p:nvPr/>
        </p:nvSpPr>
        <p:spPr>
          <a:xfrm>
            <a:off x="2712720" y="4142232"/>
            <a:ext cx="182880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9E0E6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Shed</a:t>
            </a:r>
            <a:endParaRPr lang="en-US" sz="1400" dirty="0"/>
          </a:p>
        </p:txBody>
      </p:sp>
      <p:sp>
        <p:nvSpPr>
          <p:cNvPr id="63" name="Text 24">
            <a:extLst>
              <a:ext uri="{FF2B5EF4-FFF2-40B4-BE49-F238E27FC236}">
                <a16:creationId xmlns:a16="http://schemas.microsoft.com/office/drawing/2014/main" id="{9A26E6F6-03E6-E423-27DB-628CE3253D29}"/>
              </a:ext>
            </a:extLst>
          </p:cNvPr>
          <p:cNvSpPr/>
          <p:nvPr/>
        </p:nvSpPr>
        <p:spPr>
          <a:xfrm>
            <a:off x="4541520" y="4142232"/>
            <a:ext cx="182880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D9E0E6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Shed</a:t>
            </a:r>
            <a:endParaRPr lang="en-US" sz="1400" dirty="0"/>
          </a:p>
        </p:txBody>
      </p:sp>
      <p:sp>
        <p:nvSpPr>
          <p:cNvPr id="65" name="Text 25">
            <a:extLst>
              <a:ext uri="{FF2B5EF4-FFF2-40B4-BE49-F238E27FC236}">
                <a16:creationId xmlns:a16="http://schemas.microsoft.com/office/drawing/2014/main" id="{88395BA3-ED46-0DAD-87AB-A689B3B1080B}"/>
              </a:ext>
            </a:extLst>
          </p:cNvPr>
          <p:cNvSpPr/>
          <p:nvPr/>
        </p:nvSpPr>
        <p:spPr>
          <a:xfrm>
            <a:off x="6461760" y="3054096"/>
            <a:ext cx="4389120" cy="329184"/>
          </a:xfrm>
          <a:prstGeom prst="rect">
            <a:avLst/>
          </a:prstGeom>
          <a:solidFill>
            <a:srgbClr val="F2C14E"/>
          </a:solidFill>
          <a:ln w="6350">
            <a:solidFill>
              <a:srgbClr val="F2C14E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2D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point</a:t>
            </a:r>
            <a:endParaRPr lang="en-US" sz="1050" dirty="0"/>
          </a:p>
        </p:txBody>
      </p:sp>
      <p:sp>
        <p:nvSpPr>
          <p:cNvPr id="67" name="Text 26">
            <a:extLst>
              <a:ext uri="{FF2B5EF4-FFF2-40B4-BE49-F238E27FC236}">
                <a16:creationId xmlns:a16="http://schemas.microsoft.com/office/drawing/2014/main" id="{E334918E-63CA-9710-771E-2F89DE3A69D0}"/>
              </a:ext>
            </a:extLst>
          </p:cNvPr>
          <p:cNvSpPr/>
          <p:nvPr/>
        </p:nvSpPr>
        <p:spPr>
          <a:xfrm>
            <a:off x="6461760" y="3474720"/>
            <a:ext cx="4389120" cy="1225296"/>
          </a:xfrm>
          <a:prstGeom prst="rect">
            <a:avLst/>
          </a:prstGeom>
          <a:solidFill>
            <a:srgbClr val="FFF7DC"/>
          </a:solidFill>
          <a:ln w="6350">
            <a:solidFill>
              <a:srgbClr val="D9E0E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Because at least one action changed, the new policy must be evaluated next.</a:t>
            </a:r>
            <a:endParaRPr lang="en-US" sz="2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02920" y="6510528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6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L14: Policy Iteration</a:t>
            </a:r>
            <a:endParaRPr lang="en-US" sz="760" dirty="0"/>
          </a:p>
        </p:txBody>
      </p:sp>
      <p:sp>
        <p:nvSpPr>
          <p:cNvPr id="5" name="Text 3"/>
          <p:cNvSpPr/>
          <p:nvPr/>
        </p:nvSpPr>
        <p:spPr>
          <a:xfrm>
            <a:off x="11612880" y="651052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28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2703931" y="1975104"/>
            <a:ext cx="566928" cy="566928"/>
          </a:xfrm>
          <a:prstGeom prst="rect">
            <a:avLst/>
          </a:prstGeom>
          <a:solidFill>
            <a:srgbClr val="FFFFFF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270859" y="1975104"/>
            <a:ext cx="566928" cy="566928"/>
          </a:xfrm>
          <a:prstGeom prst="rect">
            <a:avLst/>
          </a:prstGeom>
          <a:solidFill>
            <a:srgbClr val="FFFFFF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837787" y="1975104"/>
            <a:ext cx="566928" cy="566928"/>
          </a:xfrm>
          <a:prstGeom prst="rect">
            <a:avLst/>
          </a:prstGeom>
          <a:solidFill>
            <a:srgbClr val="FFFFFF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404715" y="1975104"/>
            <a:ext cx="566928" cy="566928"/>
          </a:xfrm>
          <a:prstGeom prst="rect">
            <a:avLst/>
          </a:prstGeom>
          <a:solidFill>
            <a:srgbClr val="E8F6EF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AA8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+10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703931" y="2542032"/>
            <a:ext cx="566928" cy="566928"/>
          </a:xfrm>
          <a:prstGeom prst="rect">
            <a:avLst/>
          </a:prstGeom>
          <a:solidFill>
            <a:srgbClr val="FFFFFF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↑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270859" y="2542032"/>
            <a:ext cx="566928" cy="566928"/>
          </a:xfrm>
          <a:prstGeom prst="rect">
            <a:avLst/>
          </a:prstGeom>
          <a:solidFill>
            <a:srgbClr val="D4DEE8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WALL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837787" y="2542032"/>
            <a:ext cx="566928" cy="566928"/>
          </a:xfrm>
          <a:prstGeom prst="rect">
            <a:avLst/>
          </a:prstGeom>
          <a:solidFill>
            <a:srgbClr val="FFFFFF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↑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404715" y="2542032"/>
            <a:ext cx="566928" cy="566928"/>
          </a:xfrm>
          <a:prstGeom prst="rect">
            <a:avLst/>
          </a:prstGeom>
          <a:solidFill>
            <a:srgbClr val="FDECEC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0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−10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703931" y="3108960"/>
            <a:ext cx="566928" cy="566928"/>
          </a:xfrm>
          <a:prstGeom prst="rect">
            <a:avLst/>
          </a:prstGeom>
          <a:solidFill>
            <a:srgbClr val="FFFFFF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↑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270859" y="3108960"/>
            <a:ext cx="566928" cy="566928"/>
          </a:xfrm>
          <a:prstGeom prst="rect">
            <a:avLst/>
          </a:prstGeom>
          <a:solidFill>
            <a:srgbClr val="FFFFFF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←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837787" y="3108960"/>
            <a:ext cx="566928" cy="566928"/>
          </a:xfrm>
          <a:prstGeom prst="rect">
            <a:avLst/>
          </a:prstGeom>
          <a:solidFill>
            <a:srgbClr val="FFFFFF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←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404715" y="3108960"/>
            <a:ext cx="566928" cy="566928"/>
          </a:xfrm>
          <a:prstGeom prst="rect">
            <a:avLst/>
          </a:prstGeom>
          <a:solidFill>
            <a:srgbClr val="FFFFFF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812891" y="2798064"/>
            <a:ext cx="914400" cy="0"/>
          </a:xfrm>
          <a:prstGeom prst="line">
            <a:avLst/>
          </a:prstGeom>
          <a:noFill/>
          <a:ln w="31750">
            <a:solidFill>
              <a:srgbClr val="C7D4E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3200"/>
          </a:p>
        </p:txBody>
      </p:sp>
      <p:sp>
        <p:nvSpPr>
          <p:cNvPr id="19" name="Text 17"/>
          <p:cNvSpPr/>
          <p:nvPr/>
        </p:nvSpPr>
        <p:spPr>
          <a:xfrm>
            <a:off x="7093051" y="1975104"/>
            <a:ext cx="566928" cy="566928"/>
          </a:xfrm>
          <a:prstGeom prst="rect">
            <a:avLst/>
          </a:prstGeom>
          <a:solidFill>
            <a:srgbClr val="FFFFFF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659979" y="1975104"/>
            <a:ext cx="566928" cy="566928"/>
          </a:xfrm>
          <a:prstGeom prst="rect">
            <a:avLst/>
          </a:prstGeom>
          <a:solidFill>
            <a:srgbClr val="FFFFFF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6907" y="1975104"/>
            <a:ext cx="566928" cy="566928"/>
          </a:xfrm>
          <a:prstGeom prst="rect">
            <a:avLst/>
          </a:prstGeom>
          <a:solidFill>
            <a:srgbClr val="FFFFFF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793835" y="1975104"/>
            <a:ext cx="566928" cy="566928"/>
          </a:xfrm>
          <a:prstGeom prst="rect">
            <a:avLst/>
          </a:prstGeom>
          <a:solidFill>
            <a:srgbClr val="E8F6EF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AA8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+10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093051" y="2542032"/>
            <a:ext cx="566928" cy="566928"/>
          </a:xfrm>
          <a:prstGeom prst="rect">
            <a:avLst/>
          </a:prstGeom>
          <a:solidFill>
            <a:srgbClr val="FFFFFF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↑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659979" y="2542032"/>
            <a:ext cx="566928" cy="566928"/>
          </a:xfrm>
          <a:prstGeom prst="rect">
            <a:avLst/>
          </a:prstGeom>
          <a:solidFill>
            <a:srgbClr val="D4DEE8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WALL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226907" y="2542032"/>
            <a:ext cx="566928" cy="566928"/>
          </a:xfrm>
          <a:prstGeom prst="rect">
            <a:avLst/>
          </a:prstGeom>
          <a:solidFill>
            <a:srgbClr val="FFFFFF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↑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793835" y="2542032"/>
            <a:ext cx="566928" cy="566928"/>
          </a:xfrm>
          <a:prstGeom prst="rect">
            <a:avLst/>
          </a:prstGeom>
          <a:solidFill>
            <a:srgbClr val="FDECEC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0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−10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093051" y="3108960"/>
            <a:ext cx="566928" cy="566928"/>
          </a:xfrm>
          <a:prstGeom prst="rect">
            <a:avLst/>
          </a:prstGeom>
          <a:solidFill>
            <a:srgbClr val="FFFFFF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↑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659979" y="3108960"/>
            <a:ext cx="566928" cy="566928"/>
          </a:xfrm>
          <a:prstGeom prst="rect">
            <a:avLst/>
          </a:prstGeom>
          <a:solidFill>
            <a:srgbClr val="FFFFFF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←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226907" y="3108960"/>
            <a:ext cx="566928" cy="566928"/>
          </a:xfrm>
          <a:prstGeom prst="rect">
            <a:avLst/>
          </a:prstGeom>
          <a:solidFill>
            <a:srgbClr val="FFFFFF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←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793835" y="3108960"/>
            <a:ext cx="566928" cy="566928"/>
          </a:xfrm>
          <a:prstGeom prst="rect">
            <a:avLst/>
          </a:prstGeom>
          <a:solidFill>
            <a:srgbClr val="FFFFFF"/>
          </a:solidFill>
          <a:ln w="10795">
            <a:solidFill>
              <a:srgbClr val="082B55"/>
            </a:solidFill>
          </a:ln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2011680" y="4800600"/>
            <a:ext cx="8138160" cy="594360"/>
          </a:xfrm>
          <a:prstGeom prst="rect">
            <a:avLst/>
          </a:prstGeom>
          <a:solidFill>
            <a:srgbClr val="FFF4D6"/>
          </a:solidFill>
          <a:ln w="13970">
            <a:solidFill>
              <a:srgbClr val="F2B944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arrows changed → policy stable → stop.</a:t>
            </a:r>
            <a:endParaRPr lang="en-US" sz="1600" dirty="0"/>
          </a:p>
        </p:txBody>
      </p:sp>
      <p:sp>
        <p:nvSpPr>
          <p:cNvPr id="33" name="Text 0">
            <a:extLst>
              <a:ext uri="{FF2B5EF4-FFF2-40B4-BE49-F238E27FC236}">
                <a16:creationId xmlns:a16="http://schemas.microsoft.com/office/drawing/2014/main" id="{7ACB6B69-C70B-ACA4-06DB-840DC94B508F}"/>
              </a:ext>
            </a:extLst>
          </p:cNvPr>
          <p:cNvSpPr/>
          <p:nvPr/>
        </p:nvSpPr>
        <p:spPr>
          <a:xfrm>
            <a:off x="594360" y="43891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082B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When do we stop?</a:t>
            </a:r>
            <a:endParaRPr lang="en-US" sz="3200" dirty="0"/>
          </a:p>
        </p:txBody>
      </p:sp>
      <p:sp>
        <p:nvSpPr>
          <p:cNvPr id="35" name="Text 1">
            <a:extLst>
              <a:ext uri="{FF2B5EF4-FFF2-40B4-BE49-F238E27FC236}">
                <a16:creationId xmlns:a16="http://schemas.microsoft.com/office/drawing/2014/main" id="{673BD86F-D9AB-A2E5-8864-12ACF85F6A9D}"/>
              </a:ext>
            </a:extLst>
          </p:cNvPr>
          <p:cNvSpPr/>
          <p:nvPr/>
        </p:nvSpPr>
        <p:spPr>
          <a:xfrm>
            <a:off x="621792" y="960120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iteration terminates when the policy is stable.</a:t>
            </a:r>
            <a:endParaRPr lang="en-US" sz="16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02920" y="6510528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6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L14: Policy Iteration</a:t>
            </a:r>
            <a:endParaRPr lang="en-US" sz="760" dirty="0"/>
          </a:p>
        </p:txBody>
      </p:sp>
      <p:sp>
        <p:nvSpPr>
          <p:cNvPr id="5" name="Text 3"/>
          <p:cNvSpPr/>
          <p:nvPr/>
        </p:nvSpPr>
        <p:spPr>
          <a:xfrm>
            <a:off x="11612880" y="651052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29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822960" y="1965960"/>
            <a:ext cx="4572000" cy="2743200"/>
          </a:xfrm>
          <a:prstGeom prst="rect">
            <a:avLst/>
          </a:prstGeom>
          <a:solidFill>
            <a:srgbClr val="F4F8FD"/>
          </a:solidFill>
          <a:ln w="13970">
            <a:solidFill>
              <a:srgbClr val="2B70B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Value Iteration</a:t>
            </a:r>
            <a:endParaRPr lang="en-US" sz="2000" dirty="0"/>
          </a:p>
          <a:p>
            <a:pPr marL="0" indent="0" algn="ctr">
              <a:buNone/>
            </a:pPr>
            <a:endParaRPr lang="en-US" sz="2000" dirty="0"/>
          </a:p>
          <a:p>
            <a:pPr marL="0" indent="0" algn="ctr">
              <a:buNone/>
            </a:pPr>
            <a:r>
              <a:rPr lang="en-US" sz="200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Stop when value estimates change by less than a tolerance.</a:t>
            </a:r>
            <a:endParaRPr lang="en-US" sz="2000" dirty="0"/>
          </a:p>
          <a:p>
            <a:pPr marL="0" indent="0" algn="ctr">
              <a:buNone/>
            </a:pPr>
            <a:endParaRPr lang="en-US" sz="2000" dirty="0"/>
          </a:p>
          <a:p>
            <a:pPr marL="0" indent="0" algn="ctr">
              <a:buNone/>
            </a:pPr>
            <a:r>
              <a:rPr lang="en-US" sz="200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Δ is small.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766560" y="1965960"/>
            <a:ext cx="4572000" cy="2743200"/>
          </a:xfrm>
          <a:prstGeom prst="rect">
            <a:avLst/>
          </a:prstGeom>
          <a:solidFill>
            <a:srgbClr val="FFF4D6"/>
          </a:solidFill>
          <a:ln w="13970">
            <a:solidFill>
              <a:srgbClr val="F2B944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Iteration</a:t>
            </a:r>
            <a:endParaRPr lang="en-US" sz="2000" dirty="0"/>
          </a:p>
          <a:p>
            <a:pPr marL="0" indent="0" algn="ctr">
              <a:buNone/>
            </a:pPr>
            <a:endParaRPr lang="en-US" sz="2000" dirty="0"/>
          </a:p>
          <a:p>
            <a:pPr marL="0" indent="0" algn="ctr">
              <a:buNone/>
            </a:pPr>
            <a:r>
              <a:rPr lang="en-US" sz="200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Stop when improvement produces the same policy.</a:t>
            </a:r>
            <a:endParaRPr lang="en-US" sz="2000" dirty="0"/>
          </a:p>
          <a:p>
            <a:pPr marL="0" indent="0" algn="ctr">
              <a:buNone/>
            </a:pPr>
            <a:endParaRPr lang="en-US" sz="2000" dirty="0"/>
          </a:p>
          <a:p>
            <a:pPr marL="0" indent="0" algn="ctr">
              <a:buNone/>
            </a:pPr>
            <a:r>
              <a:rPr lang="en-US" sz="200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arrows changed.</a:t>
            </a:r>
          </a:p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29640" y="5468224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82B55"/>
                </a:solidFill>
              </a:rPr>
              <a:t>VI watches the numbers. PI watches the arrows.</a:t>
            </a:r>
            <a:endParaRPr lang="en-US" sz="1800" dirty="0"/>
          </a:p>
        </p:txBody>
      </p:sp>
      <p:sp>
        <p:nvSpPr>
          <p:cNvPr id="10" name="Text 0">
            <a:extLst>
              <a:ext uri="{FF2B5EF4-FFF2-40B4-BE49-F238E27FC236}">
                <a16:creationId xmlns:a16="http://schemas.microsoft.com/office/drawing/2014/main" id="{256C3CEC-47C6-3F00-5342-04DD3A632B45}"/>
              </a:ext>
            </a:extLst>
          </p:cNvPr>
          <p:cNvSpPr/>
          <p:nvPr/>
        </p:nvSpPr>
        <p:spPr>
          <a:xfrm>
            <a:off x="594360" y="43891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082B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Policy stability is different from value convergence</a:t>
            </a:r>
            <a:endParaRPr lang="en-US" sz="3200" dirty="0"/>
          </a:p>
        </p:txBody>
      </p:sp>
      <p:sp>
        <p:nvSpPr>
          <p:cNvPr id="12" name="Text 1">
            <a:extLst>
              <a:ext uri="{FF2B5EF4-FFF2-40B4-BE49-F238E27FC236}">
                <a16:creationId xmlns:a16="http://schemas.microsoft.com/office/drawing/2014/main" id="{F0E1A39C-5DCC-68A1-202E-7D43BC92237E}"/>
              </a:ext>
            </a:extLst>
          </p:cNvPr>
          <p:cNvSpPr/>
          <p:nvPr/>
        </p:nvSpPr>
        <p:spPr>
          <a:xfrm>
            <a:off x="621792" y="960120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Different algorithms use different stopping signals.</a:t>
            </a:r>
            <a:endParaRPr lang="en-US" sz="16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02920" y="6510528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6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L14: Policy Iteration</a:t>
            </a:r>
            <a:endParaRPr lang="en-US" sz="760" dirty="0"/>
          </a:p>
        </p:txBody>
      </p:sp>
      <p:sp>
        <p:nvSpPr>
          <p:cNvPr id="5" name="Text 3"/>
          <p:cNvSpPr/>
          <p:nvPr/>
        </p:nvSpPr>
        <p:spPr>
          <a:xfrm>
            <a:off x="11612880" y="651052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868680" y="1911096"/>
            <a:ext cx="4846320" cy="2377440"/>
          </a:xfrm>
          <a:prstGeom prst="rect">
            <a:avLst/>
          </a:prstGeom>
          <a:solidFill>
            <a:srgbClr val="F4F8FD"/>
          </a:solidFill>
          <a:ln w="13970">
            <a:solidFill>
              <a:srgbClr val="2B70B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Value Iteration</a:t>
            </a:r>
            <a:endParaRPr lang="en-US" sz="2000" dirty="0"/>
          </a:p>
          <a:p>
            <a:pPr marL="0" indent="0" algn="ctr">
              <a:buNone/>
            </a:pPr>
            <a:endParaRPr lang="en-US" sz="2000" dirty="0"/>
          </a:p>
          <a:p>
            <a:pPr marL="0" indent="0" algn="ctr">
              <a:buNone/>
            </a:pPr>
            <a:r>
              <a:rPr lang="en-US" sz="200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V₀ → Bellman optimality backup → V₁</a:t>
            </a:r>
            <a:endParaRPr lang="en-US" sz="2000" dirty="0"/>
          </a:p>
          <a:p>
            <a:pPr marL="0" indent="0" algn="ctr">
              <a:buNone/>
            </a:pPr>
            <a:endParaRPr lang="en-US" sz="2000" dirty="0"/>
          </a:p>
          <a:p>
            <a:pPr marL="0" indent="0" algn="ctr">
              <a:buNone/>
            </a:pPr>
            <a:r>
              <a:rPr lang="en-US" sz="200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 occurs inside each backup.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537960" y="1911096"/>
            <a:ext cx="4846320" cy="2377440"/>
          </a:xfrm>
          <a:prstGeom prst="rect">
            <a:avLst/>
          </a:prstGeom>
          <a:solidFill>
            <a:srgbClr val="FFF4D6"/>
          </a:solidFill>
          <a:ln w="13970">
            <a:solidFill>
              <a:srgbClr val="F2B944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Iteration</a:t>
            </a:r>
            <a:endParaRPr lang="en-US" sz="2000" dirty="0"/>
          </a:p>
          <a:p>
            <a:pPr marL="0" indent="0" algn="ctr">
              <a:buNone/>
            </a:pPr>
            <a:endParaRPr lang="en-US" sz="2000" dirty="0"/>
          </a:p>
          <a:p>
            <a:pPr marL="0" indent="0" algn="ctr">
              <a:buNone/>
            </a:pPr>
            <a:r>
              <a:rPr lang="en-US" sz="200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π₀ → evaluate π₀ → improve → π₁</a:t>
            </a:r>
            <a:endParaRPr lang="en-US" sz="2000" dirty="0"/>
          </a:p>
          <a:p>
            <a:pPr marL="0" indent="0" algn="ctr">
              <a:buNone/>
            </a:pPr>
            <a:endParaRPr lang="en-US" sz="2000" dirty="0"/>
          </a:p>
          <a:p>
            <a:pPr marL="0" indent="0" algn="ctr">
              <a:buNone/>
            </a:pPr>
            <a:r>
              <a:rPr lang="en-US" sz="200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 occurs during improvement.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2072640" y="5120640"/>
            <a:ext cx="8046720" cy="548640"/>
          </a:xfrm>
          <a:prstGeom prst="rect">
            <a:avLst/>
          </a:prstGeom>
          <a:solidFill>
            <a:srgbClr val="EAF2FA"/>
          </a:solidFill>
          <a:ln w="13970">
            <a:solidFill>
              <a:srgbClr val="2B70B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 mixes judging and choosing. PI separates judging from choosing.</a:t>
            </a:r>
            <a:endParaRPr lang="en-US" sz="1600" dirty="0"/>
          </a:p>
        </p:txBody>
      </p:sp>
      <p:sp>
        <p:nvSpPr>
          <p:cNvPr id="10" name="Text 0">
            <a:extLst>
              <a:ext uri="{FF2B5EF4-FFF2-40B4-BE49-F238E27FC236}">
                <a16:creationId xmlns:a16="http://schemas.microsoft.com/office/drawing/2014/main" id="{BF7F1154-7496-BA2D-E364-015277EB3774}"/>
              </a:ext>
            </a:extLst>
          </p:cNvPr>
          <p:cNvSpPr/>
          <p:nvPr/>
        </p:nvSpPr>
        <p:spPr>
          <a:xfrm>
            <a:off x="594360" y="43891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082B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VI vs. PI: same ingredients, different organization</a:t>
            </a:r>
            <a:endParaRPr lang="en-US" sz="3200" dirty="0"/>
          </a:p>
        </p:txBody>
      </p:sp>
      <p:sp>
        <p:nvSpPr>
          <p:cNvPr id="12" name="Text 1">
            <a:extLst>
              <a:ext uri="{FF2B5EF4-FFF2-40B4-BE49-F238E27FC236}">
                <a16:creationId xmlns:a16="http://schemas.microsoft.com/office/drawing/2014/main" id="{B4CBE8D5-CBCF-DCAA-0DF4-F71BA1375453}"/>
              </a:ext>
            </a:extLst>
          </p:cNvPr>
          <p:cNvSpPr/>
          <p:nvPr/>
        </p:nvSpPr>
        <p:spPr>
          <a:xfrm>
            <a:off x="621792" y="960120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Both use model-based Bellman reasoning.</a:t>
            </a:r>
            <a:endParaRPr lang="en-US" sz="16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02920" y="6510528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6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L14: Policy Iteration</a:t>
            </a:r>
            <a:endParaRPr lang="en-US" sz="760" dirty="0"/>
          </a:p>
        </p:txBody>
      </p:sp>
      <p:sp>
        <p:nvSpPr>
          <p:cNvPr id="5" name="Text 3"/>
          <p:cNvSpPr/>
          <p:nvPr/>
        </p:nvSpPr>
        <p:spPr>
          <a:xfrm>
            <a:off x="11612880" y="651052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31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822960" y="1602444"/>
            <a:ext cx="4754880" cy="2741376"/>
          </a:xfrm>
          <a:prstGeom prst="rect">
            <a:avLst/>
          </a:prstGeom>
          <a:solidFill>
            <a:srgbClr val="F4F8FD"/>
          </a:solidFill>
          <a:ln w="13970">
            <a:solidFill>
              <a:srgbClr val="2B70B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Value Iteration</a:t>
            </a:r>
            <a:endParaRPr lang="en-US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every backup:</a:t>
            </a:r>
            <a:br>
              <a:rPr lang="en-US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</a:br>
            <a:endParaRPr lang="en-US" dirty="0"/>
          </a:p>
          <a:p>
            <a:pPr marL="0" indent="0" algn="ctr">
              <a:buNone/>
            </a:pPr>
            <a:r>
              <a:rPr lang="en-US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possible actions → MAX → updated V</a:t>
            </a:r>
            <a:br>
              <a:rPr lang="en-US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</a:br>
            <a:br>
              <a:rPr lang="en-US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</a:b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583680" y="1602444"/>
            <a:ext cx="4754880" cy="2741376"/>
          </a:xfrm>
          <a:prstGeom prst="rect">
            <a:avLst/>
          </a:prstGeom>
          <a:solidFill>
            <a:srgbClr val="FFF4D6"/>
          </a:solidFill>
          <a:ln w="13970">
            <a:solidFill>
              <a:srgbClr val="F2B944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Iteration</a:t>
            </a:r>
            <a:endParaRPr lang="en-US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Evaluation: </a:t>
            </a:r>
            <a:br>
              <a:rPr lang="en-US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</a:br>
            <a:r>
              <a:rPr lang="en-US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follow π only</a:t>
            </a:r>
            <a:br>
              <a:rPr lang="en-US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</a:br>
            <a:endParaRPr lang="en-US" dirty="0"/>
          </a:p>
          <a:p>
            <a:pPr marL="0" indent="0" algn="ctr">
              <a:buNone/>
            </a:pPr>
            <a:r>
              <a:rPr lang="en-US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Improvement: </a:t>
            </a:r>
            <a:br>
              <a:rPr lang="en-US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</a:br>
            <a:r>
              <a:rPr lang="en-US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actions → MAX → new π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209800" y="4939583"/>
            <a:ext cx="7772400" cy="566928"/>
          </a:xfrm>
          <a:prstGeom prst="rect">
            <a:avLst/>
          </a:prstGeom>
          <a:solidFill>
            <a:srgbClr val="FDECEC"/>
          </a:solidFill>
          <a:ln w="13970">
            <a:solidFill>
              <a:srgbClr val="D04A4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D0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MAX during evaluation of a fixed deterministic policy.</a:t>
            </a:r>
            <a:endParaRPr lang="en-US" sz="1500" dirty="0"/>
          </a:p>
        </p:txBody>
      </p:sp>
      <p:sp>
        <p:nvSpPr>
          <p:cNvPr id="10" name="Text 0">
            <a:extLst>
              <a:ext uri="{FF2B5EF4-FFF2-40B4-BE49-F238E27FC236}">
                <a16:creationId xmlns:a16="http://schemas.microsoft.com/office/drawing/2014/main" id="{24D99132-3BC3-45B9-3E7E-8EA306E37170}"/>
              </a:ext>
            </a:extLst>
          </p:cNvPr>
          <p:cNvSpPr/>
          <p:nvPr/>
        </p:nvSpPr>
        <p:spPr>
          <a:xfrm>
            <a:off x="594360" y="43891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082B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Where does MAX happen?</a:t>
            </a:r>
            <a:endParaRPr lang="en-US" sz="3200" dirty="0"/>
          </a:p>
        </p:txBody>
      </p:sp>
      <p:sp>
        <p:nvSpPr>
          <p:cNvPr id="12" name="Text 1">
            <a:extLst>
              <a:ext uri="{FF2B5EF4-FFF2-40B4-BE49-F238E27FC236}">
                <a16:creationId xmlns:a16="http://schemas.microsoft.com/office/drawing/2014/main" id="{92AA5302-6867-D239-94AD-7839E6A85A6C}"/>
              </a:ext>
            </a:extLst>
          </p:cNvPr>
          <p:cNvSpPr/>
          <p:nvPr/>
        </p:nvSpPr>
        <p:spPr>
          <a:xfrm>
            <a:off x="621792" y="960120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placement of MAX tells the story.</a:t>
            </a:r>
            <a:endParaRPr lang="en-US" sz="16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02920" y="6510528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6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L14: Policy Iteration</a:t>
            </a:r>
            <a:endParaRPr lang="en-US" sz="760" dirty="0"/>
          </a:p>
        </p:txBody>
      </p:sp>
      <p:sp>
        <p:nvSpPr>
          <p:cNvPr id="5" name="Text 3"/>
          <p:cNvSpPr/>
          <p:nvPr/>
        </p:nvSpPr>
        <p:spPr>
          <a:xfrm>
            <a:off x="11612880" y="651052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32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822960" y="1800470"/>
            <a:ext cx="2148840" cy="914400"/>
          </a:xfrm>
          <a:prstGeom prst="rect">
            <a:avLst/>
          </a:prstGeom>
          <a:solidFill>
            <a:srgbClr val="F4F8FD"/>
          </a:solidFill>
          <a:ln w="13970">
            <a:solidFill>
              <a:srgbClr val="2B70B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0" y="1800470"/>
            <a:ext cx="2148840" cy="914400"/>
          </a:xfrm>
          <a:prstGeom prst="rect">
            <a:avLst/>
          </a:prstGeom>
          <a:solidFill>
            <a:srgbClr val="F4F8FD"/>
          </a:solidFill>
          <a:ln w="13970">
            <a:solidFill>
              <a:srgbClr val="2B70B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92240" y="1800470"/>
            <a:ext cx="2148840" cy="914400"/>
          </a:xfrm>
          <a:prstGeom prst="rect">
            <a:avLst/>
          </a:prstGeom>
          <a:solidFill>
            <a:srgbClr val="FFF4D6"/>
          </a:solidFill>
          <a:ln w="13970">
            <a:solidFill>
              <a:srgbClr val="F2B944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Transition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probabilities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326880" y="1800470"/>
            <a:ext cx="2148840" cy="914400"/>
          </a:xfrm>
          <a:prstGeom prst="rect">
            <a:avLst/>
          </a:prstGeom>
          <a:solidFill>
            <a:srgbClr val="FFF4D6"/>
          </a:solidFill>
          <a:ln w="13970">
            <a:solidFill>
              <a:srgbClr val="F2B944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Rewards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53670" y="3439939"/>
            <a:ext cx="4754880" cy="1005840"/>
          </a:xfrm>
          <a:prstGeom prst="rect">
            <a:avLst/>
          </a:prstGeom>
          <a:solidFill>
            <a:srgbClr val="EAF2FA"/>
          </a:solidFill>
          <a:ln w="13970">
            <a:solidFill>
              <a:srgbClr val="2B70B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Needed for evaluation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P(s′|s,a) and R determine the expected return under the policy.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531510" y="3439939"/>
            <a:ext cx="4754880" cy="1005840"/>
          </a:xfrm>
          <a:prstGeom prst="rect">
            <a:avLst/>
          </a:prstGeom>
          <a:solidFill>
            <a:srgbClr val="FFF4D6"/>
          </a:solidFill>
          <a:ln w="13970">
            <a:solidFill>
              <a:srgbClr val="F2B944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question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if those transition probabilities are unknown?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45110" y="5367528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82B55"/>
                </a:solidFill>
              </a:rPr>
              <a:t>This sets up Q-learning: learning from experience instead of a known model.</a:t>
            </a:r>
            <a:endParaRPr lang="en-US" sz="1600" dirty="0"/>
          </a:p>
        </p:txBody>
      </p:sp>
      <p:sp>
        <p:nvSpPr>
          <p:cNvPr id="14" name="Text 0">
            <a:extLst>
              <a:ext uri="{FF2B5EF4-FFF2-40B4-BE49-F238E27FC236}">
                <a16:creationId xmlns:a16="http://schemas.microsoft.com/office/drawing/2014/main" id="{24DEC932-AE8C-B8C8-70E2-B0F97A2A2FEF}"/>
              </a:ext>
            </a:extLst>
          </p:cNvPr>
          <p:cNvSpPr/>
          <p:nvPr/>
        </p:nvSpPr>
        <p:spPr>
          <a:xfrm>
            <a:off x="594360" y="43891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082B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Both are model-based</a:t>
            </a:r>
            <a:endParaRPr lang="en-US" sz="3200" dirty="0"/>
          </a:p>
        </p:txBody>
      </p:sp>
      <p:sp>
        <p:nvSpPr>
          <p:cNvPr id="16" name="Text 1">
            <a:extLst>
              <a:ext uri="{FF2B5EF4-FFF2-40B4-BE49-F238E27FC236}">
                <a16:creationId xmlns:a16="http://schemas.microsoft.com/office/drawing/2014/main" id="{F0AA1A9D-283C-34D6-5A66-761639EC1E60}"/>
              </a:ext>
            </a:extLst>
          </p:cNvPr>
          <p:cNvSpPr/>
          <p:nvPr/>
        </p:nvSpPr>
        <p:spPr>
          <a:xfrm>
            <a:off x="621792" y="960120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iteration still needs the MDP model.</a:t>
            </a:r>
            <a:endParaRPr lang="en-US" sz="16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02920" y="6510528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6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L14: Policy Iteration</a:t>
            </a:r>
            <a:endParaRPr lang="en-US" sz="760" dirty="0"/>
          </a:p>
        </p:txBody>
      </p:sp>
      <p:sp>
        <p:nvSpPr>
          <p:cNvPr id="5" name="Text 3"/>
          <p:cNvSpPr/>
          <p:nvPr/>
        </p:nvSpPr>
        <p:spPr>
          <a:xfrm>
            <a:off x="11612880" y="651052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33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681873" y="1920240"/>
            <a:ext cx="914400" cy="525780"/>
          </a:xfrm>
          <a:prstGeom prst="rect">
            <a:avLst/>
          </a:prstGeom>
          <a:solidFill>
            <a:srgbClr val="082B55"/>
          </a:solidFill>
          <a:ln w="8890">
            <a:solidFill>
              <a:srgbClr val="C7D4E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596273" y="1920240"/>
            <a:ext cx="1554480" cy="525780"/>
          </a:xfrm>
          <a:prstGeom prst="rect">
            <a:avLst/>
          </a:prstGeom>
          <a:solidFill>
            <a:srgbClr val="082B55"/>
          </a:solidFill>
          <a:ln w="8890">
            <a:solidFill>
              <a:srgbClr val="C7D4E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action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150753" y="1920240"/>
            <a:ext cx="1188720" cy="525780"/>
          </a:xfrm>
          <a:prstGeom prst="rect">
            <a:avLst/>
          </a:prstGeom>
          <a:solidFill>
            <a:srgbClr val="082B55"/>
          </a:solidFill>
          <a:ln w="8890">
            <a:solidFill>
              <a:srgbClr val="C7D4E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Q(Hold)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339473" y="1920240"/>
            <a:ext cx="1188720" cy="525780"/>
          </a:xfrm>
          <a:prstGeom prst="rect">
            <a:avLst/>
          </a:prstGeom>
          <a:solidFill>
            <a:srgbClr val="082B55"/>
          </a:solidFill>
          <a:ln w="8890">
            <a:solidFill>
              <a:srgbClr val="C7D4E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Q(Charge)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528193" y="1920240"/>
            <a:ext cx="1554480" cy="525780"/>
          </a:xfrm>
          <a:prstGeom prst="rect">
            <a:avLst/>
          </a:prstGeom>
          <a:solidFill>
            <a:srgbClr val="082B55"/>
          </a:solidFill>
          <a:ln w="8890">
            <a:solidFill>
              <a:srgbClr val="C7D4E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Improved action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1873" y="2446020"/>
            <a:ext cx="914400" cy="525780"/>
          </a:xfrm>
          <a:prstGeom prst="rect">
            <a:avLst/>
          </a:prstGeom>
          <a:solidFill>
            <a:srgbClr val="FFFFFF"/>
          </a:solidFill>
          <a:ln w="8890">
            <a:solidFill>
              <a:srgbClr val="C7D4E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596273" y="2446020"/>
            <a:ext cx="1554480" cy="525780"/>
          </a:xfrm>
          <a:prstGeom prst="rect">
            <a:avLst/>
          </a:prstGeom>
          <a:solidFill>
            <a:srgbClr val="FFFFFF"/>
          </a:solidFill>
          <a:ln w="8890">
            <a:solidFill>
              <a:srgbClr val="C7D4E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Hold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150753" y="2446020"/>
            <a:ext cx="1188720" cy="525780"/>
          </a:xfrm>
          <a:prstGeom prst="rect">
            <a:avLst/>
          </a:prstGeom>
          <a:solidFill>
            <a:srgbClr val="FFFFFF"/>
          </a:solidFill>
          <a:ln w="8890">
            <a:solidFill>
              <a:srgbClr val="C7D4E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339473" y="2446020"/>
            <a:ext cx="1188720" cy="525780"/>
          </a:xfrm>
          <a:prstGeom prst="rect">
            <a:avLst/>
          </a:prstGeom>
          <a:solidFill>
            <a:srgbClr val="FFFFFF"/>
          </a:solidFill>
          <a:ln w="8890">
            <a:solidFill>
              <a:srgbClr val="C7D4E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528193" y="2446020"/>
            <a:ext cx="1554480" cy="525780"/>
          </a:xfrm>
          <a:prstGeom prst="rect">
            <a:avLst/>
          </a:prstGeom>
          <a:solidFill>
            <a:srgbClr val="FFFFFF"/>
          </a:solidFill>
          <a:ln w="8890">
            <a:solidFill>
              <a:srgbClr val="C7D4E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____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81873" y="2971800"/>
            <a:ext cx="914400" cy="525780"/>
          </a:xfrm>
          <a:prstGeom prst="rect">
            <a:avLst/>
          </a:prstGeom>
          <a:solidFill>
            <a:srgbClr val="F4F8FD"/>
          </a:solidFill>
          <a:ln w="8890">
            <a:solidFill>
              <a:srgbClr val="C7D4E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596273" y="2971800"/>
            <a:ext cx="1554480" cy="525780"/>
          </a:xfrm>
          <a:prstGeom prst="rect">
            <a:avLst/>
          </a:prstGeom>
          <a:solidFill>
            <a:srgbClr val="F4F8FD"/>
          </a:solidFill>
          <a:ln w="8890">
            <a:solidFill>
              <a:srgbClr val="C7D4E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Charge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150753" y="2971800"/>
            <a:ext cx="1188720" cy="525780"/>
          </a:xfrm>
          <a:prstGeom prst="rect">
            <a:avLst/>
          </a:prstGeom>
          <a:solidFill>
            <a:srgbClr val="F4F8FD"/>
          </a:solidFill>
          <a:ln w="8890">
            <a:solidFill>
              <a:srgbClr val="C7D4E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339473" y="2971800"/>
            <a:ext cx="1188720" cy="525780"/>
          </a:xfrm>
          <a:prstGeom prst="rect">
            <a:avLst/>
          </a:prstGeom>
          <a:solidFill>
            <a:srgbClr val="F4F8FD"/>
          </a:solidFill>
          <a:ln w="8890">
            <a:solidFill>
              <a:srgbClr val="C7D4E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528193" y="2971800"/>
            <a:ext cx="1554480" cy="525780"/>
          </a:xfrm>
          <a:prstGeom prst="rect">
            <a:avLst/>
          </a:prstGeom>
          <a:solidFill>
            <a:srgbClr val="F4F8FD"/>
          </a:solidFill>
          <a:ln w="8890">
            <a:solidFill>
              <a:srgbClr val="C7D4E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____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81873" y="3497580"/>
            <a:ext cx="914400" cy="525780"/>
          </a:xfrm>
          <a:prstGeom prst="rect">
            <a:avLst/>
          </a:prstGeom>
          <a:solidFill>
            <a:srgbClr val="FFFFFF"/>
          </a:solidFill>
          <a:ln w="8890">
            <a:solidFill>
              <a:srgbClr val="C7D4E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596273" y="3497580"/>
            <a:ext cx="1554480" cy="525780"/>
          </a:xfrm>
          <a:prstGeom prst="rect">
            <a:avLst/>
          </a:prstGeom>
          <a:solidFill>
            <a:srgbClr val="FFFFFF"/>
          </a:solidFill>
          <a:ln w="8890">
            <a:solidFill>
              <a:srgbClr val="C7D4E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Hold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150753" y="3497580"/>
            <a:ext cx="1188720" cy="525780"/>
          </a:xfrm>
          <a:prstGeom prst="rect">
            <a:avLst/>
          </a:prstGeom>
          <a:solidFill>
            <a:srgbClr val="FFFFFF"/>
          </a:solidFill>
          <a:ln w="8890">
            <a:solidFill>
              <a:srgbClr val="C7D4E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339473" y="3497580"/>
            <a:ext cx="1188720" cy="525780"/>
          </a:xfrm>
          <a:prstGeom prst="rect">
            <a:avLst/>
          </a:prstGeom>
          <a:solidFill>
            <a:srgbClr val="FFFFFF"/>
          </a:solidFill>
          <a:ln w="8890">
            <a:solidFill>
              <a:srgbClr val="C7D4E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528193" y="3497580"/>
            <a:ext cx="1554480" cy="525780"/>
          </a:xfrm>
          <a:prstGeom prst="rect">
            <a:avLst/>
          </a:prstGeom>
          <a:solidFill>
            <a:srgbClr val="FFFFFF"/>
          </a:solidFill>
          <a:ln w="8890">
            <a:solidFill>
              <a:srgbClr val="C7D4E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____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631313" y="2199132"/>
            <a:ext cx="4115642" cy="1508760"/>
          </a:xfrm>
          <a:prstGeom prst="rect">
            <a:avLst/>
          </a:prstGeom>
          <a:solidFill>
            <a:srgbClr val="FFF4D6"/>
          </a:solidFill>
          <a:ln w="13970">
            <a:solidFill>
              <a:srgbClr val="F2B944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Tasks</a:t>
            </a:r>
            <a:endParaRPr lang="en-US" dirty="0"/>
          </a:p>
          <a:p>
            <a:pPr marL="0" indent="0" algn="ctr">
              <a:buNone/>
            </a:pPr>
            <a:r>
              <a:rPr lang="en-US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Fill in the improved action.</a:t>
            </a:r>
            <a:endParaRPr lang="en-US" dirty="0"/>
          </a:p>
          <a:p>
            <a:pPr marL="0" indent="0" algn="ctr">
              <a:buNone/>
            </a:pPr>
            <a:r>
              <a:rPr lang="en-US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Identify which states changed.</a:t>
            </a:r>
            <a:endParaRPr lang="en-US" dirty="0"/>
          </a:p>
          <a:p>
            <a:pPr marL="0" indent="0" algn="ctr">
              <a:buNone/>
            </a:pPr>
            <a:r>
              <a:rPr lang="en-US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Decide whether the policy is stable.</a:t>
            </a: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914400" y="493776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82B55"/>
                </a:solidFill>
              </a:rPr>
              <a:t>Improvement chooses the highest action value at each state.</a:t>
            </a:r>
            <a:endParaRPr lang="en-US" sz="1600" dirty="0"/>
          </a:p>
        </p:txBody>
      </p:sp>
      <p:sp>
        <p:nvSpPr>
          <p:cNvPr id="29" name="Text 0">
            <a:extLst>
              <a:ext uri="{FF2B5EF4-FFF2-40B4-BE49-F238E27FC236}">
                <a16:creationId xmlns:a16="http://schemas.microsoft.com/office/drawing/2014/main" id="{4D5AD1F2-89F0-A8CC-8105-F3DFE5C81781}"/>
              </a:ext>
            </a:extLst>
          </p:cNvPr>
          <p:cNvSpPr/>
          <p:nvPr/>
        </p:nvSpPr>
        <p:spPr>
          <a:xfrm>
            <a:off x="594360" y="43891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082B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Practice: policy-improvement sprint</a:t>
            </a:r>
            <a:endParaRPr lang="en-US" sz="3200" dirty="0"/>
          </a:p>
        </p:txBody>
      </p:sp>
      <p:sp>
        <p:nvSpPr>
          <p:cNvPr id="31" name="Text 1">
            <a:extLst>
              <a:ext uri="{FF2B5EF4-FFF2-40B4-BE49-F238E27FC236}">
                <a16:creationId xmlns:a16="http://schemas.microsoft.com/office/drawing/2014/main" id="{BBE5E66F-B41F-0BF4-D3E5-04334060E44B}"/>
              </a:ext>
            </a:extLst>
          </p:cNvPr>
          <p:cNvSpPr/>
          <p:nvPr/>
        </p:nvSpPr>
        <p:spPr>
          <a:xfrm>
            <a:off x="621792" y="960120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evaluated action values to improve the policy.</a:t>
            </a:r>
            <a:endParaRPr lang="en-US" sz="16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02920" y="6510528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6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L14: Policy Iteration</a:t>
            </a:r>
            <a:endParaRPr lang="en-US" sz="760" dirty="0"/>
          </a:p>
        </p:txBody>
      </p:sp>
      <p:sp>
        <p:nvSpPr>
          <p:cNvPr id="5" name="Text 3"/>
          <p:cNvSpPr/>
          <p:nvPr/>
        </p:nvSpPr>
        <p:spPr>
          <a:xfrm>
            <a:off x="11612880" y="651052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34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097280" y="2084832"/>
            <a:ext cx="3017520" cy="2011680"/>
          </a:xfrm>
          <a:prstGeom prst="rect">
            <a:avLst/>
          </a:prstGeom>
          <a:solidFill>
            <a:srgbClr val="F4F8FD"/>
          </a:solidFill>
          <a:ln w="13970">
            <a:solidFill>
              <a:srgbClr val="2B70B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policy</a:t>
            </a:r>
            <a:endParaRPr lang="en-US" sz="2000" dirty="0"/>
          </a:p>
          <a:p>
            <a:pPr marL="0" indent="0" algn="ctr">
              <a:buNone/>
            </a:pP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 → Hold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 → Charge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 → Hold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480560" y="3090672"/>
            <a:ext cx="731520" cy="0"/>
          </a:xfrm>
          <a:prstGeom prst="line">
            <a:avLst/>
          </a:prstGeom>
          <a:noFill/>
          <a:ln w="31750">
            <a:solidFill>
              <a:srgbClr val="C7D4E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2800"/>
          </a:p>
        </p:txBody>
      </p:sp>
      <p:sp>
        <p:nvSpPr>
          <p:cNvPr id="8" name="Text 6"/>
          <p:cNvSpPr/>
          <p:nvPr/>
        </p:nvSpPr>
        <p:spPr>
          <a:xfrm>
            <a:off x="5577840" y="2084832"/>
            <a:ext cx="3017520" cy="2011680"/>
          </a:xfrm>
          <a:prstGeom prst="rect">
            <a:avLst/>
          </a:prstGeom>
          <a:solidFill>
            <a:srgbClr val="E8F6EF"/>
          </a:solidFill>
          <a:ln w="13970">
            <a:solidFill>
              <a:srgbClr val="2AA87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After improvement</a:t>
            </a:r>
            <a:endParaRPr lang="en-US" sz="2000" dirty="0"/>
          </a:p>
          <a:p>
            <a:pPr marL="0" indent="0" algn="ctr">
              <a:buNone/>
            </a:pP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 → Charge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 → Charge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 → Hold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284245" y="2377440"/>
            <a:ext cx="2194560" cy="1371600"/>
          </a:xfrm>
          <a:prstGeom prst="rect">
            <a:avLst/>
          </a:prstGeom>
          <a:solidFill>
            <a:srgbClr val="FFF4D6"/>
          </a:solidFill>
          <a:ln w="13970">
            <a:solidFill>
              <a:srgbClr val="F2B944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 the policy stable?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happens next?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498348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82B55"/>
                </a:solidFill>
              </a:rPr>
              <a:t>If any action changes, the new policy must be evaluated.</a:t>
            </a:r>
            <a:endParaRPr lang="en-US" sz="1600" dirty="0"/>
          </a:p>
        </p:txBody>
      </p:sp>
      <p:sp>
        <p:nvSpPr>
          <p:cNvPr id="12" name="Text 0">
            <a:extLst>
              <a:ext uri="{FF2B5EF4-FFF2-40B4-BE49-F238E27FC236}">
                <a16:creationId xmlns:a16="http://schemas.microsoft.com/office/drawing/2014/main" id="{7A2166E0-A229-29A4-FB8A-30E53A80F014}"/>
              </a:ext>
            </a:extLst>
          </p:cNvPr>
          <p:cNvSpPr/>
          <p:nvPr/>
        </p:nvSpPr>
        <p:spPr>
          <a:xfrm>
            <a:off x="594360" y="43891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082B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Mini cycle: are we done?</a:t>
            </a:r>
            <a:endParaRPr lang="en-US" sz="3200" dirty="0"/>
          </a:p>
        </p:txBody>
      </p:sp>
      <p:sp>
        <p:nvSpPr>
          <p:cNvPr id="14" name="Text 1">
            <a:extLst>
              <a:ext uri="{FF2B5EF4-FFF2-40B4-BE49-F238E27FC236}">
                <a16:creationId xmlns:a16="http://schemas.microsoft.com/office/drawing/2014/main" id="{3D1A8A07-643C-7C5C-27EA-4DA9324288AB}"/>
              </a:ext>
            </a:extLst>
          </p:cNvPr>
          <p:cNvSpPr/>
          <p:nvPr/>
        </p:nvSpPr>
        <p:spPr>
          <a:xfrm>
            <a:off x="621792" y="960120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the current policy to the improved policy.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02920" y="6510528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6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L14: Policy Iteration</a:t>
            </a:r>
            <a:endParaRPr lang="en-US" sz="760" dirty="0"/>
          </a:p>
        </p:txBody>
      </p:sp>
      <p:sp>
        <p:nvSpPr>
          <p:cNvPr id="5" name="Text 3"/>
          <p:cNvSpPr/>
          <p:nvPr/>
        </p:nvSpPr>
        <p:spPr>
          <a:xfrm>
            <a:off x="11612880" y="651052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35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914400" y="1783080"/>
            <a:ext cx="7772400" cy="603504"/>
          </a:xfrm>
          <a:prstGeom prst="rect">
            <a:avLst/>
          </a:prstGeom>
          <a:solidFill>
            <a:srgbClr val="082B55"/>
          </a:solidFill>
          <a:ln w="8890">
            <a:solidFill>
              <a:srgbClr val="C7D4E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Statement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686800" y="1783080"/>
            <a:ext cx="2468880" cy="603504"/>
          </a:xfrm>
          <a:prstGeom prst="rect">
            <a:avLst/>
          </a:prstGeom>
          <a:solidFill>
            <a:srgbClr val="082B55"/>
          </a:solidFill>
          <a:ln w="8890">
            <a:solidFill>
              <a:srgbClr val="C7D4E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Answer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914400" y="2386584"/>
            <a:ext cx="7772400" cy="603504"/>
          </a:xfrm>
          <a:prstGeom prst="rect">
            <a:avLst/>
          </a:prstGeom>
          <a:solidFill>
            <a:srgbClr val="FFFFFF"/>
          </a:solidFill>
          <a:ln w="8890">
            <a:solidFill>
              <a:srgbClr val="C7D4E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Policy evaluation finds the optimal policy.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8686800" y="2386584"/>
            <a:ext cx="2468880" cy="603504"/>
          </a:xfrm>
          <a:prstGeom prst="rect">
            <a:avLst/>
          </a:prstGeom>
          <a:solidFill>
            <a:srgbClr val="FFFFFF"/>
          </a:solidFill>
          <a:ln w="8890">
            <a:solidFill>
              <a:srgbClr val="C7D4E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Incorrect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14400" y="2990088"/>
            <a:ext cx="7772400" cy="603504"/>
          </a:xfrm>
          <a:prstGeom prst="rect">
            <a:avLst/>
          </a:prstGeom>
          <a:solidFill>
            <a:srgbClr val="F4F8FD"/>
          </a:solidFill>
          <a:ln w="8890">
            <a:solidFill>
              <a:srgbClr val="C7D4E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Evaluation of a fixed deterministic policy uses MAX over actions.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8686800" y="2990088"/>
            <a:ext cx="2468880" cy="603504"/>
          </a:xfrm>
          <a:prstGeom prst="rect">
            <a:avLst/>
          </a:prstGeom>
          <a:solidFill>
            <a:srgbClr val="F4F8FD"/>
          </a:solidFill>
          <a:ln w="8890">
            <a:solidFill>
              <a:srgbClr val="C7D4E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Incorrect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914400" y="3593592"/>
            <a:ext cx="7772400" cy="603504"/>
          </a:xfrm>
          <a:prstGeom prst="rect">
            <a:avLst/>
          </a:prstGeom>
          <a:solidFill>
            <a:srgbClr val="FFFFFF"/>
          </a:solidFill>
          <a:ln w="8890">
            <a:solidFill>
              <a:srgbClr val="C7D4E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Improvement must always change the action.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686800" y="3593592"/>
            <a:ext cx="2468880" cy="603504"/>
          </a:xfrm>
          <a:prstGeom prst="rect">
            <a:avLst/>
          </a:prstGeom>
          <a:solidFill>
            <a:srgbClr val="FFFFFF"/>
          </a:solidFill>
          <a:ln w="8890">
            <a:solidFill>
              <a:srgbClr val="C7D4E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Incorrect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914400" y="4197096"/>
            <a:ext cx="7772400" cy="603504"/>
          </a:xfrm>
          <a:prstGeom prst="rect">
            <a:avLst/>
          </a:prstGeom>
          <a:solidFill>
            <a:srgbClr val="F4F8FD"/>
          </a:solidFill>
          <a:ln w="8890">
            <a:solidFill>
              <a:srgbClr val="C7D4E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Policy iteration stops when no policy entries change.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8686800" y="4197096"/>
            <a:ext cx="2468880" cy="603504"/>
          </a:xfrm>
          <a:prstGeom prst="rect">
            <a:avLst/>
          </a:prstGeom>
          <a:solidFill>
            <a:srgbClr val="F4F8FD"/>
          </a:solidFill>
          <a:ln w="8890">
            <a:solidFill>
              <a:srgbClr val="C7D4E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Correct</a:t>
            </a: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914400" y="507492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82B55"/>
                </a:solidFill>
              </a:rPr>
              <a:t>The most common errors confuse evaluation with improvement.</a:t>
            </a:r>
            <a:endParaRPr lang="en-US" sz="1600" dirty="0"/>
          </a:p>
        </p:txBody>
      </p:sp>
      <p:sp>
        <p:nvSpPr>
          <p:cNvPr id="18" name="Text 0">
            <a:extLst>
              <a:ext uri="{FF2B5EF4-FFF2-40B4-BE49-F238E27FC236}">
                <a16:creationId xmlns:a16="http://schemas.microsoft.com/office/drawing/2014/main" id="{96C23A2C-D69D-6AA5-8C35-04F6176228AA}"/>
              </a:ext>
            </a:extLst>
          </p:cNvPr>
          <p:cNvSpPr/>
          <p:nvPr/>
        </p:nvSpPr>
        <p:spPr>
          <a:xfrm>
            <a:off x="594360" y="43891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082B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Practice: diagnose the mistake</a:t>
            </a:r>
            <a:endParaRPr lang="en-US" sz="3200" dirty="0"/>
          </a:p>
        </p:txBody>
      </p:sp>
      <p:sp>
        <p:nvSpPr>
          <p:cNvPr id="20" name="Text 1">
            <a:extLst>
              <a:ext uri="{FF2B5EF4-FFF2-40B4-BE49-F238E27FC236}">
                <a16:creationId xmlns:a16="http://schemas.microsoft.com/office/drawing/2014/main" id="{293AC522-8FAB-EC54-F6C2-48729150A839}"/>
              </a:ext>
            </a:extLst>
          </p:cNvPr>
          <p:cNvSpPr/>
          <p:nvPr/>
        </p:nvSpPr>
        <p:spPr>
          <a:xfrm>
            <a:off x="621792" y="960120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Label each statement as correct or incorrect.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 animBg="1"/>
      <p:bldP spid="13" grpId="0" animBg="1"/>
      <p:bldP spid="15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02920" y="6510528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6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L14: Policy Iteration</a:t>
            </a:r>
            <a:endParaRPr lang="en-US" sz="760" dirty="0"/>
          </a:p>
        </p:txBody>
      </p:sp>
      <p:sp>
        <p:nvSpPr>
          <p:cNvPr id="5" name="Text 3"/>
          <p:cNvSpPr/>
          <p:nvPr/>
        </p:nvSpPr>
        <p:spPr>
          <a:xfrm>
            <a:off x="11612880" y="651052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36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777240" y="1800750"/>
            <a:ext cx="4251960" cy="3045569"/>
          </a:xfrm>
          <a:prstGeom prst="rect">
            <a:avLst/>
          </a:prstGeom>
          <a:solidFill>
            <a:srgbClr val="F4F8FD"/>
          </a:solidFill>
          <a:ln w="13970">
            <a:solidFill>
              <a:srgbClr val="2B70B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dirty="0">
                <a:solidFill>
                  <a:srgbClr val="082B55"/>
                </a:solidFill>
                <a:latin typeface="Consolas" panose="020B0609020204030204" pitchFamily="49" charset="0"/>
                <a:ea typeface="Aptos" pitchFamily="34" charset="-122"/>
                <a:cs typeface="Aptos" pitchFamily="34" charset="-120"/>
              </a:rPr>
              <a:t>choose initial policy π</a:t>
            </a:r>
            <a:endParaRPr lang="en-US" dirty="0">
              <a:latin typeface="Consolas" panose="020B0609020204030204" pitchFamily="49" charset="0"/>
            </a:endParaRPr>
          </a:p>
          <a:p>
            <a:pPr marL="0" indent="0" algn="l">
              <a:buNone/>
            </a:pPr>
            <a:r>
              <a:rPr lang="en-US" dirty="0">
                <a:solidFill>
                  <a:srgbClr val="082B55"/>
                </a:solidFill>
                <a:latin typeface="Consolas" panose="020B0609020204030204" pitchFamily="49" charset="0"/>
                <a:ea typeface="Aptos" pitchFamily="34" charset="-122"/>
                <a:cs typeface="Aptos" pitchFamily="34" charset="-120"/>
              </a:rPr>
              <a:t>repeat:</a:t>
            </a:r>
            <a:endParaRPr lang="en-US" dirty="0">
              <a:latin typeface="Consolas" panose="020B0609020204030204" pitchFamily="49" charset="0"/>
            </a:endParaRPr>
          </a:p>
          <a:p>
            <a:pPr marL="0" indent="0" algn="l">
              <a:buNone/>
            </a:pPr>
            <a:r>
              <a:rPr lang="en-US" dirty="0">
                <a:solidFill>
                  <a:srgbClr val="082B55"/>
                </a:solidFill>
                <a:latin typeface="Consolas" panose="020B0609020204030204" pitchFamily="49" charset="0"/>
                <a:ea typeface="Aptos" pitchFamily="34" charset="-122"/>
                <a:cs typeface="Aptos" pitchFamily="34" charset="-120"/>
              </a:rPr>
              <a:t>  evaluate π</a:t>
            </a:r>
            <a:endParaRPr lang="en-US" dirty="0">
              <a:latin typeface="Consolas" panose="020B0609020204030204" pitchFamily="49" charset="0"/>
            </a:endParaRPr>
          </a:p>
          <a:p>
            <a:pPr marL="0" indent="0" algn="l">
              <a:buNone/>
            </a:pPr>
            <a:r>
              <a:rPr lang="en-US" dirty="0">
                <a:solidFill>
                  <a:srgbClr val="082B55"/>
                </a:solidFill>
                <a:latin typeface="Consolas" panose="020B0609020204030204" pitchFamily="49" charset="0"/>
                <a:ea typeface="Aptos" pitchFamily="34" charset="-122"/>
                <a:cs typeface="Aptos" pitchFamily="34" charset="-120"/>
              </a:rPr>
              <a:t>  stable = true</a:t>
            </a:r>
            <a:endParaRPr lang="en-US" dirty="0">
              <a:latin typeface="Consolas" panose="020B0609020204030204" pitchFamily="49" charset="0"/>
            </a:endParaRPr>
          </a:p>
          <a:p>
            <a:pPr marL="0" indent="0" algn="l">
              <a:buNone/>
            </a:pPr>
            <a:r>
              <a:rPr lang="en-US" dirty="0">
                <a:solidFill>
                  <a:srgbClr val="082B55"/>
                </a:solidFill>
                <a:latin typeface="Consolas" panose="020B0609020204030204" pitchFamily="49" charset="0"/>
                <a:ea typeface="Aptos" pitchFamily="34" charset="-122"/>
                <a:cs typeface="Aptos" pitchFamily="34" charset="-120"/>
              </a:rPr>
              <a:t>  for each state s:</a:t>
            </a:r>
            <a:endParaRPr lang="en-US" dirty="0">
              <a:latin typeface="Consolas" panose="020B0609020204030204" pitchFamily="49" charset="0"/>
            </a:endParaRPr>
          </a:p>
          <a:p>
            <a:pPr marL="0" indent="0" algn="l">
              <a:buNone/>
            </a:pPr>
            <a:r>
              <a:rPr lang="en-US" dirty="0">
                <a:solidFill>
                  <a:srgbClr val="082B55"/>
                </a:solidFill>
                <a:latin typeface="Consolas" panose="020B0609020204030204" pitchFamily="49" charset="0"/>
                <a:ea typeface="Aptos" pitchFamily="34" charset="-122"/>
                <a:cs typeface="Aptos" pitchFamily="34" charset="-120"/>
              </a:rPr>
              <a:t>    old = π(s)</a:t>
            </a:r>
            <a:endParaRPr lang="en-US" dirty="0">
              <a:latin typeface="Consolas" panose="020B0609020204030204" pitchFamily="49" charset="0"/>
            </a:endParaRPr>
          </a:p>
          <a:p>
            <a:pPr marL="0" indent="0" algn="l">
              <a:buNone/>
            </a:pPr>
            <a:r>
              <a:rPr lang="en-US" dirty="0">
                <a:solidFill>
                  <a:srgbClr val="082B55"/>
                </a:solidFill>
                <a:latin typeface="Consolas" panose="020B0609020204030204" pitchFamily="49" charset="0"/>
                <a:ea typeface="Aptos" pitchFamily="34" charset="-122"/>
                <a:cs typeface="Aptos" pitchFamily="34" charset="-120"/>
              </a:rPr>
              <a:t>    π(s) = best action using V</a:t>
            </a:r>
            <a:r>
              <a:rPr lang="en-US" baseline="30000" dirty="0">
                <a:solidFill>
                  <a:srgbClr val="082B55"/>
                </a:solidFill>
                <a:latin typeface="Consolas" panose="020B0609020204030204" pitchFamily="49" charset="0"/>
                <a:ea typeface="Aptos" pitchFamily="34" charset="-122"/>
                <a:cs typeface="Aptos" pitchFamily="34" charset="-120"/>
              </a:rPr>
              <a:t>π</a:t>
            </a:r>
            <a:endParaRPr lang="en-US" baseline="30000" dirty="0">
              <a:latin typeface="Consolas" panose="020B0609020204030204" pitchFamily="49" charset="0"/>
            </a:endParaRPr>
          </a:p>
          <a:p>
            <a:pPr marL="0" indent="0" algn="l">
              <a:buNone/>
            </a:pPr>
            <a:r>
              <a:rPr lang="en-US" dirty="0">
                <a:solidFill>
                  <a:srgbClr val="082B55"/>
                </a:solidFill>
                <a:latin typeface="Consolas" panose="020B0609020204030204" pitchFamily="49" charset="0"/>
                <a:ea typeface="Aptos" pitchFamily="34" charset="-122"/>
                <a:cs typeface="Aptos" pitchFamily="34" charset="-120"/>
              </a:rPr>
              <a:t>    if π(s) != old:</a:t>
            </a:r>
            <a:endParaRPr lang="en-US" dirty="0">
              <a:latin typeface="Consolas" panose="020B0609020204030204" pitchFamily="49" charset="0"/>
            </a:endParaRPr>
          </a:p>
          <a:p>
            <a:pPr marL="0" indent="0" algn="l">
              <a:buNone/>
            </a:pPr>
            <a:r>
              <a:rPr lang="en-US" dirty="0">
                <a:solidFill>
                  <a:srgbClr val="082B55"/>
                </a:solidFill>
                <a:latin typeface="Consolas" panose="020B0609020204030204" pitchFamily="49" charset="0"/>
                <a:ea typeface="Aptos" pitchFamily="34" charset="-122"/>
                <a:cs typeface="Aptos" pitchFamily="34" charset="-120"/>
              </a:rPr>
              <a:t>      stable = false</a:t>
            </a:r>
            <a:endParaRPr lang="en-US" dirty="0">
              <a:latin typeface="Consolas" panose="020B0609020204030204" pitchFamily="49" charset="0"/>
            </a:endParaRPr>
          </a:p>
          <a:p>
            <a:pPr marL="0" indent="0" algn="l">
              <a:buNone/>
            </a:pPr>
            <a:r>
              <a:rPr lang="en-US" dirty="0">
                <a:solidFill>
                  <a:srgbClr val="082B55"/>
                </a:solidFill>
                <a:latin typeface="Consolas" panose="020B0609020204030204" pitchFamily="49" charset="0"/>
                <a:ea typeface="Aptos" pitchFamily="34" charset="-122"/>
                <a:cs typeface="Aptos" pitchFamily="34" charset="-120"/>
              </a:rPr>
              <a:t>until stable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5486400" y="1577340"/>
            <a:ext cx="1645920" cy="777240"/>
          </a:xfrm>
          <a:prstGeom prst="rect">
            <a:avLst/>
          </a:prstGeom>
          <a:solidFill>
            <a:srgbClr val="C00000"/>
          </a:solidFill>
          <a:ln w="13970">
            <a:solidFill>
              <a:srgbClr val="082B55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LOCK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269480" y="1961388"/>
            <a:ext cx="548640" cy="0"/>
          </a:xfrm>
          <a:prstGeom prst="line">
            <a:avLst/>
          </a:prstGeom>
          <a:noFill/>
          <a:ln w="25400">
            <a:solidFill>
              <a:srgbClr val="C7D4E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001000" y="1577340"/>
            <a:ext cx="1645920" cy="777240"/>
          </a:xfrm>
          <a:prstGeom prst="rect">
            <a:avLst/>
          </a:prstGeom>
          <a:solidFill>
            <a:srgbClr val="2AA876"/>
          </a:solidFill>
          <a:ln w="13970">
            <a:solidFill>
              <a:srgbClr val="2AA87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UNLOCK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improve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802368" y="1961388"/>
            <a:ext cx="548640" cy="0"/>
          </a:xfrm>
          <a:prstGeom prst="line">
            <a:avLst/>
          </a:prstGeom>
          <a:noFill/>
          <a:ln w="25400">
            <a:solidFill>
              <a:srgbClr val="C7D4E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515600" y="1577340"/>
            <a:ext cx="1097280" cy="777240"/>
          </a:xfrm>
          <a:prstGeom prst="rect">
            <a:avLst/>
          </a:prstGeom>
          <a:solidFill>
            <a:srgbClr val="FFF4D6"/>
          </a:solidFill>
          <a:ln w="13970">
            <a:solidFill>
              <a:srgbClr val="F2B944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changed?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14400" y="5394960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082B55"/>
                </a:solidFill>
              </a:rPr>
              <a:t>The loop ends only when the improvement pass makes no changes.</a:t>
            </a:r>
            <a:endParaRPr lang="en-US" sz="1550" dirty="0"/>
          </a:p>
        </p:txBody>
      </p:sp>
      <p:sp>
        <p:nvSpPr>
          <p:cNvPr id="23" name="Text 0">
            <a:extLst>
              <a:ext uri="{FF2B5EF4-FFF2-40B4-BE49-F238E27FC236}">
                <a16:creationId xmlns:a16="http://schemas.microsoft.com/office/drawing/2014/main" id="{87B1ED6F-D289-2B3A-31C7-F4E82776239F}"/>
              </a:ext>
            </a:extLst>
          </p:cNvPr>
          <p:cNvSpPr/>
          <p:nvPr/>
        </p:nvSpPr>
        <p:spPr>
          <a:xfrm>
            <a:off x="594360" y="43891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082B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Read policy iteration</a:t>
            </a:r>
            <a:endParaRPr lang="en-US" sz="3200" dirty="0"/>
          </a:p>
        </p:txBody>
      </p:sp>
      <p:sp>
        <p:nvSpPr>
          <p:cNvPr id="25" name="Text 1">
            <a:extLst>
              <a:ext uri="{FF2B5EF4-FFF2-40B4-BE49-F238E27FC236}">
                <a16:creationId xmlns:a16="http://schemas.microsoft.com/office/drawing/2014/main" id="{E86331C7-23DA-4F34-FDD4-9F050184B963}"/>
              </a:ext>
            </a:extLst>
          </p:cNvPr>
          <p:cNvSpPr/>
          <p:nvPr/>
        </p:nvSpPr>
        <p:spPr>
          <a:xfrm>
            <a:off x="621792" y="960120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Map each part of the pseudocode to a visual phase.</a:t>
            </a:r>
            <a:endParaRPr lang="en-US" sz="1600" dirty="0"/>
          </a:p>
        </p:txBody>
      </p:sp>
      <p:sp>
        <p:nvSpPr>
          <p:cNvPr id="27" name="Shape 22">
            <a:extLst>
              <a:ext uri="{FF2B5EF4-FFF2-40B4-BE49-F238E27FC236}">
                <a16:creationId xmlns:a16="http://schemas.microsoft.com/office/drawing/2014/main" id="{226B75F3-5D4B-25A8-4D64-D44F9E68AEE1}"/>
              </a:ext>
            </a:extLst>
          </p:cNvPr>
          <p:cNvSpPr/>
          <p:nvPr/>
        </p:nvSpPr>
        <p:spPr>
          <a:xfrm>
            <a:off x="7439738" y="3030661"/>
            <a:ext cx="2512076" cy="1234440"/>
          </a:xfrm>
          <a:prstGeom prst="roundRect">
            <a:avLst>
              <a:gd name="adj" fmla="val 4444"/>
            </a:avLst>
          </a:prstGeom>
          <a:solidFill>
            <a:srgbClr val="FFF2C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4000"/>
          </a:p>
        </p:txBody>
      </p:sp>
      <p:sp>
        <p:nvSpPr>
          <p:cNvPr id="29" name="Text 23">
            <a:extLst>
              <a:ext uri="{FF2B5EF4-FFF2-40B4-BE49-F238E27FC236}">
                <a16:creationId xmlns:a16="http://schemas.microsoft.com/office/drawing/2014/main" id="{A7681E38-F805-3E73-ED34-AB9BF0037B50}"/>
              </a:ext>
            </a:extLst>
          </p:cNvPr>
          <p:cNvSpPr/>
          <p:nvPr/>
        </p:nvSpPr>
        <p:spPr>
          <a:xfrm>
            <a:off x="7549466" y="3122101"/>
            <a:ext cx="2386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39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Questions</a:t>
            </a:r>
            <a:endParaRPr lang="en-US" sz="1600" dirty="0"/>
          </a:p>
        </p:txBody>
      </p:sp>
      <p:sp>
        <p:nvSpPr>
          <p:cNvPr id="31" name="Text 24">
            <a:extLst>
              <a:ext uri="{FF2B5EF4-FFF2-40B4-BE49-F238E27FC236}">
                <a16:creationId xmlns:a16="http://schemas.microsoft.com/office/drawing/2014/main" id="{9E57A18D-6814-7AEA-2317-E030290F9852}"/>
              </a:ext>
            </a:extLst>
          </p:cNvPr>
          <p:cNvSpPr/>
          <p:nvPr/>
        </p:nvSpPr>
        <p:spPr>
          <a:xfrm>
            <a:off x="7549466" y="3414709"/>
            <a:ext cx="2386472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lines evaluate?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lines improve?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save old?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causes termination?</a:t>
            </a:r>
            <a:endParaRPr lang="en-US" sz="14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02920" y="6510528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6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 471  |  L14: Policy Iteration</a:t>
            </a:r>
            <a:endParaRPr lang="en-US" sz="760" dirty="0"/>
          </a:p>
        </p:txBody>
      </p:sp>
      <p:sp>
        <p:nvSpPr>
          <p:cNvPr id="5" name="Text 3"/>
          <p:cNvSpPr/>
          <p:nvPr/>
        </p:nvSpPr>
        <p:spPr>
          <a:xfrm>
            <a:off x="11612880" y="651052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37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822960" y="1829081"/>
            <a:ext cx="5029200" cy="1005840"/>
          </a:xfrm>
          <a:prstGeom prst="rect">
            <a:avLst/>
          </a:prstGeom>
          <a:solidFill>
            <a:srgbClr val="F4F8FD"/>
          </a:solidFill>
          <a:ln w="13970">
            <a:solidFill>
              <a:srgbClr val="2B70B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__________ fixed and estimate __________.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355080" y="1829081"/>
            <a:ext cx="5029200" cy="1005840"/>
          </a:xfrm>
          <a:prstGeom prst="rect">
            <a:avLst/>
          </a:prstGeom>
          <a:solidFill>
            <a:srgbClr val="FFF4D6"/>
          </a:solidFill>
          <a:ln w="13970">
            <a:solidFill>
              <a:srgbClr val="F2B944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the __________ action using the evaluated values.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22960" y="3337841"/>
            <a:ext cx="5029200" cy="914400"/>
          </a:xfrm>
          <a:prstGeom prst="rect">
            <a:avLst/>
          </a:prstGeom>
          <a:solidFill>
            <a:srgbClr val="FFFFFF"/>
          </a:solidFill>
          <a:ln w="13970">
            <a:solidFill>
              <a:srgbClr val="C7D4E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at least one action changes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______________________________.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355080" y="3337841"/>
            <a:ext cx="5029200" cy="914400"/>
          </a:xfrm>
          <a:prstGeom prst="rect">
            <a:avLst/>
          </a:prstGeom>
          <a:solidFill>
            <a:srgbClr val="FFFFFF"/>
          </a:solidFill>
          <a:ln w="13970">
            <a:solidFill>
              <a:srgbClr val="C7D4E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no actions change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______________________________.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920240" y="4553208"/>
            <a:ext cx="8321040" cy="777240"/>
          </a:xfrm>
          <a:prstGeom prst="rect">
            <a:avLst/>
          </a:prstGeom>
          <a:solidFill>
            <a:srgbClr val="EAF2FA"/>
          </a:solidFill>
          <a:ln w="13970">
            <a:solidFill>
              <a:srgbClr val="2B70B9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One-sentence comparison</a:t>
            </a:r>
            <a:endParaRPr lang="en-US" dirty="0"/>
          </a:p>
          <a:p>
            <a:pPr marL="0" indent="0" algn="ctr">
              <a:buNone/>
            </a:pPr>
            <a:r>
              <a:rPr lang="en-US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does policy iteration differ from value iteration?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914400" y="5760720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82B55"/>
                </a:solidFill>
              </a:rPr>
              <a:t>Next: What if we do not know the transition probabilities at all?</a:t>
            </a:r>
            <a:endParaRPr lang="en-US" sz="1450" dirty="0"/>
          </a:p>
        </p:txBody>
      </p:sp>
      <p:sp>
        <p:nvSpPr>
          <p:cNvPr id="13" name="Text 0">
            <a:extLst>
              <a:ext uri="{FF2B5EF4-FFF2-40B4-BE49-F238E27FC236}">
                <a16:creationId xmlns:a16="http://schemas.microsoft.com/office/drawing/2014/main" id="{BA249F2A-3C62-9A09-79A9-F1F69A4F1B87}"/>
              </a:ext>
            </a:extLst>
          </p:cNvPr>
          <p:cNvSpPr/>
          <p:nvPr/>
        </p:nvSpPr>
        <p:spPr>
          <a:xfrm>
            <a:off x="594360" y="43891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082B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Exit ticket: rebuild policy iteration</a:t>
            </a:r>
            <a:endParaRPr lang="en-US" sz="3200" dirty="0"/>
          </a:p>
        </p:txBody>
      </p:sp>
      <p:sp>
        <p:nvSpPr>
          <p:cNvPr id="15" name="Text 1">
            <a:extLst>
              <a:ext uri="{FF2B5EF4-FFF2-40B4-BE49-F238E27FC236}">
                <a16:creationId xmlns:a16="http://schemas.microsoft.com/office/drawing/2014/main" id="{402E7347-34C9-6008-E872-804251D343E8}"/>
              </a:ext>
            </a:extLst>
          </p:cNvPr>
          <p:cNvSpPr/>
          <p:nvPr/>
        </p:nvSpPr>
        <p:spPr>
          <a:xfrm>
            <a:off x="621792" y="960120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1B24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Complete the two-phase story.</a:t>
            </a:r>
            <a:endParaRPr lang="en-US" sz="16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59B5596-152B-0DAA-1207-49AC61C5EE3E}"/>
              </a:ext>
            </a:extLst>
          </p:cNvPr>
          <p:cNvSpPr txBox="1"/>
          <p:nvPr/>
        </p:nvSpPr>
        <p:spPr>
          <a:xfrm>
            <a:off x="239168" y="1515425"/>
            <a:ext cx="61006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evaluation</a:t>
            </a:r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0C643D0-4918-561B-1D54-B835FFE62279}"/>
              </a:ext>
            </a:extLst>
          </p:cNvPr>
          <p:cNvSpPr txBox="1"/>
          <p:nvPr/>
        </p:nvSpPr>
        <p:spPr>
          <a:xfrm>
            <a:off x="5852160" y="1490293"/>
            <a:ext cx="610067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2B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improvement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TaxCatchAll xmlns="56f87f42-bac6-49e2-b9d5-04744cb514ee" xsi:nil="true"/>
    <lcf76f155ced4ddcb4097134ff3c332f xmlns="fcae3b96-bd14-4ee2-8386-a94084e60018">
      <Terms xmlns="http://schemas.microsoft.com/office/infopath/2007/PartnerControls"/>
    </lcf76f155ced4ddcb4097134ff3c332f>
    <_ip_UnifiedCompliancePolicyProperties xmlns="http://schemas.microsoft.com/sharepoint/v3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A7D154A9B6B4745A92074A700A40869" ma:contentTypeVersion="24" ma:contentTypeDescription="Create a new document." ma:contentTypeScope="" ma:versionID="49c36a49e684e25092aa685b0fe35842">
  <xsd:schema xmlns:xsd="http://www.w3.org/2001/XMLSchema" xmlns:xs="http://www.w3.org/2001/XMLSchema" xmlns:p="http://schemas.microsoft.com/office/2006/metadata/properties" xmlns:ns1="http://schemas.microsoft.com/sharepoint/v3" xmlns:ns2="fcae3b96-bd14-4ee2-8386-a94084e60018" xmlns:ns3="56f87f42-bac6-49e2-b9d5-04744cb514ee" targetNamespace="http://schemas.microsoft.com/office/2006/metadata/properties" ma:root="true" ma:fieldsID="9c960b9d532a5d3a9032170b89435a2d" ns1:_="" ns2:_="" ns3:_="">
    <xsd:import namespace="http://schemas.microsoft.com/sharepoint/v3"/>
    <xsd:import namespace="fcae3b96-bd14-4ee2-8386-a94084e60018"/>
    <xsd:import namespace="56f87f42-bac6-49e2-b9d5-04744cb514ee"/>
    <xsd:element name="properties">
      <xsd:complexType>
        <xsd:sequence>
          <xsd:element name="documentManagement">
            <xsd:complexType>
              <xsd:all>
                <xsd:element ref="ns1:_ip_UnifiedCompliancePolicyProperties" minOccurs="0"/>
                <xsd:element ref="ns1:_ip_UnifiedCompliancePolicyUIAction" minOccurs="0"/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2:MediaLengthInSeconds" minOccurs="0"/>
                <xsd:element ref="ns3:TaxCatchAll" minOccurs="0"/>
                <xsd:element ref="ns2:lcf76f155ced4ddcb4097134ff3c332f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8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9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cae3b96-bd14-4ee2-8386-a94084e6001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  <xsd:element name="MediaLengthInSeconds" ma:index="22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5" nillable="true" ma:taxonomy="true" ma:internalName="lcf76f155ced4ddcb4097134ff3c332f" ma:taxonomyFieldName="MediaServiceImageTags" ma:displayName="Image Tags" ma:readOnly="false" ma:fieldId="{5cf76f15-5ced-4ddc-b409-7134ff3c332f}" ma:taxonomyMulti="true" ma:sspId="d16a427a-858a-487d-80a3-21f23792e06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6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7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8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6f87f42-bac6-49e2-b9d5-04744cb514ee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88e345d7-e916-42f7-ade4-36d8c15b0911}" ma:internalName="TaxCatchAll" ma:showField="CatchAllData" ma:web="56f87f42-bac6-49e2-b9d5-04744cb514e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7A64697-FCEF-4A42-AB49-8CC9E80E8B4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57DABD0-B9F6-4F32-AAFC-E7E71FF8D4FB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56f87f42-bac6-49e2-b9d5-04744cb514ee"/>
    <ds:schemaRef ds:uri="fcae3b96-bd14-4ee2-8386-a94084e60018"/>
  </ds:schemaRefs>
</ds:datastoreItem>
</file>

<file path=customXml/itemProps3.xml><?xml version="1.0" encoding="utf-8"?>
<ds:datastoreItem xmlns:ds="http://schemas.openxmlformats.org/officeDocument/2006/customXml" ds:itemID="{3BD0AB8D-7916-4238-A60E-359F9AF2051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fcae3b96-bd14-4ee2-8386-a94084e60018"/>
    <ds:schemaRef ds:uri="56f87f42-bac6-49e2-b9d5-04744cb514e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7ab80a06-f029-45c0-84d1-7dad19ce3c61}" enabled="0" method="" siteId="{7ab80a06-f029-45c0-84d1-7dad19ce3c61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8704</TotalTime>
  <Words>3271</Words>
  <Application>Microsoft Office PowerPoint</Application>
  <PresentationFormat>Widescreen</PresentationFormat>
  <Paragraphs>996</Paragraphs>
  <Slides>38</Slides>
  <Notes>37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39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CompSci 471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CS471 Lesson 14 Policy Iteration</dc:title>
  <dc:subject>Lesson 14: Policy Iteration</dc:subject>
  <dc:creator>CS 471 Instructional Team</dc:creator>
  <cp:lastModifiedBy>Phan, Tiffany M Maj USAF USAFA AW/ESCS</cp:lastModifiedBy>
  <cp:revision>27</cp:revision>
  <dcterms:created xsi:type="dcterms:W3CDTF">2026-08-25T22:23:54Z</dcterms:created>
  <dcterms:modified xsi:type="dcterms:W3CDTF">2026-09-15T22:01:29Z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0x0101006A7D154A9B6B4745A92074A700A40869</vt:lpwstr>
  </property>
  <property fmtid="{D5CDD505-2E9C-101B-9397-08002B2CF9AE}" pid="3" name="MediaServiceImageTags">
    <vt:lpwstr/>
  </property>
</Properties>
</file>