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4"/>
  </p:sldMasterIdLst>
  <p:notesMasterIdLst>
    <p:notesMasterId r:id="rId42"/>
  </p:notesMasterIdLst>
  <p:sldIdLst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12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4" r:id="rId25"/>
    <p:sldId id="311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13" r:id="rId34"/>
    <p:sldId id="322" r:id="rId35"/>
    <p:sldId id="323" r:id="rId36"/>
    <p:sldId id="324" r:id="rId37"/>
    <p:sldId id="325" r:id="rId38"/>
    <p:sldId id="327" r:id="rId39"/>
    <p:sldId id="328" r:id="rId40"/>
    <p:sldId id="32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28570-A1CB-4404-9FDE-F07E112AF440}" v="9" dt="2026-10-14T02:21:11.1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40" autoAdjust="0"/>
  </p:normalViewPr>
  <p:slideViewPr>
    <p:cSldViewPr snapToGrid="0" snapToObjects="1">
      <p:cViewPr varScale="1">
        <p:scale>
          <a:sx n="146" d="100"/>
          <a:sy n="146" d="100"/>
        </p:scale>
        <p:origin x="9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yne, Joseph M MSgt USAF USAFA AW/ESCS" userId="fa8cdd21-3a6e-42c3-abc1-f1d02207074e" providerId="ADAL" clId="{1B930A2E-D1AB-4C6C-8923-5711C3B80F8F}"/>
    <pc:docChg chg="undo custSel modSld">
      <pc:chgData name="Payne, Joseph M MSgt USAF USAFA AW/ESCS" userId="fa8cdd21-3a6e-42c3-abc1-f1d02207074e" providerId="ADAL" clId="{1B930A2E-D1AB-4C6C-8923-5711C3B80F8F}" dt="2026-10-14T02:21:11.124" v="67" actId="404"/>
      <pc:docMkLst>
        <pc:docMk/>
      </pc:docMkLst>
      <pc:sldChg chg="addSp delSp modSp mod addAnim delAnim modAnim">
        <pc:chgData name="Payne, Joseph M MSgt USAF USAFA AW/ESCS" userId="fa8cdd21-3a6e-42c3-abc1-f1d02207074e" providerId="ADAL" clId="{1B930A2E-D1AB-4C6C-8923-5711C3B80F8F}" dt="2026-10-14T02:14:58.044" v="8" actId="1076"/>
        <pc:sldMkLst>
          <pc:docMk/>
          <pc:sldMk cId="2554407848" sldId="298"/>
        </pc:sldMkLst>
        <pc:spChg chg="add mod">
          <ac:chgData name="Payne, Joseph M MSgt USAF USAFA AW/ESCS" userId="fa8cdd21-3a6e-42c3-abc1-f1d02207074e" providerId="ADAL" clId="{1B930A2E-D1AB-4C6C-8923-5711C3B80F8F}" dt="2026-10-14T02:14:45.789" v="4" actId="1076"/>
          <ac:spMkLst>
            <pc:docMk/>
            <pc:sldMk cId="2554407848" sldId="298"/>
            <ac:spMk id="5" creationId="{0CE9012C-2878-13E7-9011-74E05B555436}"/>
          </ac:spMkLst>
        </pc:spChg>
        <pc:spChg chg="add mod">
          <ac:chgData name="Payne, Joseph M MSgt USAF USAFA AW/ESCS" userId="fa8cdd21-3a6e-42c3-abc1-f1d02207074e" providerId="ADAL" clId="{1B930A2E-D1AB-4C6C-8923-5711C3B80F8F}" dt="2026-10-14T02:14:52.391" v="6" actId="1076"/>
          <ac:spMkLst>
            <pc:docMk/>
            <pc:sldMk cId="2554407848" sldId="298"/>
            <ac:spMk id="7" creationId="{EDD8F011-6A19-39CF-1DCE-C519C7B9D330}"/>
          </ac:spMkLst>
        </pc:spChg>
        <pc:spChg chg="add mod">
          <ac:chgData name="Payne, Joseph M MSgt USAF USAFA AW/ESCS" userId="fa8cdd21-3a6e-42c3-abc1-f1d02207074e" providerId="ADAL" clId="{1B930A2E-D1AB-4C6C-8923-5711C3B80F8F}" dt="2026-10-14T02:14:58.044" v="8" actId="1076"/>
          <ac:spMkLst>
            <pc:docMk/>
            <pc:sldMk cId="2554407848" sldId="298"/>
            <ac:spMk id="8" creationId="{F44FA160-362E-C62F-F67F-0A033CA522B2}"/>
          </ac:spMkLst>
        </pc:spChg>
        <pc:spChg chg="add del mod">
          <ac:chgData name="Payne, Joseph M MSgt USAF USAFA AW/ESCS" userId="fa8cdd21-3a6e-42c3-abc1-f1d02207074e" providerId="ADAL" clId="{1B930A2E-D1AB-4C6C-8923-5711C3B80F8F}" dt="2026-10-14T02:14:31.104" v="2" actId="14100"/>
          <ac:spMkLst>
            <pc:docMk/>
            <pc:sldMk cId="2554407848" sldId="298"/>
            <ac:spMk id="82" creationId="{8847460C-C01E-AC50-8EC0-BC8D2857A91D}"/>
          </ac:spMkLst>
        </pc:spChg>
      </pc:sldChg>
      <pc:sldChg chg="addSp modSp mod modAnim">
        <pc:chgData name="Payne, Joseph M MSgt USAF USAFA AW/ESCS" userId="fa8cdd21-3a6e-42c3-abc1-f1d02207074e" providerId="ADAL" clId="{1B930A2E-D1AB-4C6C-8923-5711C3B80F8F}" dt="2026-10-14T02:21:11.124" v="67" actId="404"/>
        <pc:sldMkLst>
          <pc:docMk/>
          <pc:sldMk cId="658373625" sldId="303"/>
        </pc:sldMkLst>
        <pc:spChg chg="add mod">
          <ac:chgData name="Payne, Joseph M MSgt USAF USAFA AW/ESCS" userId="fa8cdd21-3a6e-42c3-abc1-f1d02207074e" providerId="ADAL" clId="{1B930A2E-D1AB-4C6C-8923-5711C3B80F8F}" dt="2026-10-14T02:21:11.124" v="67" actId="404"/>
          <ac:spMkLst>
            <pc:docMk/>
            <pc:sldMk cId="658373625" sldId="303"/>
            <ac:spMk id="5" creationId="{1FA15530-2B83-672B-7060-015CC1554FF1}"/>
          </ac:spMkLst>
        </pc:spChg>
        <pc:spChg chg="add mod">
          <ac:chgData name="Payne, Joseph M MSgt USAF USAFA AW/ESCS" userId="fa8cdd21-3a6e-42c3-abc1-f1d02207074e" providerId="ADAL" clId="{1B930A2E-D1AB-4C6C-8923-5711C3B80F8F}" dt="2026-10-14T02:20:11.331" v="39" actId="207"/>
          <ac:spMkLst>
            <pc:docMk/>
            <pc:sldMk cId="658373625" sldId="303"/>
            <ac:spMk id="9" creationId="{509CDBB6-EF46-C8BA-619D-228D952E64A6}"/>
          </ac:spMkLst>
        </pc:spChg>
        <pc:spChg chg="add mod">
          <ac:chgData name="Payne, Joseph M MSgt USAF USAFA AW/ESCS" userId="fa8cdd21-3a6e-42c3-abc1-f1d02207074e" providerId="ADAL" clId="{1B930A2E-D1AB-4C6C-8923-5711C3B80F8F}" dt="2026-10-14T02:20:03.097" v="38" actId="207"/>
          <ac:spMkLst>
            <pc:docMk/>
            <pc:sldMk cId="658373625" sldId="303"/>
            <ac:spMk id="12" creationId="{8D195863-A169-8301-5F7A-1A1805E2A1AC}"/>
          </ac:spMkLst>
        </pc:spChg>
        <pc:spChg chg="add mod">
          <ac:chgData name="Payne, Joseph M MSgt USAF USAFA AW/ESCS" userId="fa8cdd21-3a6e-42c3-abc1-f1d02207074e" providerId="ADAL" clId="{1B930A2E-D1AB-4C6C-8923-5711C3B80F8F}" dt="2026-10-14T02:20:40.614" v="62" actId="1035"/>
          <ac:spMkLst>
            <pc:docMk/>
            <pc:sldMk cId="658373625" sldId="303"/>
            <ac:spMk id="15" creationId="{62F5C6CB-14E4-4DD4-D32D-8E477D9C1441}"/>
          </ac:spMkLst>
        </pc:spChg>
      </pc:sldChg>
    </pc:docChg>
  </pc:docChgLst>
  <pc:docChgLst>
    <pc:chgData name="Phan, Tiffany M Maj USAF USAFA AW/ESCS" userId="a0ed988f-3bd3-448a-ab68-f6eca8eadb00" providerId="ADAL" clId="{D74FDB2A-C6F9-423C-9DA7-5C8A44CC196C}"/>
    <pc:docChg chg="undo redo custSel addSld delSld modSld sldOrd delMainMaster">
      <pc:chgData name="Phan, Tiffany M Maj USAF USAFA AW/ESCS" userId="a0ed988f-3bd3-448a-ab68-f6eca8eadb00" providerId="ADAL" clId="{D74FDB2A-C6F9-423C-9DA7-5C8A44CC196C}" dt="2026-10-10T19:27:58.278" v="2764" actId="114"/>
      <pc:docMkLst>
        <pc:docMk/>
      </pc:docMkLst>
      <pc:sldChg chg="addSp modSp">
        <pc:chgData name="Phan, Tiffany M Maj USAF USAFA AW/ESCS" userId="a0ed988f-3bd3-448a-ab68-f6eca8eadb00" providerId="ADAL" clId="{D74FDB2A-C6F9-423C-9DA7-5C8A44CC196C}" dt="2026-10-08T02:23:40.480" v="5"/>
        <pc:sldMkLst>
          <pc:docMk/>
          <pc:sldMk cId="0" sldId="292"/>
        </pc:sldMkLst>
        <pc:spChg chg="mod">
          <ac:chgData name="Phan, Tiffany M Maj USAF USAFA AW/ESCS" userId="a0ed988f-3bd3-448a-ab68-f6eca8eadb00" providerId="ADAL" clId="{D74FDB2A-C6F9-423C-9DA7-5C8A44CC196C}" dt="2026-10-08T00:19:44.667" v="0"/>
          <ac:spMkLst>
            <pc:docMk/>
            <pc:sldMk cId="0" sldId="292"/>
            <ac:spMk id="45" creationId="{93F13454-CECD-2D5C-2B6F-EECB7D6B8600}"/>
          </ac:spMkLst>
        </pc:spChg>
        <pc:cxnChg chg="add mod">
          <ac:chgData name="Phan, Tiffany M Maj USAF USAFA AW/ESCS" userId="a0ed988f-3bd3-448a-ab68-f6eca8eadb00" providerId="ADAL" clId="{D74FDB2A-C6F9-423C-9DA7-5C8A44CC196C}" dt="2026-10-08T02:22:18.118" v="1"/>
          <ac:cxnSpMkLst>
            <pc:docMk/>
            <pc:sldMk cId="0" sldId="292"/>
            <ac:cxnSpMk id="81" creationId="{B45F4270-7D7D-95EA-AAB9-DEB00695740E}"/>
          </ac:cxnSpMkLst>
        </pc:cxnChg>
        <pc:cxnChg chg="add mod">
          <ac:chgData name="Phan, Tiffany M Maj USAF USAFA AW/ESCS" userId="a0ed988f-3bd3-448a-ab68-f6eca8eadb00" providerId="ADAL" clId="{D74FDB2A-C6F9-423C-9DA7-5C8A44CC196C}" dt="2026-10-08T02:22:26.506" v="2"/>
          <ac:cxnSpMkLst>
            <pc:docMk/>
            <pc:sldMk cId="0" sldId="292"/>
            <ac:cxnSpMk id="84" creationId="{4686D274-3174-D90D-D2FC-E907B1AEA1B3}"/>
          </ac:cxnSpMkLst>
        </pc:cxnChg>
        <pc:cxnChg chg="add mod">
          <ac:chgData name="Phan, Tiffany M Maj USAF USAFA AW/ESCS" userId="a0ed988f-3bd3-448a-ab68-f6eca8eadb00" providerId="ADAL" clId="{D74FDB2A-C6F9-423C-9DA7-5C8A44CC196C}" dt="2026-10-08T02:22:30.491" v="3"/>
          <ac:cxnSpMkLst>
            <pc:docMk/>
            <pc:sldMk cId="0" sldId="292"/>
            <ac:cxnSpMk id="87" creationId="{D28A14D1-E7CC-B6FA-7744-FD177CCA3149}"/>
          </ac:cxnSpMkLst>
        </pc:cxnChg>
        <pc:cxnChg chg="add mod">
          <ac:chgData name="Phan, Tiffany M Maj USAF USAFA AW/ESCS" userId="a0ed988f-3bd3-448a-ab68-f6eca8eadb00" providerId="ADAL" clId="{D74FDB2A-C6F9-423C-9DA7-5C8A44CC196C}" dt="2026-10-08T02:22:58.838" v="4"/>
          <ac:cxnSpMkLst>
            <pc:docMk/>
            <pc:sldMk cId="0" sldId="292"/>
            <ac:cxnSpMk id="93" creationId="{02C3C707-7337-C49C-A757-7D467D761430}"/>
          </ac:cxnSpMkLst>
        </pc:cxnChg>
        <pc:cxnChg chg="add mod">
          <ac:chgData name="Phan, Tiffany M Maj USAF USAFA AW/ESCS" userId="a0ed988f-3bd3-448a-ab68-f6eca8eadb00" providerId="ADAL" clId="{D74FDB2A-C6F9-423C-9DA7-5C8A44CC196C}" dt="2026-10-08T02:23:40.480" v="5"/>
          <ac:cxnSpMkLst>
            <pc:docMk/>
            <pc:sldMk cId="0" sldId="292"/>
            <ac:cxnSpMk id="100" creationId="{1A8ECC35-84DD-DC15-E22F-783F429FA3FA}"/>
          </ac:cxnSpMkLst>
        </pc:cxnChg>
      </pc:sldChg>
      <pc:sldChg chg="modSp mod">
        <pc:chgData name="Phan, Tiffany M Maj USAF USAFA AW/ESCS" userId="a0ed988f-3bd3-448a-ab68-f6eca8eadb00" providerId="ADAL" clId="{D74FDB2A-C6F9-423C-9DA7-5C8A44CC196C}" dt="2026-10-09T15:02:41.731" v="253" actId="20577"/>
        <pc:sldMkLst>
          <pc:docMk/>
          <pc:sldMk cId="0" sldId="293"/>
        </pc:sldMkLst>
        <pc:spChg chg="mod">
          <ac:chgData name="Phan, Tiffany M Maj USAF USAFA AW/ESCS" userId="a0ed988f-3bd3-448a-ab68-f6eca8eadb00" providerId="ADAL" clId="{D74FDB2A-C6F9-423C-9DA7-5C8A44CC196C}" dt="2026-10-08T02:39:22.307" v="8"/>
          <ac:spMkLst>
            <pc:docMk/>
            <pc:sldMk cId="0" sldId="293"/>
            <ac:spMk id="6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9T14:55:44.312" v="63" actId="20577"/>
          <ac:spMkLst>
            <pc:docMk/>
            <pc:sldMk cId="0" sldId="293"/>
            <ac:spMk id="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9T15:02:41.731" v="253" actId="20577"/>
          <ac:spMkLst>
            <pc:docMk/>
            <pc:sldMk cId="0" sldId="293"/>
            <ac:spMk id="8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8T02:40:15.443" v="9"/>
          <ac:spMkLst>
            <pc:docMk/>
            <pc:sldMk cId="0" sldId="293"/>
            <ac:spMk id="10" creationId="{00000000-0000-0000-0000-000000000000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10-08T04:26:16.489" v="54"/>
        <pc:sldMkLst>
          <pc:docMk/>
          <pc:sldMk cId="0" sldId="294"/>
        </pc:sldMkLst>
        <pc:spChg chg="mod">
          <ac:chgData name="Phan, Tiffany M Maj USAF USAFA AW/ESCS" userId="a0ed988f-3bd3-448a-ab68-f6eca8eadb00" providerId="ADAL" clId="{D74FDB2A-C6F9-423C-9DA7-5C8A44CC196C}" dt="2026-10-08T04:25:33.030" v="50"/>
          <ac:spMkLst>
            <pc:docMk/>
            <pc:sldMk cId="0" sldId="294"/>
            <ac:spMk id="8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8T04:25:45.910" v="51"/>
          <ac:spMkLst>
            <pc:docMk/>
            <pc:sldMk cId="0" sldId="294"/>
            <ac:spMk id="10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8T04:25:59.717" v="52"/>
          <ac:spMkLst>
            <pc:docMk/>
            <pc:sldMk cId="0" sldId="294"/>
            <ac:spMk id="12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8T04:26:07.396" v="53"/>
          <ac:spMkLst>
            <pc:docMk/>
            <pc:sldMk cId="0" sldId="294"/>
            <ac:spMk id="14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10-08T04:26:16.489" v="54"/>
          <ac:spMkLst>
            <pc:docMk/>
            <pc:sldMk cId="0" sldId="294"/>
            <ac:spMk id="15" creationId="{00000000-0000-0000-0000-000000000000}"/>
          </ac:spMkLst>
        </pc:spChg>
      </pc:sldChg>
      <pc:sldChg chg="addSp delSp modSp mod modNotesTx">
        <pc:chgData name="Phan, Tiffany M Maj USAF USAFA AW/ESCS" userId="a0ed988f-3bd3-448a-ab68-f6eca8eadb00" providerId="ADAL" clId="{D74FDB2A-C6F9-423C-9DA7-5C8A44CC196C}" dt="2026-10-09T15:08:58.672" v="311" actId="1038"/>
        <pc:sldMkLst>
          <pc:docMk/>
          <pc:sldMk cId="0" sldId="295"/>
        </pc:sldMkLst>
        <pc:spChg chg="mod">
          <ac:chgData name="Phan, Tiffany M Maj USAF USAFA AW/ESCS" userId="a0ed988f-3bd3-448a-ab68-f6eca8eadb00" providerId="ADAL" clId="{D74FDB2A-C6F9-423C-9DA7-5C8A44CC196C}" dt="2026-10-08T05:34:08.990" v="57" actId="1076"/>
          <ac:spMkLst>
            <pc:docMk/>
            <pc:sldMk cId="0" sldId="295"/>
            <ac:spMk id="3" creationId="{00000000-0000-0000-0000-000000000000}"/>
          </ac:spMkLst>
        </pc:spChg>
        <pc:spChg chg="add mod">
          <ac:chgData name="Phan, Tiffany M Maj USAF USAFA AW/ESCS" userId="a0ed988f-3bd3-448a-ab68-f6eca8eadb00" providerId="ADAL" clId="{D74FDB2A-C6F9-423C-9DA7-5C8A44CC196C}" dt="2026-10-09T14:56:53.505" v="67"/>
          <ac:spMkLst>
            <pc:docMk/>
            <pc:sldMk cId="0" sldId="295"/>
            <ac:spMk id="11" creationId="{A20D7823-98C4-ACA2-B0BE-11C92CA8ABC7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03.861" v="70"/>
          <ac:spMkLst>
            <pc:docMk/>
            <pc:sldMk cId="0" sldId="295"/>
            <ac:spMk id="13" creationId="{F051C5F7-CA5C-D004-EB5F-54E751264D9D}"/>
          </ac:spMkLst>
        </pc:spChg>
        <pc:spChg chg="add mod">
          <ac:chgData name="Phan, Tiffany M Maj USAF USAFA AW/ESCS" userId="a0ed988f-3bd3-448a-ab68-f6eca8eadb00" providerId="ADAL" clId="{D74FDB2A-C6F9-423C-9DA7-5C8A44CC196C}" dt="2026-10-09T15:08:58.672" v="311" actId="1038"/>
          <ac:spMkLst>
            <pc:docMk/>
            <pc:sldMk cId="0" sldId="295"/>
            <ac:spMk id="15" creationId="{626DCEA9-AC9F-9644-7D22-743E1E4DC29A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17" creationId="{B6B1D73C-9D03-F1DB-7C6D-F3E8871B6EFA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19" creationId="{6BC84354-09A0-69F1-9F27-72843F31790A}"/>
          </ac:spMkLst>
        </pc:spChg>
        <pc:spChg chg="add mod">
          <ac:chgData name="Phan, Tiffany M Maj USAF USAFA AW/ESCS" userId="a0ed988f-3bd3-448a-ab68-f6eca8eadb00" providerId="ADAL" clId="{D74FDB2A-C6F9-423C-9DA7-5C8A44CC196C}" dt="2026-10-09T14:58:13.355" v="139" actId="1037"/>
          <ac:spMkLst>
            <pc:docMk/>
            <pc:sldMk cId="0" sldId="295"/>
            <ac:spMk id="21" creationId="{1E5509B4-2130-A1F1-DF1E-5EC33A27899E}"/>
          </ac:spMkLst>
        </pc:spChg>
        <pc:spChg chg="mod">
          <ac:chgData name="Phan, Tiffany M Maj USAF USAFA AW/ESCS" userId="a0ed988f-3bd3-448a-ab68-f6eca8eadb00" providerId="ADAL" clId="{D74FDB2A-C6F9-423C-9DA7-5C8A44CC196C}" dt="2026-10-09T15:08:58.353" v="310" actId="1037"/>
          <ac:spMkLst>
            <pc:docMk/>
            <pc:sldMk cId="0" sldId="295"/>
            <ac:spMk id="23" creationId="{0C774F11-FA17-20AC-A3E9-A5D4C65A83CF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25" creationId="{D2D185DA-040C-0000-9995-B915BE418B96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27" creationId="{8B640CA6-39D9-74E9-6BE3-0DD70568BD42}"/>
          </ac:spMkLst>
        </pc:spChg>
        <pc:spChg chg="add mod">
          <ac:chgData name="Phan, Tiffany M Maj USAF USAFA AW/ESCS" userId="a0ed988f-3bd3-448a-ab68-f6eca8eadb00" providerId="ADAL" clId="{D74FDB2A-C6F9-423C-9DA7-5C8A44CC196C}" dt="2026-10-09T14:58:19.151" v="158" actId="1038"/>
          <ac:spMkLst>
            <pc:docMk/>
            <pc:sldMk cId="0" sldId="295"/>
            <ac:spMk id="29" creationId="{D1D64016-3D8F-C4CE-04CC-D1105B9E4D90}"/>
          </ac:spMkLst>
        </pc:spChg>
        <pc:spChg chg="add mod">
          <ac:chgData name="Phan, Tiffany M Maj USAF USAFA AW/ESCS" userId="a0ed988f-3bd3-448a-ab68-f6eca8eadb00" providerId="ADAL" clId="{D74FDB2A-C6F9-423C-9DA7-5C8A44CC196C}" dt="2026-10-09T14:58:03.538" v="106" actId="1038"/>
          <ac:spMkLst>
            <pc:docMk/>
            <pc:sldMk cId="0" sldId="295"/>
            <ac:spMk id="31" creationId="{89027516-ACAC-CE69-8FBC-7E7F7CFEE689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33" creationId="{D2A45171-A45D-1376-DD5D-6107C0F30D53}"/>
          </ac:spMkLst>
        </pc:spChg>
        <pc:spChg chg="add mod">
          <ac:chgData name="Phan, Tiffany M Maj USAF USAFA AW/ESCS" userId="a0ed988f-3bd3-448a-ab68-f6eca8eadb00" providerId="ADAL" clId="{D74FDB2A-C6F9-423C-9DA7-5C8A44CC196C}" dt="2026-10-09T14:57:25.504" v="76" actId="403"/>
          <ac:spMkLst>
            <pc:docMk/>
            <pc:sldMk cId="0" sldId="295"/>
            <ac:spMk id="35" creationId="{6634830F-F52A-B933-B102-A09991E38323}"/>
          </ac:spMkLst>
        </pc:spChg>
        <pc:spChg chg="add mod">
          <ac:chgData name="Phan, Tiffany M Maj USAF USAFA AW/ESCS" userId="a0ed988f-3bd3-448a-ab68-f6eca8eadb00" providerId="ADAL" clId="{D74FDB2A-C6F9-423C-9DA7-5C8A44CC196C}" dt="2026-10-09T14:58:41.774" v="160"/>
          <ac:spMkLst>
            <pc:docMk/>
            <pc:sldMk cId="0" sldId="295"/>
            <ac:spMk id="37" creationId="{97E4AAB0-9AA7-023C-0333-3B3BE44889E1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17:56.966" v="2608" actId="114"/>
        <pc:sldMkLst>
          <pc:docMk/>
          <pc:sldMk cId="3682674552" sldId="296"/>
        </pc:sldMkLst>
        <pc:spChg chg="add mod">
          <ac:chgData name="Phan, Tiffany M Maj USAF USAFA AW/ESCS" userId="a0ed988f-3bd3-448a-ab68-f6eca8eadb00" providerId="ADAL" clId="{D74FDB2A-C6F9-423C-9DA7-5C8A44CC196C}" dt="2026-10-09T15:07:36.509" v="269" actId="404"/>
          <ac:spMkLst>
            <pc:docMk/>
            <pc:sldMk cId="3682674552" sldId="296"/>
            <ac:spMk id="6" creationId="{8B6D7A95-FC4A-595B-201C-5C7D97A08A5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53.558" v="2607" actId="114"/>
          <ac:spMkLst>
            <pc:docMk/>
            <pc:sldMk cId="3682674552" sldId="296"/>
            <ac:spMk id="8" creationId="{A981CFE8-263F-CD0B-60B7-9E935E006522}"/>
          </ac:spMkLst>
        </pc:spChg>
        <pc:spChg chg="add mod">
          <ac:chgData name="Phan, Tiffany M Maj USAF USAFA AW/ESCS" userId="a0ed988f-3bd3-448a-ab68-f6eca8eadb00" providerId="ADAL" clId="{D74FDB2A-C6F9-423C-9DA7-5C8A44CC196C}" dt="2026-10-09T15:07:36.509" v="269" actId="404"/>
          <ac:spMkLst>
            <pc:docMk/>
            <pc:sldMk cId="3682674552" sldId="296"/>
            <ac:spMk id="10" creationId="{500E2C36-B9F7-469E-F898-D3317658DB0C}"/>
          </ac:spMkLst>
        </pc:spChg>
        <pc:spChg chg="mod">
          <ac:chgData name="Phan, Tiffany M Maj USAF USAFA AW/ESCS" userId="a0ed988f-3bd3-448a-ab68-f6eca8eadb00" providerId="ADAL" clId="{D74FDB2A-C6F9-423C-9DA7-5C8A44CC196C}" dt="2026-10-09T15:03:33.057" v="256"/>
          <ac:spMkLst>
            <pc:docMk/>
            <pc:sldMk cId="3682674552" sldId="296"/>
            <ac:spMk id="11" creationId="{680F9781-FA44-3C08-24F1-ABA4369BAE1E}"/>
          </ac:spMkLst>
        </pc:spChg>
        <pc:spChg chg="mod">
          <ac:chgData name="Phan, Tiffany M Maj USAF USAFA AW/ESCS" userId="a0ed988f-3bd3-448a-ab68-f6eca8eadb00" providerId="ADAL" clId="{D74FDB2A-C6F9-423C-9DA7-5C8A44CC196C}" dt="2026-10-09T15:03:46.324" v="259"/>
          <ac:spMkLst>
            <pc:docMk/>
            <pc:sldMk cId="3682674552" sldId="296"/>
            <ac:spMk id="13" creationId="{B1AE59A0-8A86-F046-5872-0CCA295CDBD0}"/>
          </ac:spMkLst>
        </pc:spChg>
        <pc:spChg chg="add mod">
          <ac:chgData name="Phan, Tiffany M Maj USAF USAFA AW/ESCS" userId="a0ed988f-3bd3-448a-ab68-f6eca8eadb00" providerId="ADAL" clId="{D74FDB2A-C6F9-423C-9DA7-5C8A44CC196C}" dt="2026-10-09T15:07:36.509" v="269" actId="404"/>
          <ac:spMkLst>
            <pc:docMk/>
            <pc:sldMk cId="3682674552" sldId="296"/>
            <ac:spMk id="14" creationId="{8F65EA83-9AE5-66C2-9ED6-0D3F313BDCE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56.966" v="2608" actId="114"/>
          <ac:spMkLst>
            <pc:docMk/>
            <pc:sldMk cId="3682674552" sldId="296"/>
            <ac:spMk id="18" creationId="{4DDD14FF-38C4-869A-ADEB-EB54E864FF72}"/>
          </ac:spMkLst>
        </pc:spChg>
        <pc:spChg chg="add mod">
          <ac:chgData name="Phan, Tiffany M Maj USAF USAFA AW/ESCS" userId="a0ed988f-3bd3-448a-ab68-f6eca8eadb00" providerId="ADAL" clId="{D74FDB2A-C6F9-423C-9DA7-5C8A44CC196C}" dt="2026-10-09T15:07:36.509" v="269" actId="404"/>
          <ac:spMkLst>
            <pc:docMk/>
            <pc:sldMk cId="3682674552" sldId="296"/>
            <ac:spMk id="22" creationId="{F2A90825-8A77-F4A6-946F-6B144F08A8A3}"/>
          </ac:spMkLst>
        </pc:spChg>
        <pc:spChg chg="add mod">
          <ac:chgData name="Phan, Tiffany M Maj USAF USAFA AW/ESCS" userId="a0ed988f-3bd3-448a-ab68-f6eca8eadb00" providerId="ADAL" clId="{D74FDB2A-C6F9-423C-9DA7-5C8A44CC196C}" dt="2026-10-09T15:07:36.509" v="269" actId="404"/>
          <ac:spMkLst>
            <pc:docMk/>
            <pc:sldMk cId="3682674552" sldId="296"/>
            <ac:spMk id="26" creationId="{86D6051F-90AE-9542-4788-1E75AF9D74FD}"/>
          </ac:spMkLst>
        </pc:spChg>
        <pc:spChg chg="mod">
          <ac:chgData name="Phan, Tiffany M Maj USAF USAFA AW/ESCS" userId="a0ed988f-3bd3-448a-ab68-f6eca8eadb00" providerId="ADAL" clId="{D74FDB2A-C6F9-423C-9DA7-5C8A44CC196C}" dt="2026-10-09T15:07:43.998" v="270"/>
          <ac:spMkLst>
            <pc:docMk/>
            <pc:sldMk cId="3682674552" sldId="296"/>
            <ac:spMk id="37" creationId="{42A8CA8A-E290-4F76-75DD-5CB4F7E1A8F8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19:40.316" v="2623" actId="20577"/>
        <pc:sldMkLst>
          <pc:docMk/>
          <pc:sldMk cId="4205196271" sldId="297"/>
        </pc:sldMkLst>
        <pc:spChg chg="add mod">
          <ac:chgData name="Phan, Tiffany M Maj USAF USAFA AW/ESCS" userId="a0ed988f-3bd3-448a-ab68-f6eca8eadb00" providerId="ADAL" clId="{D74FDB2A-C6F9-423C-9DA7-5C8A44CC196C}" dt="2026-10-09T22:27:54.913" v="335" actId="1076"/>
          <ac:spMkLst>
            <pc:docMk/>
            <pc:sldMk cId="4205196271" sldId="297"/>
            <ac:spMk id="7" creationId="{00EBDA92-0A75-F05F-C1A1-8DF6E5F94B6B}"/>
          </ac:spMkLst>
        </pc:spChg>
        <pc:spChg chg="mod">
          <ac:chgData name="Phan, Tiffany M Maj USAF USAFA AW/ESCS" userId="a0ed988f-3bd3-448a-ab68-f6eca8eadb00" providerId="ADAL" clId="{D74FDB2A-C6F9-423C-9DA7-5C8A44CC196C}" dt="2026-10-09T22:26:38.664" v="315"/>
          <ac:spMkLst>
            <pc:docMk/>
            <pc:sldMk cId="4205196271" sldId="297"/>
            <ac:spMk id="11" creationId="{7DF2D0D9-DBEC-B61B-7BAF-DE72EB34A5F2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10.296" v="2612" actId="114"/>
          <ac:spMkLst>
            <pc:docMk/>
            <pc:sldMk cId="4205196271" sldId="297"/>
            <ac:spMk id="12" creationId="{153D19E8-82A9-DCF6-1149-9BE2A5FAC10E}"/>
          </ac:spMkLst>
        </pc:spChg>
        <pc:spChg chg="mod">
          <ac:chgData name="Phan, Tiffany M Maj USAF USAFA AW/ESCS" userId="a0ed988f-3bd3-448a-ab68-f6eca8eadb00" providerId="ADAL" clId="{D74FDB2A-C6F9-423C-9DA7-5C8A44CC196C}" dt="2026-10-09T22:26:54.243" v="320"/>
          <ac:spMkLst>
            <pc:docMk/>
            <pc:sldMk cId="4205196271" sldId="297"/>
            <ac:spMk id="13" creationId="{D02474AC-89A4-0410-2014-BB35BDF6C5F5}"/>
          </ac:spMkLst>
        </pc:spChg>
        <pc:spChg chg="add mod">
          <ac:chgData name="Phan, Tiffany M Maj USAF USAFA AW/ESCS" userId="a0ed988f-3bd3-448a-ab68-f6eca8eadb00" providerId="ADAL" clId="{D74FDB2A-C6F9-423C-9DA7-5C8A44CC196C}" dt="2026-10-09T22:27:54.913" v="335" actId="1076"/>
          <ac:spMkLst>
            <pc:docMk/>
            <pc:sldMk cId="4205196271" sldId="297"/>
            <ac:spMk id="16" creationId="{119C19A7-E9F6-4786-8729-51E639A09269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12.096" v="2613" actId="114"/>
          <ac:spMkLst>
            <pc:docMk/>
            <pc:sldMk cId="4205196271" sldId="297"/>
            <ac:spMk id="19" creationId="{2F16B1A6-6783-2BB3-BB92-583792A3BF9B}"/>
          </ac:spMkLst>
        </pc:spChg>
        <pc:spChg chg="add mod">
          <ac:chgData name="Phan, Tiffany M Maj USAF USAFA AW/ESCS" userId="a0ed988f-3bd3-448a-ab68-f6eca8eadb00" providerId="ADAL" clId="{D74FDB2A-C6F9-423C-9DA7-5C8A44CC196C}" dt="2026-10-09T22:27:54.913" v="335" actId="1076"/>
          <ac:spMkLst>
            <pc:docMk/>
            <pc:sldMk cId="4205196271" sldId="297"/>
            <ac:spMk id="21" creationId="{DC2EE4C9-F20B-1CF0-E700-FEE65BD41DD1}"/>
          </ac:spMkLst>
        </pc:spChg>
        <pc:spChg chg="add mod">
          <ac:chgData name="Phan, Tiffany M Maj USAF USAFA AW/ESCS" userId="a0ed988f-3bd3-448a-ab68-f6eca8eadb00" providerId="ADAL" clId="{D74FDB2A-C6F9-423C-9DA7-5C8A44CC196C}" dt="2026-10-09T22:27:54.913" v="335" actId="1076"/>
          <ac:spMkLst>
            <pc:docMk/>
            <pc:sldMk cId="4205196271" sldId="297"/>
            <ac:spMk id="24" creationId="{2B19EC79-22A3-D521-A317-22096DA4E30C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13.879" v="2614" actId="114"/>
          <ac:spMkLst>
            <pc:docMk/>
            <pc:sldMk cId="4205196271" sldId="297"/>
            <ac:spMk id="27" creationId="{4D244692-8198-0522-D9EA-78FA317FB7F2}"/>
          </ac:spMkLst>
        </pc:spChg>
        <pc:spChg chg="mod">
          <ac:chgData name="Phan, Tiffany M Maj USAF USAFA AW/ESCS" userId="a0ed988f-3bd3-448a-ab68-f6eca8eadb00" providerId="ADAL" clId="{D74FDB2A-C6F9-423C-9DA7-5C8A44CC196C}" dt="2026-10-09T22:28:00.475" v="336" actId="14100"/>
          <ac:spMkLst>
            <pc:docMk/>
            <pc:sldMk cId="4205196271" sldId="297"/>
            <ac:spMk id="29" creationId="{A1E1143F-3D2A-52FB-435D-32B4CE529330}"/>
          </ac:spMkLst>
        </pc:spChg>
        <pc:spChg chg="mod">
          <ac:chgData name="Phan, Tiffany M Maj USAF USAFA AW/ESCS" userId="a0ed988f-3bd3-448a-ab68-f6eca8eadb00" providerId="ADAL" clId="{D74FDB2A-C6F9-423C-9DA7-5C8A44CC196C}" dt="2026-10-10T19:19:32.084" v="2618" actId="122"/>
          <ac:spMkLst>
            <pc:docMk/>
            <pc:sldMk cId="4205196271" sldId="297"/>
            <ac:spMk id="31" creationId="{57404896-0422-E51C-E80E-DB065EF7491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32.084" v="2618" actId="122"/>
          <ac:spMkLst>
            <pc:docMk/>
            <pc:sldMk cId="4205196271" sldId="297"/>
            <ac:spMk id="33" creationId="{6474D500-C383-7E63-8129-F5FBBA8423E4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35.602" v="2619" actId="20577"/>
          <ac:spMkLst>
            <pc:docMk/>
            <pc:sldMk cId="4205196271" sldId="297"/>
            <ac:spMk id="35" creationId="{A0D92B26-4ABF-5D78-8697-C508E3235436}"/>
          </ac:spMkLst>
        </pc:spChg>
        <pc:spChg chg="mod">
          <ac:chgData name="Phan, Tiffany M Maj USAF USAFA AW/ESCS" userId="a0ed988f-3bd3-448a-ab68-f6eca8eadb00" providerId="ADAL" clId="{D74FDB2A-C6F9-423C-9DA7-5C8A44CC196C}" dt="2026-10-09T22:32:09.983" v="338"/>
          <ac:spMkLst>
            <pc:docMk/>
            <pc:sldMk cId="4205196271" sldId="297"/>
            <ac:spMk id="37" creationId="{7FEEFE40-05CF-E6FD-EA17-3E953219DF1E}"/>
          </ac:spMkLst>
        </pc:spChg>
        <pc:spChg chg="mod">
          <ac:chgData name="Phan, Tiffany M Maj USAF USAFA AW/ESCS" userId="a0ed988f-3bd3-448a-ab68-f6eca8eadb00" providerId="ADAL" clId="{D74FDB2A-C6F9-423C-9DA7-5C8A44CC196C}" dt="2026-10-10T19:19:32.084" v="2618" actId="122"/>
          <ac:spMkLst>
            <pc:docMk/>
            <pc:sldMk cId="4205196271" sldId="297"/>
            <ac:spMk id="38" creationId="{27EC945B-866E-756C-3CD8-E27663A2524D}"/>
          </ac:spMkLst>
        </pc:spChg>
        <pc:spChg chg="mod">
          <ac:chgData name="Phan, Tiffany M Maj USAF USAFA AW/ESCS" userId="a0ed988f-3bd3-448a-ab68-f6eca8eadb00" providerId="ADAL" clId="{D74FDB2A-C6F9-423C-9DA7-5C8A44CC196C}" dt="2026-10-10T19:19:32.084" v="2618" actId="122"/>
          <ac:spMkLst>
            <pc:docMk/>
            <pc:sldMk cId="4205196271" sldId="297"/>
            <ac:spMk id="40" creationId="{66C8D727-1339-2003-6350-EF77E7CEC1C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9:40.316" v="2623" actId="20577"/>
          <ac:spMkLst>
            <pc:docMk/>
            <pc:sldMk cId="4205196271" sldId="297"/>
            <ac:spMk id="42" creationId="{56D9E7CD-7D9F-3406-68FB-E39830692B0D}"/>
          </ac:spMkLst>
        </pc:spChg>
      </pc:sldChg>
      <pc:sldChg chg="addSp delSp modSp add mod modAnim">
        <pc:chgData name="Phan, Tiffany M Maj USAF USAFA AW/ESCS" userId="a0ed988f-3bd3-448a-ab68-f6eca8eadb00" providerId="ADAL" clId="{D74FDB2A-C6F9-423C-9DA7-5C8A44CC196C}" dt="2026-10-09T22:38:14.136" v="377"/>
        <pc:sldMkLst>
          <pc:docMk/>
          <pc:sldMk cId="2554407848" sldId="298"/>
        </pc:sldMkLst>
        <pc:spChg chg="mod">
          <ac:chgData name="Phan, Tiffany M Maj USAF USAFA AW/ESCS" userId="a0ed988f-3bd3-448a-ab68-f6eca8eadb00" providerId="ADAL" clId="{D74FDB2A-C6F9-423C-9DA7-5C8A44CC196C}" dt="2026-10-09T22:32:47.828" v="345" actId="20577"/>
          <ac:spMkLst>
            <pc:docMk/>
            <pc:sldMk cId="2554407848" sldId="298"/>
            <ac:spMk id="11" creationId="{785DD09D-9B3B-AAB8-C9EC-1BF469B48B4E}"/>
          </ac:spMkLst>
        </pc:spChg>
        <pc:spChg chg="mod">
          <ac:chgData name="Phan, Tiffany M Maj USAF USAFA AW/ESCS" userId="a0ed988f-3bd3-448a-ab68-f6eca8eadb00" providerId="ADAL" clId="{D74FDB2A-C6F9-423C-9DA7-5C8A44CC196C}" dt="2026-10-09T22:34:56.274" v="348"/>
          <ac:spMkLst>
            <pc:docMk/>
            <pc:sldMk cId="2554407848" sldId="298"/>
            <ac:spMk id="13" creationId="{7516102F-4161-E1C6-0952-2EF33BEECBEB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14" creationId="{60374070-4543-22EA-758F-F0EBF3CF9965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23" creationId="{C7A028DF-9E5C-F1FA-7218-E77ABED19706}"/>
          </ac:spMkLst>
        </pc:spChg>
        <pc:spChg chg="mod">
          <ac:chgData name="Phan, Tiffany M Maj USAF USAFA AW/ESCS" userId="a0ed988f-3bd3-448a-ab68-f6eca8eadb00" providerId="ADAL" clId="{D74FDB2A-C6F9-423C-9DA7-5C8A44CC196C}" dt="2026-10-09T22:35:35.674" v="374"/>
          <ac:spMkLst>
            <pc:docMk/>
            <pc:sldMk cId="2554407848" sldId="298"/>
            <ac:spMk id="37" creationId="{D5660EB9-AD3A-D2C0-9243-FA80A18110C6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43" creationId="{E6BE8718-59F4-4E7E-81F2-E2A6ACBC0AB3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45" creationId="{8D3C9B27-940F-A0B0-D353-5C5E772D0AB9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57" creationId="{0F92034D-4FE2-D1F7-0833-45A63CF293ED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63" creationId="{12FAF155-4CD4-CCB5-4E85-27141BD63C84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71" creationId="{F570DF06-2F2B-1E04-2717-667DE6AE8598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73" creationId="{446B6E03-6641-E5AB-510D-710B3F4687D0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75" creationId="{23F10B5B-85D4-4214-B9D8-E0095BB3DF2A}"/>
          </ac:spMkLst>
        </pc:spChg>
        <pc:spChg chg="add mod">
          <ac:chgData name="Phan, Tiffany M Maj USAF USAFA AW/ESCS" userId="a0ed988f-3bd3-448a-ab68-f6eca8eadb00" providerId="ADAL" clId="{D74FDB2A-C6F9-423C-9DA7-5C8A44CC196C}" dt="2026-10-09T22:35:20.587" v="373" actId="1036"/>
          <ac:spMkLst>
            <pc:docMk/>
            <pc:sldMk cId="2554407848" sldId="298"/>
            <ac:spMk id="79" creationId="{4A72930A-47DF-CA71-35C7-614614C8A2C4}"/>
          </ac:spMkLst>
        </pc:spChg>
        <pc:spChg chg="add mod">
          <ac:chgData name="Phan, Tiffany M Maj USAF USAFA AW/ESCS" userId="a0ed988f-3bd3-448a-ab68-f6eca8eadb00" providerId="ADAL" clId="{D74FDB2A-C6F9-423C-9DA7-5C8A44CC196C}" dt="2026-10-09T22:36:27.825" v="376" actId="14100"/>
          <ac:spMkLst>
            <pc:docMk/>
            <pc:sldMk cId="2554407848" sldId="298"/>
            <ac:spMk id="82" creationId="{8847460C-C01E-AC50-8EC0-BC8D2857A91D}"/>
          </ac:spMkLst>
        </pc:spChg>
      </pc:sldChg>
      <pc:sldChg chg="addSp delSp modSp add mod delAnim">
        <pc:chgData name="Phan, Tiffany M Maj USAF USAFA AW/ESCS" userId="a0ed988f-3bd3-448a-ab68-f6eca8eadb00" providerId="ADAL" clId="{D74FDB2A-C6F9-423C-9DA7-5C8A44CC196C}" dt="2026-10-10T19:20:17.916" v="2630" actId="20577"/>
        <pc:sldMkLst>
          <pc:docMk/>
          <pc:sldMk cId="997219289" sldId="299"/>
        </pc:sldMkLst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7" creationId="{B0BE5708-B1ED-7804-830C-570DB5D8D0F3}"/>
          </ac:spMkLst>
        </pc:spChg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10" creationId="{64D9EE2C-92FC-4861-853F-F47151517104}"/>
          </ac:spMkLst>
        </pc:spChg>
        <pc:spChg chg="mod">
          <ac:chgData name="Phan, Tiffany M Maj USAF USAFA AW/ESCS" userId="a0ed988f-3bd3-448a-ab68-f6eca8eadb00" providerId="ADAL" clId="{D74FDB2A-C6F9-423C-9DA7-5C8A44CC196C}" dt="2026-10-09T22:38:31.625" v="380"/>
          <ac:spMkLst>
            <pc:docMk/>
            <pc:sldMk cId="997219289" sldId="299"/>
            <ac:spMk id="11" creationId="{9098E748-3F90-752C-CA62-29FDA0451A78}"/>
          </ac:spMkLst>
        </pc:spChg>
        <pc:spChg chg="mod">
          <ac:chgData name="Phan, Tiffany M Maj USAF USAFA AW/ESCS" userId="a0ed988f-3bd3-448a-ab68-f6eca8eadb00" providerId="ADAL" clId="{D74FDB2A-C6F9-423C-9DA7-5C8A44CC196C}" dt="2026-10-09T22:38:50.966" v="385" actId="1076"/>
          <ac:spMkLst>
            <pc:docMk/>
            <pc:sldMk cId="997219289" sldId="299"/>
            <ac:spMk id="13" creationId="{89BDE9C7-2A83-3AE0-F632-B5DAC2F19F22}"/>
          </ac:spMkLst>
        </pc:spChg>
        <pc:spChg chg="add mod">
          <ac:chgData name="Phan, Tiffany M Maj USAF USAFA AW/ESCS" userId="a0ed988f-3bd3-448a-ab68-f6eca8eadb00" providerId="ADAL" clId="{D74FDB2A-C6F9-423C-9DA7-5C8A44CC196C}" dt="2026-10-10T19:20:11.802" v="2629" actId="122"/>
          <ac:spMkLst>
            <pc:docMk/>
            <pc:sldMk cId="997219289" sldId="299"/>
            <ac:spMk id="15" creationId="{E5CD6813-867D-53A2-B690-540D0F55D34D}"/>
          </ac:spMkLst>
        </pc:spChg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18" creationId="{51A9E482-423C-E8F1-1840-676F2FA19D9B}"/>
          </ac:spMkLst>
        </pc:spChg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21" creationId="{33FBF995-5D7A-5D87-4456-B9EA5B275567}"/>
          </ac:spMkLst>
        </pc:spChg>
        <pc:spChg chg="add mod">
          <ac:chgData name="Phan, Tiffany M Maj USAF USAFA AW/ESCS" userId="a0ed988f-3bd3-448a-ab68-f6eca8eadb00" providerId="ADAL" clId="{D74FDB2A-C6F9-423C-9DA7-5C8A44CC196C}" dt="2026-10-10T19:20:17.916" v="2630" actId="20577"/>
          <ac:spMkLst>
            <pc:docMk/>
            <pc:sldMk cId="997219289" sldId="299"/>
            <ac:spMk id="24" creationId="{42468FEA-C6D2-506D-E24D-7F4646BA68D5}"/>
          </ac:spMkLst>
        </pc:spChg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27" creationId="{7C3F7BF1-FDA8-5D15-D213-D12FB0623706}"/>
          </ac:spMkLst>
        </pc:spChg>
        <pc:spChg chg="add mod">
          <ac:chgData name="Phan, Tiffany M Maj USAF USAFA AW/ESCS" userId="a0ed988f-3bd3-448a-ab68-f6eca8eadb00" providerId="ADAL" clId="{D74FDB2A-C6F9-423C-9DA7-5C8A44CC196C}" dt="2026-10-09T22:38:58.376" v="392" actId="404"/>
          <ac:spMkLst>
            <pc:docMk/>
            <pc:sldMk cId="997219289" sldId="299"/>
            <ac:spMk id="29" creationId="{EF8B0B6A-87CD-28FB-815A-3C8296F3CF59}"/>
          </ac:spMkLst>
        </pc:spChg>
        <pc:spChg chg="add mod">
          <ac:chgData name="Phan, Tiffany M Maj USAF USAFA AW/ESCS" userId="a0ed988f-3bd3-448a-ab68-f6eca8eadb00" providerId="ADAL" clId="{D74FDB2A-C6F9-423C-9DA7-5C8A44CC196C}" dt="2026-10-10T19:20:11.802" v="2629" actId="122"/>
          <ac:spMkLst>
            <pc:docMk/>
            <pc:sldMk cId="997219289" sldId="299"/>
            <ac:spMk id="32" creationId="{8B8CE653-6B0E-AB23-2B19-91BC43104F62}"/>
          </ac:spMkLst>
        </pc:spChg>
        <pc:spChg chg="mod">
          <ac:chgData name="Phan, Tiffany M Maj USAF USAFA AW/ESCS" userId="a0ed988f-3bd3-448a-ab68-f6eca8eadb00" providerId="ADAL" clId="{D74FDB2A-C6F9-423C-9DA7-5C8A44CC196C}" dt="2026-10-09T22:39:05.110" v="393"/>
          <ac:spMkLst>
            <pc:docMk/>
            <pc:sldMk cId="997219289" sldId="299"/>
            <ac:spMk id="37" creationId="{516B34CB-ABDF-815D-C598-246C95E549EA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21:09.006" v="2646" actId="1076"/>
        <pc:sldMkLst>
          <pc:docMk/>
          <pc:sldMk cId="1188468697" sldId="300"/>
        </pc:sldMkLst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9" creationId="{35276E65-1028-6A0B-CAAA-0B2B50A24586}"/>
          </ac:spMkLst>
        </pc:spChg>
        <pc:spChg chg="mod">
          <ac:chgData name="Phan, Tiffany M Maj USAF USAFA AW/ESCS" userId="a0ed988f-3bd3-448a-ab68-f6eca8eadb00" providerId="ADAL" clId="{D74FDB2A-C6F9-423C-9DA7-5C8A44CC196C}" dt="2026-10-09T22:39:32.829" v="396"/>
          <ac:spMkLst>
            <pc:docMk/>
            <pc:sldMk cId="1188468697" sldId="300"/>
            <ac:spMk id="11" creationId="{15E2DEFB-70CE-4CFE-03E6-0E16B9C877B6}"/>
          </ac:spMkLst>
        </pc:spChg>
        <pc:spChg chg="mod">
          <ac:chgData name="Phan, Tiffany M Maj USAF USAFA AW/ESCS" userId="a0ed988f-3bd3-448a-ab68-f6eca8eadb00" providerId="ADAL" clId="{D74FDB2A-C6F9-423C-9DA7-5C8A44CC196C}" dt="2026-10-09T22:39:40.018" v="399"/>
          <ac:spMkLst>
            <pc:docMk/>
            <pc:sldMk cId="1188468697" sldId="300"/>
            <ac:spMk id="13" creationId="{ECE3253F-622F-8C7C-8D5F-5A12CBD544D5}"/>
          </ac:spMkLst>
        </pc:spChg>
        <pc:spChg chg="add mod">
          <ac:chgData name="Phan, Tiffany M Maj USAF USAFA AW/ESCS" userId="a0ed988f-3bd3-448a-ab68-f6eca8eadb00" providerId="ADAL" clId="{D74FDB2A-C6F9-423C-9DA7-5C8A44CC196C}" dt="2026-10-10T19:21:00.269" v="2644" actId="14100"/>
          <ac:spMkLst>
            <pc:docMk/>
            <pc:sldMk cId="1188468697" sldId="300"/>
            <ac:spMk id="14" creationId="{CCCDB8C9-F926-E76D-37D4-4726AFF06E55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17" creationId="{1B255197-E56F-AB16-FB5B-2D7D253F6C6F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20" creationId="{ACD62E67-E9D1-A153-AC6E-5FFE57B0068B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23" creationId="{AE65BFB7-03EF-C8B3-DF2F-621753948CFC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26" creationId="{726F1729-BB4E-84D6-101B-2113ABDE6C83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30" creationId="{FD434264-3F80-C2F1-FB62-09CBCC930E34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33" creationId="{C5B1E9EF-D4EE-F42C-7996-86A35C475DED}"/>
          </ac:spMkLst>
        </pc:spChg>
        <pc:spChg chg="mod">
          <ac:chgData name="Phan, Tiffany M Maj USAF USAFA AW/ESCS" userId="a0ed988f-3bd3-448a-ab68-f6eca8eadb00" providerId="ADAL" clId="{D74FDB2A-C6F9-423C-9DA7-5C8A44CC196C}" dt="2026-10-09T22:40:03.829" v="410" actId="403"/>
          <ac:spMkLst>
            <pc:docMk/>
            <pc:sldMk cId="1188468697" sldId="300"/>
            <ac:spMk id="35" creationId="{346C8466-4D3E-1FF3-8009-0E2B9C00C674}"/>
          </ac:spMkLst>
        </pc:spChg>
        <pc:spChg chg="mod">
          <ac:chgData name="Phan, Tiffany M Maj USAF USAFA AW/ESCS" userId="a0ed988f-3bd3-448a-ab68-f6eca8eadb00" providerId="ADAL" clId="{D74FDB2A-C6F9-423C-9DA7-5C8A44CC196C}" dt="2026-10-09T22:40:24.744" v="412"/>
          <ac:spMkLst>
            <pc:docMk/>
            <pc:sldMk cId="1188468697" sldId="300"/>
            <ac:spMk id="37" creationId="{77A3F99F-F818-107E-7558-DED07227D5A0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38" creationId="{71B56C66-62C1-B366-6E2A-4A7C711AB59F}"/>
          </ac:spMkLst>
        </pc:spChg>
        <pc:spChg chg="add mod">
          <ac:chgData name="Phan, Tiffany M Maj USAF USAFA AW/ESCS" userId="a0ed988f-3bd3-448a-ab68-f6eca8eadb00" providerId="ADAL" clId="{D74FDB2A-C6F9-423C-9DA7-5C8A44CC196C}" dt="2026-10-09T22:40:18.177" v="411" actId="1076"/>
          <ac:spMkLst>
            <pc:docMk/>
            <pc:sldMk cId="1188468697" sldId="300"/>
            <ac:spMk id="40" creationId="{6852EDD3-1B71-2E40-505A-8249592D8FB2}"/>
          </ac:spMkLst>
        </pc:spChg>
        <pc:picChg chg="add mod">
          <ac:chgData name="Phan, Tiffany M Maj USAF USAFA AW/ESCS" userId="a0ed988f-3bd3-448a-ab68-f6eca8eadb00" providerId="ADAL" clId="{D74FDB2A-C6F9-423C-9DA7-5C8A44CC196C}" dt="2026-10-10T19:21:09.006" v="2646" actId="1076"/>
          <ac:picMkLst>
            <pc:docMk/>
            <pc:sldMk cId="1188468697" sldId="300"/>
            <ac:picMk id="42" creationId="{4F983243-4888-CCE1-BC7B-0A7FB2C25FF5}"/>
          </ac:picMkLst>
        </pc:picChg>
      </pc:sldChg>
      <pc:sldChg chg="addSp delSp modSp add mod">
        <pc:chgData name="Phan, Tiffany M Maj USAF USAFA AW/ESCS" userId="a0ed988f-3bd3-448a-ab68-f6eca8eadb00" providerId="ADAL" clId="{D74FDB2A-C6F9-423C-9DA7-5C8A44CC196C}" dt="2026-10-10T19:21:18.797" v="2647"/>
        <pc:sldMkLst>
          <pc:docMk/>
          <pc:sldMk cId="1090452270" sldId="301"/>
        </pc:sldMkLst>
        <pc:spChg chg="mod">
          <ac:chgData name="Phan, Tiffany M Maj USAF USAFA AW/ESCS" userId="a0ed988f-3bd3-448a-ab68-f6eca8eadb00" providerId="ADAL" clId="{D74FDB2A-C6F9-423C-9DA7-5C8A44CC196C}" dt="2026-10-09T22:40:46.900" v="415"/>
          <ac:spMkLst>
            <pc:docMk/>
            <pc:sldMk cId="1090452270" sldId="301"/>
            <ac:spMk id="11" creationId="{5EBAD962-F610-B218-D2A5-23429877AEED}"/>
          </ac:spMkLst>
        </pc:spChg>
        <pc:spChg chg="mod">
          <ac:chgData name="Phan, Tiffany M Maj USAF USAFA AW/ESCS" userId="a0ed988f-3bd3-448a-ab68-f6eca8eadb00" providerId="ADAL" clId="{D74FDB2A-C6F9-423C-9DA7-5C8A44CC196C}" dt="2026-10-09T22:40:56.319" v="418"/>
          <ac:spMkLst>
            <pc:docMk/>
            <pc:sldMk cId="1090452270" sldId="301"/>
            <ac:spMk id="13" creationId="{2072D497-835D-4F7B-72FC-FAAA8D70CE7C}"/>
          </ac:spMkLst>
        </pc:spChg>
        <pc:spChg chg="mod">
          <ac:chgData name="Phan, Tiffany M Maj USAF USAFA AW/ESCS" userId="a0ed988f-3bd3-448a-ab68-f6eca8eadb00" providerId="ADAL" clId="{D74FDB2A-C6F9-423C-9DA7-5C8A44CC196C}" dt="2026-10-09T22:43:13.971" v="433"/>
          <ac:spMkLst>
            <pc:docMk/>
            <pc:sldMk cId="1090452270" sldId="301"/>
            <ac:spMk id="37" creationId="{A6855738-FA7F-843D-5C81-34BD2A6A4028}"/>
          </ac:spMkLst>
        </pc:spChg>
        <pc:spChg chg="add mod">
          <ac:chgData name="Phan, Tiffany M Maj USAF USAFA AW/ESCS" userId="a0ed988f-3bd3-448a-ab68-f6eca8eadb00" providerId="ADAL" clId="{D74FDB2A-C6F9-423C-9DA7-5C8A44CC196C}" dt="2026-10-09T22:43:07.746" v="432" actId="1076"/>
          <ac:spMkLst>
            <pc:docMk/>
            <pc:sldMk cId="1090452270" sldId="301"/>
            <ac:spMk id="57" creationId="{8F9C27D4-F5A8-2028-C6C3-5D879C55E403}"/>
          </ac:spMkLst>
        </pc:spChg>
        <pc:spChg chg="mod">
          <ac:chgData name="Phan, Tiffany M Maj USAF USAFA AW/ESCS" userId="a0ed988f-3bd3-448a-ab68-f6eca8eadb00" providerId="ADAL" clId="{D74FDB2A-C6F9-423C-9DA7-5C8A44CC196C}" dt="2026-10-09T22:43:07.746" v="432" actId="1076"/>
          <ac:spMkLst>
            <pc:docMk/>
            <pc:sldMk cId="1090452270" sldId="301"/>
            <ac:spMk id="59" creationId="{4BA53011-5695-3E5D-3E77-6282FC7765FB}"/>
          </ac:spMkLst>
        </pc:spChg>
        <pc:spChg chg="mod">
          <ac:chgData name="Phan, Tiffany M Maj USAF USAFA AW/ESCS" userId="a0ed988f-3bd3-448a-ab68-f6eca8eadb00" providerId="ADAL" clId="{D74FDB2A-C6F9-423C-9DA7-5C8A44CC196C}" dt="2026-10-10T19:21:18.797" v="2647"/>
          <ac:spMkLst>
            <pc:docMk/>
            <pc:sldMk cId="1090452270" sldId="301"/>
            <ac:spMk id="61" creationId="{0B74F26D-FA50-257D-7AAE-EB7AD2646CCC}"/>
          </ac:spMkLst>
        </pc:spChg>
        <pc:graphicFrameChg chg="add">
          <ac:chgData name="Phan, Tiffany M Maj USAF USAFA AW/ESCS" userId="a0ed988f-3bd3-448a-ab68-f6eca8eadb00" providerId="ADAL" clId="{D74FDB2A-C6F9-423C-9DA7-5C8A44CC196C}" dt="2026-10-09T22:42:59.748" v="429" actId="22"/>
          <ac:graphicFrameMkLst>
            <pc:docMk/>
            <pc:sldMk cId="1090452270" sldId="301"/>
            <ac:graphicFrameMk id="63" creationId="{83C2DF3D-14C6-9BE6-4996-99664932CA26}"/>
          </ac:graphicFrameMkLst>
        </pc:graphicFrameChg>
      </pc:sldChg>
      <pc:sldChg chg="addSp delSp modSp add mod">
        <pc:chgData name="Phan, Tiffany M Maj USAF USAFA AW/ESCS" userId="a0ed988f-3bd3-448a-ab68-f6eca8eadb00" providerId="ADAL" clId="{D74FDB2A-C6F9-423C-9DA7-5C8A44CC196C}" dt="2026-10-10T19:21:57.380" v="2658"/>
        <pc:sldMkLst>
          <pc:docMk/>
          <pc:sldMk cId="101485668" sldId="302"/>
        </pc:sldMkLst>
        <pc:spChg chg="add mod">
          <ac:chgData name="Phan, Tiffany M Maj USAF USAFA AW/ESCS" userId="a0ed988f-3bd3-448a-ab68-f6eca8eadb00" providerId="ADAL" clId="{D74FDB2A-C6F9-423C-9DA7-5C8A44CC196C}" dt="2026-10-09T22:48:42.126" v="529" actId="1076"/>
          <ac:spMkLst>
            <pc:docMk/>
            <pc:sldMk cId="101485668" sldId="302"/>
            <ac:spMk id="6" creationId="{F86FF4FB-29D0-7953-C939-CCD93CF9067E}"/>
          </ac:spMkLst>
        </pc:spChg>
        <pc:spChg chg="add mod">
          <ac:chgData name="Phan, Tiffany M Maj USAF USAFA AW/ESCS" userId="a0ed988f-3bd3-448a-ab68-f6eca8eadb00" providerId="ADAL" clId="{D74FDB2A-C6F9-423C-9DA7-5C8A44CC196C}" dt="2026-10-10T19:21:41.557" v="2653"/>
          <ac:spMkLst>
            <pc:docMk/>
            <pc:sldMk cId="101485668" sldId="302"/>
            <ac:spMk id="8" creationId="{0C74C27B-BCCE-D388-D502-9609E6EFC9BF}"/>
          </ac:spMkLst>
        </pc:spChg>
        <pc:spChg chg="add">
          <ac:chgData name="Phan, Tiffany M Maj USAF USAFA AW/ESCS" userId="a0ed988f-3bd3-448a-ab68-f6eca8eadb00" providerId="ADAL" clId="{D74FDB2A-C6F9-423C-9DA7-5C8A44CC196C}" dt="2026-10-09T22:48:33.697" v="523" actId="22"/>
          <ac:spMkLst>
            <pc:docMk/>
            <pc:sldMk cId="101485668" sldId="302"/>
            <ac:spMk id="10" creationId="{D9237B39-6B1D-B7A1-59B6-FDA84C334042}"/>
          </ac:spMkLst>
        </pc:spChg>
        <pc:spChg chg="mod">
          <ac:chgData name="Phan, Tiffany M Maj USAF USAFA AW/ESCS" userId="a0ed988f-3bd3-448a-ab68-f6eca8eadb00" providerId="ADAL" clId="{D74FDB2A-C6F9-423C-9DA7-5C8A44CC196C}" dt="2026-10-09T22:43:59.329" v="466" actId="20577"/>
          <ac:spMkLst>
            <pc:docMk/>
            <pc:sldMk cId="101485668" sldId="302"/>
            <ac:spMk id="11" creationId="{C0812B89-7393-E41C-63EA-2CDB8001A350}"/>
          </ac:spMkLst>
        </pc:spChg>
        <pc:spChg chg="mod">
          <ac:chgData name="Phan, Tiffany M Maj USAF USAFA AW/ESCS" userId="a0ed988f-3bd3-448a-ab68-f6eca8eadb00" providerId="ADAL" clId="{D74FDB2A-C6F9-423C-9DA7-5C8A44CC196C}" dt="2026-10-09T22:50:04.805" v="622" actId="20577"/>
          <ac:spMkLst>
            <pc:docMk/>
            <pc:sldMk cId="101485668" sldId="302"/>
            <ac:spMk id="13" creationId="{8240AC11-E14D-D5DA-B09E-E2B10F4CA16C}"/>
          </ac:spMkLst>
        </pc:spChg>
        <pc:spChg chg="add mod">
          <ac:chgData name="Phan, Tiffany M Maj USAF USAFA AW/ESCS" userId="a0ed988f-3bd3-448a-ab68-f6eca8eadb00" providerId="ADAL" clId="{D74FDB2A-C6F9-423C-9DA7-5C8A44CC196C}" dt="2026-10-10T19:21:57.380" v="2658"/>
          <ac:spMkLst>
            <pc:docMk/>
            <pc:sldMk cId="101485668" sldId="302"/>
            <ac:spMk id="14" creationId="{0CBCCFE2-A47B-1027-99E7-E421A4690B02}"/>
          </ac:spMkLst>
        </pc:spChg>
        <pc:spChg chg="mod">
          <ac:chgData name="Phan, Tiffany M Maj USAF USAFA AW/ESCS" userId="a0ed988f-3bd3-448a-ab68-f6eca8eadb00" providerId="ADAL" clId="{D74FDB2A-C6F9-423C-9DA7-5C8A44CC196C}" dt="2026-10-09T22:48:51.688" v="530"/>
          <ac:spMkLst>
            <pc:docMk/>
            <pc:sldMk cId="101485668" sldId="302"/>
            <ac:spMk id="37" creationId="{EA62D314-7724-4631-65AC-1746766787B4}"/>
          </ac:spMkLst>
        </pc:spChg>
        <pc:graphicFrameChg chg="mod modGraphic">
          <ac:chgData name="Phan, Tiffany M Maj USAF USAFA AW/ESCS" userId="a0ed988f-3bd3-448a-ab68-f6eca8eadb00" providerId="ADAL" clId="{D74FDB2A-C6F9-423C-9DA7-5C8A44CC196C}" dt="2026-10-09T23:15:18.132" v="784" actId="2161"/>
          <ac:graphicFrameMkLst>
            <pc:docMk/>
            <pc:sldMk cId="101485668" sldId="302"/>
            <ac:graphicFrameMk id="63" creationId="{26D165AF-9A36-F33E-2977-3C10F37BA93F}"/>
          </ac:graphicFrameMkLst>
        </pc:graphicFrameChg>
      </pc:sldChg>
      <pc:sldChg chg="delSp modSp add del mod">
        <pc:chgData name="Phan, Tiffany M Maj USAF USAFA AW/ESCS" userId="a0ed988f-3bd3-448a-ab68-f6eca8eadb00" providerId="ADAL" clId="{D74FDB2A-C6F9-423C-9DA7-5C8A44CC196C}" dt="2026-10-09T22:56:14.046" v="704" actId="20577"/>
        <pc:sldMkLst>
          <pc:docMk/>
          <pc:sldMk cId="658373625" sldId="303"/>
        </pc:sldMkLst>
        <pc:spChg chg="mod">
          <ac:chgData name="Phan, Tiffany M Maj USAF USAFA AW/ESCS" userId="a0ed988f-3bd3-448a-ab68-f6eca8eadb00" providerId="ADAL" clId="{D74FDB2A-C6F9-423C-9DA7-5C8A44CC196C}" dt="2026-10-09T22:52:43.092" v="630" actId="14100"/>
          <ac:spMkLst>
            <pc:docMk/>
            <pc:sldMk cId="658373625" sldId="303"/>
            <ac:spMk id="8" creationId="{329B0103-F2B6-5A14-F810-535593457607}"/>
          </ac:spMkLst>
        </pc:spChg>
        <pc:spChg chg="mod">
          <ac:chgData name="Phan, Tiffany M Maj USAF USAFA AW/ESCS" userId="a0ed988f-3bd3-448a-ab68-f6eca8eadb00" providerId="ADAL" clId="{D74FDB2A-C6F9-423C-9DA7-5C8A44CC196C}" dt="2026-10-09T22:49:37.872" v="550" actId="20577"/>
          <ac:spMkLst>
            <pc:docMk/>
            <pc:sldMk cId="658373625" sldId="303"/>
            <ac:spMk id="11" creationId="{D0E28E51-7670-EB4C-AF84-2B7896A53089}"/>
          </ac:spMkLst>
        </pc:spChg>
        <pc:spChg chg="mod">
          <ac:chgData name="Phan, Tiffany M Maj USAF USAFA AW/ESCS" userId="a0ed988f-3bd3-448a-ab68-f6eca8eadb00" providerId="ADAL" clId="{D74FDB2A-C6F9-423C-9DA7-5C8A44CC196C}" dt="2026-10-09T22:56:14.046" v="704" actId="20577"/>
          <ac:spMkLst>
            <pc:docMk/>
            <pc:sldMk cId="658373625" sldId="303"/>
            <ac:spMk id="13" creationId="{F14DA719-D5D5-05BC-0290-0893FE31EA98}"/>
          </ac:spMkLst>
        </pc:spChg>
        <pc:spChg chg="mod">
          <ac:chgData name="Phan, Tiffany M Maj USAF USAFA AW/ESCS" userId="a0ed988f-3bd3-448a-ab68-f6eca8eadb00" providerId="ADAL" clId="{D74FDB2A-C6F9-423C-9DA7-5C8A44CC196C}" dt="2026-10-09T22:53:09.840" v="631"/>
          <ac:spMkLst>
            <pc:docMk/>
            <pc:sldMk cId="658373625" sldId="303"/>
            <ac:spMk id="37" creationId="{C0C1373F-8291-DD6D-12C9-E5D81A97BDDF}"/>
          </ac:spMkLst>
        </pc:spChg>
      </pc:sldChg>
      <pc:sldChg chg="addSp delSp modSp add del mod modNotesTx">
        <pc:chgData name="Phan, Tiffany M Maj USAF USAFA AW/ESCS" userId="a0ed988f-3bd3-448a-ab68-f6eca8eadb00" providerId="ADAL" clId="{D74FDB2A-C6F9-423C-9DA7-5C8A44CC196C}" dt="2026-10-10T19:22:12.023" v="2661" actId="403"/>
        <pc:sldMkLst>
          <pc:docMk/>
          <pc:sldMk cId="3662740530" sldId="304"/>
        </pc:sldMkLst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7" creationId="{9094CA5A-60B8-C1BE-8C46-5866C07595D6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10" creationId="{FFDAD50D-8AE1-16CF-09C4-FC6D84485042}"/>
          </ac:spMkLst>
        </pc:spChg>
        <pc:spChg chg="mod">
          <ac:chgData name="Phan, Tiffany M Maj USAF USAFA AW/ESCS" userId="a0ed988f-3bd3-448a-ab68-f6eca8eadb00" providerId="ADAL" clId="{D74FDB2A-C6F9-423C-9DA7-5C8A44CC196C}" dt="2026-10-09T22:56:02.997" v="647" actId="20577"/>
          <ac:spMkLst>
            <pc:docMk/>
            <pc:sldMk cId="3662740530" sldId="304"/>
            <ac:spMk id="11" creationId="{D43A2687-01B5-D5E5-2A77-82BF77895B81}"/>
          </ac:spMkLst>
        </pc:spChg>
        <pc:spChg chg="mod">
          <ac:chgData name="Phan, Tiffany M Maj USAF USAFA AW/ESCS" userId="a0ed988f-3bd3-448a-ab68-f6eca8eadb00" providerId="ADAL" clId="{D74FDB2A-C6F9-423C-9DA7-5C8A44CC196C}" dt="2026-10-09T22:57:01.275" v="757"/>
          <ac:spMkLst>
            <pc:docMk/>
            <pc:sldMk cId="3662740530" sldId="304"/>
            <ac:spMk id="13" creationId="{18A1B9A5-FE0E-3EA4-C098-2402A7AB9F1B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14" creationId="{42A84629-C6A1-99B5-E8CB-3E828C7A21A7}"/>
          </ac:spMkLst>
        </pc:spChg>
        <pc:spChg chg="add del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16" creationId="{0B9540AB-A363-9A1F-7673-B88355F56606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18" creationId="{B284BA8C-4924-35ED-356A-983B5BFD3ABE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20" creationId="{0E9F60DD-35E6-B0E1-1445-D4A419B630AC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12.023" v="2661" actId="403"/>
          <ac:spMkLst>
            <pc:docMk/>
            <pc:sldMk cId="3662740530" sldId="304"/>
            <ac:spMk id="22" creationId="{09141CD0-43BC-BCA6-DC89-E8B84E2BEAE6}"/>
          </ac:spMkLst>
        </pc:spChg>
        <pc:spChg chg="mod">
          <ac:chgData name="Phan, Tiffany M Maj USAF USAFA AW/ESCS" userId="a0ed988f-3bd3-448a-ab68-f6eca8eadb00" providerId="ADAL" clId="{D74FDB2A-C6F9-423C-9DA7-5C8A44CC196C}" dt="2026-10-09T22:56:54.047" v="754"/>
          <ac:spMkLst>
            <pc:docMk/>
            <pc:sldMk cId="3662740530" sldId="304"/>
            <ac:spMk id="37" creationId="{1EC39AF4-71BD-1DA5-A1CD-095C08AF7F24}"/>
          </ac:spMkLst>
        </pc:spChg>
      </pc:sldChg>
      <pc:sldChg chg="addSp delSp modSp add mod modNotesTx">
        <pc:chgData name="Phan, Tiffany M Maj USAF USAFA AW/ESCS" userId="a0ed988f-3bd3-448a-ab68-f6eca8eadb00" providerId="ADAL" clId="{D74FDB2A-C6F9-423C-9DA7-5C8A44CC196C}" dt="2026-10-09T23:23:15.424" v="936" actId="20577"/>
        <pc:sldMkLst>
          <pc:docMk/>
          <pc:sldMk cId="232021583" sldId="305"/>
        </pc:sldMkLst>
        <pc:spChg chg="add mod">
          <ac:chgData name="Phan, Tiffany M Maj USAF USAFA AW/ESCS" userId="a0ed988f-3bd3-448a-ab68-f6eca8eadb00" providerId="ADAL" clId="{D74FDB2A-C6F9-423C-9DA7-5C8A44CC196C}" dt="2026-10-09T23:22:01.449" v="842" actId="14100"/>
          <ac:spMkLst>
            <pc:docMk/>
            <pc:sldMk cId="232021583" sldId="305"/>
            <ac:spMk id="6" creationId="{22DE948E-6C4D-0BAB-0F35-409AB0D1E584}"/>
          </ac:spMkLst>
        </pc:spChg>
        <pc:spChg chg="add mod">
          <ac:chgData name="Phan, Tiffany M Maj USAF USAFA AW/ESCS" userId="a0ed988f-3bd3-448a-ab68-f6eca8eadb00" providerId="ADAL" clId="{D74FDB2A-C6F9-423C-9DA7-5C8A44CC196C}" dt="2026-10-09T23:22:05.908" v="849" actId="1036"/>
          <ac:spMkLst>
            <pc:docMk/>
            <pc:sldMk cId="232021583" sldId="305"/>
            <ac:spMk id="9" creationId="{8C5C0E4E-A54F-2A87-8539-329FCB1CF584}"/>
          </ac:spMkLst>
        </pc:spChg>
        <pc:spChg chg="mod">
          <ac:chgData name="Phan, Tiffany M Maj USAF USAFA AW/ESCS" userId="a0ed988f-3bd3-448a-ab68-f6eca8eadb00" providerId="ADAL" clId="{D74FDB2A-C6F9-423C-9DA7-5C8A44CC196C}" dt="2026-10-09T23:16:55.230" v="808"/>
          <ac:spMkLst>
            <pc:docMk/>
            <pc:sldMk cId="232021583" sldId="305"/>
            <ac:spMk id="11" creationId="{38CF25F2-558F-3C7D-2DCF-2964DAB6808A}"/>
          </ac:spMkLst>
        </pc:spChg>
        <pc:spChg chg="mod">
          <ac:chgData name="Phan, Tiffany M Maj USAF USAFA AW/ESCS" userId="a0ed988f-3bd3-448a-ab68-f6eca8eadb00" providerId="ADAL" clId="{D74FDB2A-C6F9-423C-9DA7-5C8A44CC196C}" dt="2026-10-09T23:17:04.263" v="811"/>
          <ac:spMkLst>
            <pc:docMk/>
            <pc:sldMk cId="232021583" sldId="305"/>
            <ac:spMk id="13" creationId="{80EEF511-93D7-2278-2A8D-081FF788AAE5}"/>
          </ac:spMkLst>
        </pc:spChg>
        <pc:spChg chg="add mod">
          <ac:chgData name="Phan, Tiffany M Maj USAF USAFA AW/ESCS" userId="a0ed988f-3bd3-448a-ab68-f6eca8eadb00" providerId="ADAL" clId="{D74FDB2A-C6F9-423C-9DA7-5C8A44CC196C}" dt="2026-10-09T23:22:05.908" v="849" actId="1036"/>
          <ac:spMkLst>
            <pc:docMk/>
            <pc:sldMk cId="232021583" sldId="305"/>
            <ac:spMk id="15" creationId="{91A9CBDB-1BC7-E2D4-33EA-6C5A353026BF}"/>
          </ac:spMkLst>
        </pc:spChg>
        <pc:spChg chg="mod">
          <ac:chgData name="Phan, Tiffany M Maj USAF USAFA AW/ESCS" userId="a0ed988f-3bd3-448a-ab68-f6eca8eadb00" providerId="ADAL" clId="{D74FDB2A-C6F9-423C-9DA7-5C8A44CC196C}" dt="2026-10-09T23:21:58.215" v="841" actId="1076"/>
          <ac:spMkLst>
            <pc:docMk/>
            <pc:sldMk cId="232021583" sldId="305"/>
            <ac:spMk id="19" creationId="{1819C950-9068-FBC6-EFE6-2F7C974F89B3}"/>
          </ac:spMkLst>
        </pc:spChg>
        <pc:spChg chg="mod">
          <ac:chgData name="Phan, Tiffany M Maj USAF USAFA AW/ESCS" userId="a0ed988f-3bd3-448a-ab68-f6eca8eadb00" providerId="ADAL" clId="{D74FDB2A-C6F9-423C-9DA7-5C8A44CC196C}" dt="2026-10-09T23:21:58.215" v="841" actId="1076"/>
          <ac:spMkLst>
            <pc:docMk/>
            <pc:sldMk cId="232021583" sldId="305"/>
            <ac:spMk id="23" creationId="{1B09A503-E91A-506C-95CD-DE6120A26EE8}"/>
          </ac:spMkLst>
        </pc:spChg>
        <pc:spChg chg="add mod">
          <ac:chgData name="Phan, Tiffany M Maj USAF USAFA AW/ESCS" userId="a0ed988f-3bd3-448a-ab68-f6eca8eadb00" providerId="ADAL" clId="{D74FDB2A-C6F9-423C-9DA7-5C8A44CC196C}" dt="2026-10-09T23:21:58.215" v="841" actId="1076"/>
          <ac:spMkLst>
            <pc:docMk/>
            <pc:sldMk cId="232021583" sldId="305"/>
            <ac:spMk id="25" creationId="{2F1B08C9-B254-DE3B-E495-862590DAB782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27" creationId="{36878BE4-8D8E-868B-52AD-FDBFD033382E}"/>
          </ac:spMkLst>
        </pc:spChg>
        <pc:spChg chg="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29" creationId="{1EE1C9D9-DBC2-B804-5C58-D67FC8BA6152}"/>
          </ac:spMkLst>
        </pc:spChg>
        <pc:spChg chg="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31" creationId="{FECCA6F6-D2FF-5D04-FBBC-10A5760A8682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33" creationId="{E87FFF99-4C51-5337-C8CD-3EF5BD22A606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35" creationId="{0F2518A4-D036-7D73-6547-D0A9456BD19B}"/>
          </ac:spMkLst>
        </pc:spChg>
        <pc:spChg chg="mod">
          <ac:chgData name="Phan, Tiffany M Maj USAF USAFA AW/ESCS" userId="a0ed988f-3bd3-448a-ab68-f6eca8eadb00" providerId="ADAL" clId="{D74FDB2A-C6F9-423C-9DA7-5C8A44CC196C}" dt="2026-10-09T23:17:10.400" v="812"/>
          <ac:spMkLst>
            <pc:docMk/>
            <pc:sldMk cId="232021583" sldId="305"/>
            <ac:spMk id="37" creationId="{4EE20B9F-06D6-77BC-F4BE-32EEDF4E1CA3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38" creationId="{5F43ABED-A85C-4BC7-B124-00CCFFFF2352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40" creationId="{623D37F4-8302-F8A6-E713-119ABCE1438D}"/>
          </ac:spMkLst>
        </pc:spChg>
        <pc:spChg chg="add mod">
          <ac:chgData name="Phan, Tiffany M Maj USAF USAFA AW/ESCS" userId="a0ed988f-3bd3-448a-ab68-f6eca8eadb00" providerId="ADAL" clId="{D74FDB2A-C6F9-423C-9DA7-5C8A44CC196C}" dt="2026-10-09T23:17:36.101" v="834" actId="122"/>
          <ac:spMkLst>
            <pc:docMk/>
            <pc:sldMk cId="232021583" sldId="305"/>
            <ac:spMk id="42" creationId="{D947947B-965A-1671-F4EA-5C095AA7212F}"/>
          </ac:spMkLst>
        </pc:spChg>
        <pc:spChg chg="add mod">
          <ac:chgData name="Phan, Tiffany M Maj USAF USAFA AW/ESCS" userId="a0ed988f-3bd3-448a-ab68-f6eca8eadb00" providerId="ADAL" clId="{D74FDB2A-C6F9-423C-9DA7-5C8A44CC196C}" dt="2026-10-09T23:22:25.116" v="851" actId="1076"/>
          <ac:spMkLst>
            <pc:docMk/>
            <pc:sldMk cId="232021583" sldId="305"/>
            <ac:spMk id="48" creationId="{6FB69A9D-8D92-F97A-E739-B3A8D31D905D}"/>
          </ac:spMkLst>
        </pc:spChg>
        <pc:picChg chg="mod">
          <ac:chgData name="Phan, Tiffany M Maj USAF USAFA AW/ESCS" userId="a0ed988f-3bd3-448a-ab68-f6eca8eadb00" providerId="ADAL" clId="{D74FDB2A-C6F9-423C-9DA7-5C8A44CC196C}" dt="2026-10-09T23:22:57.518" v="863" actId="1036"/>
          <ac:picMkLst>
            <pc:docMk/>
            <pc:sldMk cId="232021583" sldId="305"/>
            <ac:picMk id="44" creationId="{D0131DB3-B9D6-A81E-338B-A16D79C549AB}"/>
          </ac:picMkLst>
        </pc:picChg>
        <pc:picChg chg="mod">
          <ac:chgData name="Phan, Tiffany M Maj USAF USAFA AW/ESCS" userId="a0ed988f-3bd3-448a-ab68-f6eca8eadb00" providerId="ADAL" clId="{D74FDB2A-C6F9-423C-9DA7-5C8A44CC196C}" dt="2026-10-09T23:22:57.518" v="863" actId="1036"/>
          <ac:picMkLst>
            <pc:docMk/>
            <pc:sldMk cId="232021583" sldId="305"/>
            <ac:picMk id="46" creationId="{E959139C-E3A9-F004-A438-4E6A2474CBC5}"/>
          </ac:picMkLst>
        </pc:picChg>
      </pc:sldChg>
      <pc:sldChg chg="addSp delSp modSp add mod ord modNotesTx">
        <pc:chgData name="Phan, Tiffany M Maj USAF USAFA AW/ESCS" userId="a0ed988f-3bd3-448a-ab68-f6eca8eadb00" providerId="ADAL" clId="{D74FDB2A-C6F9-423C-9DA7-5C8A44CC196C}" dt="2026-10-09T23:32:00.238" v="1066" actId="20577"/>
        <pc:sldMkLst>
          <pc:docMk/>
          <pc:sldMk cId="3715226330" sldId="306"/>
        </pc:sldMkLst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6" creationId="{40F5D943-993C-1768-E1CF-1A6A3DAA5B34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9" creationId="{EB08F96D-F7FD-581B-DB6D-852FAF5EF9D5}"/>
          </ac:spMkLst>
        </pc:spChg>
        <pc:spChg chg="mod">
          <ac:chgData name="Phan, Tiffany M Maj USAF USAFA AW/ESCS" userId="a0ed988f-3bd3-448a-ab68-f6eca8eadb00" providerId="ADAL" clId="{D74FDB2A-C6F9-423C-9DA7-5C8A44CC196C}" dt="2026-10-09T23:28:24.165" v="941"/>
          <ac:spMkLst>
            <pc:docMk/>
            <pc:sldMk cId="3715226330" sldId="306"/>
            <ac:spMk id="11" creationId="{35A5F83B-A3CE-8790-F396-81E5EBF317F7}"/>
          </ac:spMkLst>
        </pc:spChg>
        <pc:spChg chg="mod">
          <ac:chgData name="Phan, Tiffany M Maj USAF USAFA AW/ESCS" userId="a0ed988f-3bd3-448a-ab68-f6eca8eadb00" providerId="ADAL" clId="{D74FDB2A-C6F9-423C-9DA7-5C8A44CC196C}" dt="2026-10-09T23:32:00.238" v="1066" actId="20577"/>
          <ac:spMkLst>
            <pc:docMk/>
            <pc:sldMk cId="3715226330" sldId="306"/>
            <ac:spMk id="13" creationId="{034F13FA-748C-B66C-6662-2369AC69A902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15" creationId="{C3A8504D-12C7-D6B3-499F-556270C16F3C}"/>
          </ac:spMkLst>
        </pc:spChg>
        <pc:spChg chg="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19" creationId="{413674FB-B70E-5E0C-BD95-202AC064EBAC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23" creationId="{AC75286A-9AC1-750F-D7E6-68869C11788D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25" creationId="{D5BFF211-E23B-E66F-0CEA-98FABFEB0D98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27" creationId="{AA7DCD37-4FB0-83FC-0BB9-5A9BF29C25C5}"/>
          </ac:spMkLst>
        </pc:spChg>
        <pc:spChg chg="mod">
          <ac:chgData name="Phan, Tiffany M Maj USAF USAFA AW/ESCS" userId="a0ed988f-3bd3-448a-ab68-f6eca8eadb00" providerId="ADAL" clId="{D74FDB2A-C6F9-423C-9DA7-5C8A44CC196C}" dt="2026-10-09T23:29:30.141" v="978" actId="1037"/>
          <ac:spMkLst>
            <pc:docMk/>
            <pc:sldMk cId="3715226330" sldId="306"/>
            <ac:spMk id="29" creationId="{973431E0-1D50-1256-EF78-403E83369CBC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33" creationId="{128FFBDD-93AE-D3FC-720E-D64B7063E52E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35" creationId="{C59EC9DB-9DD7-30A4-3F07-0AB6CBAFCCD9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38" creationId="{1042B43A-E8DE-F8DD-0A3C-F13C99D8DC74}"/>
          </ac:spMkLst>
        </pc:spChg>
        <pc:spChg chg="add 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40" creationId="{516A8C36-0011-F329-A698-F81B70C27F12}"/>
          </ac:spMkLst>
        </pc:spChg>
        <pc:spChg chg="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42" creationId="{95068E6D-9D3C-FC9D-4333-3375A358C0F2}"/>
          </ac:spMkLst>
        </pc:spChg>
        <pc:spChg chg="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44" creationId="{F7A2611F-5781-A887-0228-4EBA5DC2607B}"/>
          </ac:spMkLst>
        </pc:spChg>
        <pc:spChg chg="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46" creationId="{7CAEE731-088E-D201-A0EA-72480A11D06D}"/>
          </ac:spMkLst>
        </pc:spChg>
        <pc:spChg chg="mod">
          <ac:chgData name="Phan, Tiffany M Maj USAF USAFA AW/ESCS" userId="a0ed988f-3bd3-448a-ab68-f6eca8eadb00" providerId="ADAL" clId="{D74FDB2A-C6F9-423C-9DA7-5C8A44CC196C}" dt="2026-10-09T23:29:36.009" v="986" actId="1038"/>
          <ac:spMkLst>
            <pc:docMk/>
            <pc:sldMk cId="3715226330" sldId="306"/>
            <ac:spMk id="48" creationId="{BCF43B01-4240-6BA0-F729-2CA4C52CA7D9}"/>
          </ac:spMkLst>
        </pc:spChg>
        <pc:spChg chg="mod">
          <ac:chgData name="Phan, Tiffany M Maj USAF USAFA AW/ESCS" userId="a0ed988f-3bd3-448a-ab68-f6eca8eadb00" providerId="ADAL" clId="{D74FDB2A-C6F9-423C-9DA7-5C8A44CC196C}" dt="2026-10-09T23:29:46.886" v="994" actId="404"/>
          <ac:spMkLst>
            <pc:docMk/>
            <pc:sldMk cId="3715226330" sldId="306"/>
            <ac:spMk id="50" creationId="{556AF4BC-C6A3-723D-A0CF-6B5281E02145}"/>
          </ac:spMkLst>
        </pc:spChg>
        <pc:spChg chg="mod">
          <ac:chgData name="Phan, Tiffany M Maj USAF USAFA AW/ESCS" userId="a0ed988f-3bd3-448a-ab68-f6eca8eadb00" providerId="ADAL" clId="{D74FDB2A-C6F9-423C-9DA7-5C8A44CC196C}" dt="2026-10-09T23:29:46.886" v="994" actId="404"/>
          <ac:spMkLst>
            <pc:docMk/>
            <pc:sldMk cId="3715226330" sldId="306"/>
            <ac:spMk id="52" creationId="{3F01DD55-A491-33D7-F72B-6F83DA971939}"/>
          </ac:spMkLst>
        </pc:spChg>
        <pc:spChg chg="mod">
          <ac:chgData name="Phan, Tiffany M Maj USAF USAFA AW/ESCS" userId="a0ed988f-3bd3-448a-ab68-f6eca8eadb00" providerId="ADAL" clId="{D74FDB2A-C6F9-423C-9DA7-5C8A44CC196C}" dt="2026-10-09T23:29:46.886" v="994" actId="404"/>
          <ac:spMkLst>
            <pc:docMk/>
            <pc:sldMk cId="3715226330" sldId="306"/>
            <ac:spMk id="54" creationId="{DF710F60-DCAE-9C3E-360C-CB9662B0C3DA}"/>
          </ac:spMkLst>
        </pc:spChg>
      </pc:sldChg>
      <pc:sldChg chg="addSp delSp modSp add mod ord modNotesTx">
        <pc:chgData name="Phan, Tiffany M Maj USAF USAFA AW/ESCS" userId="a0ed988f-3bd3-448a-ab68-f6eca8eadb00" providerId="ADAL" clId="{D74FDB2A-C6F9-423C-9DA7-5C8A44CC196C}" dt="2026-10-10T19:23:12.578" v="2671"/>
        <pc:sldMkLst>
          <pc:docMk/>
          <pc:sldMk cId="661039969" sldId="307"/>
        </pc:sldMkLst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6" creationId="{343AC2CB-28BA-779A-6BC4-6F30A09C1DC6}"/>
          </ac:spMkLst>
        </pc:spChg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9" creationId="{41DA07C1-5738-E1A9-DB68-26341F7CD7EC}"/>
          </ac:spMkLst>
        </pc:spChg>
        <pc:spChg chg="mod">
          <ac:chgData name="Phan, Tiffany M Maj USAF USAFA AW/ESCS" userId="a0ed988f-3bd3-448a-ab68-f6eca8eadb00" providerId="ADAL" clId="{D74FDB2A-C6F9-423C-9DA7-5C8A44CC196C}" dt="2026-10-09T23:30:46.505" v="1020" actId="20577"/>
          <ac:spMkLst>
            <pc:docMk/>
            <pc:sldMk cId="661039969" sldId="307"/>
            <ac:spMk id="11" creationId="{1148D8D5-CC91-EE7F-8481-78652E81E896}"/>
          </ac:spMkLst>
        </pc:spChg>
        <pc:spChg chg="mod">
          <ac:chgData name="Phan, Tiffany M Maj USAF USAFA AW/ESCS" userId="a0ed988f-3bd3-448a-ab68-f6eca8eadb00" providerId="ADAL" clId="{D74FDB2A-C6F9-423C-9DA7-5C8A44CC196C}" dt="2026-10-09T23:32:08.749" v="1097" actId="20577"/>
          <ac:spMkLst>
            <pc:docMk/>
            <pc:sldMk cId="661039969" sldId="307"/>
            <ac:spMk id="13" creationId="{803807FA-1318-F5A9-EDC9-BA634619D637}"/>
          </ac:spMkLst>
        </pc:spChg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15" creationId="{485E23B5-E195-D2D1-67A5-F8B6D8B22602}"/>
          </ac:spMkLst>
        </pc:spChg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19" creationId="{0577CF1E-4FFE-41E7-CE9E-7F525F2D02AB}"/>
          </ac:spMkLst>
        </pc:spChg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23" creationId="{8291D8E2-9FBE-5A6D-8D12-904B048AA557}"/>
          </ac:spMkLst>
        </pc:spChg>
        <pc:spChg chg="add mod">
          <ac:chgData name="Phan, Tiffany M Maj USAF USAFA AW/ESCS" userId="a0ed988f-3bd3-448a-ab68-f6eca8eadb00" providerId="ADAL" clId="{D74FDB2A-C6F9-423C-9DA7-5C8A44CC196C}" dt="2026-10-09T23:32:01.594" v="1068" actId="403"/>
          <ac:spMkLst>
            <pc:docMk/>
            <pc:sldMk cId="661039969" sldId="307"/>
            <ac:spMk id="25" creationId="{E1CE73AA-0570-D842-2AF6-63A4A74FEB75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34.590" v="2663" actId="21"/>
          <ac:spMkLst>
            <pc:docMk/>
            <pc:sldMk cId="661039969" sldId="307"/>
            <ac:spMk id="27" creationId="{300EB9BC-BEF6-09DE-4C44-73651D0404BE}"/>
          </ac:spMkLst>
        </pc:spChg>
        <pc:spChg chg="add">
          <ac:chgData name="Phan, Tiffany M Maj USAF USAFA AW/ESCS" userId="a0ed988f-3bd3-448a-ab68-f6eca8eadb00" providerId="ADAL" clId="{D74FDB2A-C6F9-423C-9DA7-5C8A44CC196C}" dt="2026-10-09T23:34:37.518" v="1116" actId="22"/>
          <ac:spMkLst>
            <pc:docMk/>
            <pc:sldMk cId="661039969" sldId="307"/>
            <ac:spMk id="33" creationId="{3F603496-FCF0-BEDC-B7FF-0CE79DEE6700}"/>
          </ac:spMkLst>
        </pc:spChg>
        <pc:spChg chg="add">
          <ac:chgData name="Phan, Tiffany M Maj USAF USAFA AW/ESCS" userId="a0ed988f-3bd3-448a-ab68-f6eca8eadb00" providerId="ADAL" clId="{D74FDB2A-C6F9-423C-9DA7-5C8A44CC196C}" dt="2026-10-09T23:34:37.518" v="1116" actId="22"/>
          <ac:spMkLst>
            <pc:docMk/>
            <pc:sldMk cId="661039969" sldId="307"/>
            <ac:spMk id="35" creationId="{B054FDE5-AA3A-735D-115B-74B9A47CC447}"/>
          </ac:spMkLst>
        </pc:spChg>
        <pc:spChg chg="mod">
          <ac:chgData name="Phan, Tiffany M Maj USAF USAFA AW/ESCS" userId="a0ed988f-3bd3-448a-ab68-f6eca8eadb00" providerId="ADAL" clId="{D74FDB2A-C6F9-423C-9DA7-5C8A44CC196C}" dt="2026-10-09T23:32:22.154" v="1099"/>
          <ac:spMkLst>
            <pc:docMk/>
            <pc:sldMk cId="661039969" sldId="307"/>
            <ac:spMk id="37" creationId="{7CB592F8-4F1B-BD4F-610A-9C2DBC5F0C2C}"/>
          </ac:spMkLst>
        </pc:spChg>
        <pc:spChg chg="add mod">
          <ac:chgData name="Phan, Tiffany M Maj USAF USAFA AW/ESCS" userId="a0ed988f-3bd3-448a-ab68-f6eca8eadb00" providerId="ADAL" clId="{D74FDB2A-C6F9-423C-9DA7-5C8A44CC196C}" dt="2026-10-10T19:22:49.915" v="2668"/>
          <ac:spMkLst>
            <pc:docMk/>
            <pc:sldMk cId="661039969" sldId="307"/>
            <ac:spMk id="38" creationId="{6D94D597-BA03-DB4C-2D34-A95CF8FB7AB0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25:11.839" v="2707" actId="1035"/>
        <pc:sldMkLst>
          <pc:docMk/>
          <pc:sldMk cId="223627554" sldId="308"/>
        </pc:sldMkLst>
        <pc:spChg chg="add mod">
          <ac:chgData name="Phan, Tiffany M Maj USAF USAFA AW/ESCS" userId="a0ed988f-3bd3-448a-ab68-f6eca8eadb00" providerId="ADAL" clId="{D74FDB2A-C6F9-423C-9DA7-5C8A44CC196C}" dt="2026-10-10T19:25:01.877" v="2698" actId="1036"/>
          <ac:spMkLst>
            <pc:docMk/>
            <pc:sldMk cId="223627554" sldId="308"/>
            <ac:spMk id="7" creationId="{1ED7E926-E6A2-4F2E-5410-41DC3DE6B1DA}"/>
          </ac:spMkLst>
        </pc:spChg>
        <pc:spChg chg="add mod">
          <ac:chgData name="Phan, Tiffany M Maj USAF USAFA AW/ESCS" userId="a0ed988f-3bd3-448a-ab68-f6eca8eadb00" providerId="ADAL" clId="{D74FDB2A-C6F9-423C-9DA7-5C8A44CC196C}" dt="2026-10-10T19:25:01.877" v="2698" actId="1036"/>
          <ac:spMkLst>
            <pc:docMk/>
            <pc:sldMk cId="223627554" sldId="308"/>
            <ac:spMk id="10" creationId="{6BA6F0B3-73CA-627A-6AD9-CB708AB3E826}"/>
          </ac:spMkLst>
        </pc:spChg>
        <pc:spChg chg="mod">
          <ac:chgData name="Phan, Tiffany M Maj USAF USAFA AW/ESCS" userId="a0ed988f-3bd3-448a-ab68-f6eca8eadb00" providerId="ADAL" clId="{D74FDB2A-C6F9-423C-9DA7-5C8A44CC196C}" dt="2026-10-09T23:38:13.013" v="1144" actId="20577"/>
          <ac:spMkLst>
            <pc:docMk/>
            <pc:sldMk cId="223627554" sldId="308"/>
            <ac:spMk id="11" creationId="{A0476A2A-CA6B-5424-2FF9-9BEE9718B521}"/>
          </ac:spMkLst>
        </pc:spChg>
        <pc:spChg chg="mod">
          <ac:chgData name="Phan, Tiffany M Maj USAF USAFA AW/ESCS" userId="a0ed988f-3bd3-448a-ab68-f6eca8eadb00" providerId="ADAL" clId="{D74FDB2A-C6F9-423C-9DA7-5C8A44CC196C}" dt="2026-10-09T23:38:20.784" v="1147"/>
          <ac:spMkLst>
            <pc:docMk/>
            <pc:sldMk cId="223627554" sldId="308"/>
            <ac:spMk id="13" creationId="{B88C2CCC-4B84-694C-01AE-F0829D13BC50}"/>
          </ac:spMkLst>
        </pc:spChg>
        <pc:spChg chg="add mod">
          <ac:chgData name="Phan, Tiffany M Maj USAF USAFA AW/ESCS" userId="a0ed988f-3bd3-448a-ab68-f6eca8eadb00" providerId="ADAL" clId="{D74FDB2A-C6F9-423C-9DA7-5C8A44CC196C}" dt="2026-10-10T19:25:01.877" v="2698" actId="1036"/>
          <ac:spMkLst>
            <pc:docMk/>
            <pc:sldMk cId="223627554" sldId="308"/>
            <ac:spMk id="14" creationId="{E92F0A1A-3270-BC60-C74B-4D7738D48A7D}"/>
          </ac:spMkLst>
        </pc:spChg>
        <pc:spChg chg="add mod">
          <ac:chgData name="Phan, Tiffany M Maj USAF USAFA AW/ESCS" userId="a0ed988f-3bd3-448a-ab68-f6eca8eadb00" providerId="ADAL" clId="{D74FDB2A-C6F9-423C-9DA7-5C8A44CC196C}" dt="2026-10-10T19:24:52.730" v="2691" actId="408"/>
          <ac:spMkLst>
            <pc:docMk/>
            <pc:sldMk cId="223627554" sldId="308"/>
            <ac:spMk id="17" creationId="{837240F2-97DF-FD1A-24ED-781CEF7BC053}"/>
          </ac:spMkLst>
        </pc:spChg>
        <pc:spChg chg="add mod">
          <ac:chgData name="Phan, Tiffany M Maj USAF USAFA AW/ESCS" userId="a0ed988f-3bd3-448a-ab68-f6eca8eadb00" providerId="ADAL" clId="{D74FDB2A-C6F9-423C-9DA7-5C8A44CC196C}" dt="2026-10-10T19:24:46.676" v="2689" actId="408"/>
          <ac:spMkLst>
            <pc:docMk/>
            <pc:sldMk cId="223627554" sldId="308"/>
            <ac:spMk id="20" creationId="{EC0A5DCE-D1AA-4235-3203-0AAE788563B9}"/>
          </ac:spMkLst>
        </pc:spChg>
        <pc:spChg chg="add mod">
          <ac:chgData name="Phan, Tiffany M Maj USAF USAFA AW/ESCS" userId="a0ed988f-3bd3-448a-ab68-f6eca8eadb00" providerId="ADAL" clId="{D74FDB2A-C6F9-423C-9DA7-5C8A44CC196C}" dt="2026-10-10T19:25:11.839" v="2707" actId="1035"/>
          <ac:spMkLst>
            <pc:docMk/>
            <pc:sldMk cId="223627554" sldId="308"/>
            <ac:spMk id="22" creationId="{DB67DA7F-BC18-1684-9751-97F8B45D7767}"/>
          </ac:spMkLst>
        </pc:spChg>
        <pc:spChg chg="mod">
          <ac:chgData name="Phan, Tiffany M Maj USAF USAFA AW/ESCS" userId="a0ed988f-3bd3-448a-ab68-f6eca8eadb00" providerId="ADAL" clId="{D74FDB2A-C6F9-423C-9DA7-5C8A44CC196C}" dt="2026-10-09T23:38:46.603" v="1153"/>
          <ac:spMkLst>
            <pc:docMk/>
            <pc:sldMk cId="223627554" sldId="308"/>
            <ac:spMk id="37" creationId="{34B02DD1-18D7-D18A-7B2D-322BF8C3F398}"/>
          </ac:spMkLst>
        </pc:spChg>
      </pc:sldChg>
      <pc:sldChg chg="addSp delSp modSp add mod modNotesTx">
        <pc:chgData name="Phan, Tiffany M Maj USAF USAFA AW/ESCS" userId="a0ed988f-3bd3-448a-ab68-f6eca8eadb00" providerId="ADAL" clId="{D74FDB2A-C6F9-423C-9DA7-5C8A44CC196C}" dt="2026-10-09T23:40:12.602" v="1273" actId="1036"/>
        <pc:sldMkLst>
          <pc:docMk/>
          <pc:sldMk cId="1496456528" sldId="309"/>
        </pc:sldMkLst>
        <pc:spChg chg="mod">
          <ac:chgData name="Phan, Tiffany M Maj USAF USAFA AW/ESCS" userId="a0ed988f-3bd3-448a-ab68-f6eca8eadb00" providerId="ADAL" clId="{D74FDB2A-C6F9-423C-9DA7-5C8A44CC196C}" dt="2026-10-09T23:39:07.369" v="1156"/>
          <ac:spMkLst>
            <pc:docMk/>
            <pc:sldMk cId="1496456528" sldId="309"/>
            <ac:spMk id="11" creationId="{804A2374-3AC8-6282-AE73-1F61D6AC695C}"/>
          </ac:spMkLst>
        </pc:spChg>
        <pc:spChg chg="mod">
          <ac:chgData name="Phan, Tiffany M Maj USAF USAFA AW/ESCS" userId="a0ed988f-3bd3-448a-ab68-f6eca8eadb00" providerId="ADAL" clId="{D74FDB2A-C6F9-423C-9DA7-5C8A44CC196C}" dt="2026-10-09T23:39:14.501" v="1159"/>
          <ac:spMkLst>
            <pc:docMk/>
            <pc:sldMk cId="1496456528" sldId="309"/>
            <ac:spMk id="13" creationId="{396321E3-51DE-D24E-E5F0-5753079C3C86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15" creationId="{0AC36D0F-9D8C-0F24-1CB8-C9B3C6FA5FBF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18" creationId="{0446348D-9D21-854B-F636-652CDD016F16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21" creationId="{D902D92C-F797-ED75-F88B-AF46B83B8CD6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24" creationId="{51BD8DBF-5316-9F91-4307-4BE4B7455BA5}"/>
          </ac:spMkLst>
        </pc:spChg>
        <pc:spChg chg="mod">
          <ac:chgData name="Phan, Tiffany M Maj USAF USAFA AW/ESCS" userId="a0ed988f-3bd3-448a-ab68-f6eca8eadb00" providerId="ADAL" clId="{D74FDB2A-C6F9-423C-9DA7-5C8A44CC196C}" dt="2026-10-09T23:39:37.665" v="1167"/>
          <ac:spMkLst>
            <pc:docMk/>
            <pc:sldMk cId="1496456528" sldId="309"/>
            <ac:spMk id="37" creationId="{E4A248FA-4441-6E5C-570E-BE28AB78D73A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40" creationId="{518DBFE5-E4D3-6139-103B-DFA8A524AABD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42" creationId="{A39CFC44-4C4B-C0DC-F241-CCE90FC97B16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46" creationId="{C9E37286-EF01-75C8-111D-0B0B3CA8A518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48" creationId="{8A540026-B050-F029-DE73-2FE001B5DA44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54" creationId="{8F25C737-16AF-1DCF-F1DC-0A34275EAEF7}"/>
          </ac:spMkLst>
        </pc:spChg>
        <pc:spChg chg="add mod">
          <ac:chgData name="Phan, Tiffany M Maj USAF USAFA AW/ESCS" userId="a0ed988f-3bd3-448a-ab68-f6eca8eadb00" providerId="ADAL" clId="{D74FDB2A-C6F9-423C-9DA7-5C8A44CC196C}" dt="2026-10-09T23:39:28.670" v="1166" actId="403"/>
          <ac:spMkLst>
            <pc:docMk/>
            <pc:sldMk cId="1496456528" sldId="309"/>
            <ac:spMk id="58" creationId="{96AC1336-5037-F259-3017-0F449BD30F52}"/>
          </ac:spMkLst>
        </pc:spChg>
        <pc:spChg chg="mod">
          <ac:chgData name="Phan, Tiffany M Maj USAF USAFA AW/ESCS" userId="a0ed988f-3bd3-448a-ab68-f6eca8eadb00" providerId="ADAL" clId="{D74FDB2A-C6F9-423C-9DA7-5C8A44CC196C}" dt="2026-10-09T23:40:12.602" v="1273" actId="1036"/>
          <ac:spMkLst>
            <pc:docMk/>
            <pc:sldMk cId="1496456528" sldId="309"/>
            <ac:spMk id="64" creationId="{BAFD6990-FED8-4B87-77CF-DF5C4788CAF3}"/>
          </ac:spMkLst>
        </pc:spChg>
        <pc:spChg chg="mod">
          <ac:chgData name="Phan, Tiffany M Maj USAF USAFA AW/ESCS" userId="a0ed988f-3bd3-448a-ab68-f6eca8eadb00" providerId="ADAL" clId="{D74FDB2A-C6F9-423C-9DA7-5C8A44CC196C}" dt="2026-10-09T23:40:12.602" v="1273" actId="1036"/>
          <ac:spMkLst>
            <pc:docMk/>
            <pc:sldMk cId="1496456528" sldId="309"/>
            <ac:spMk id="66" creationId="{78302BA1-98D1-9BFC-A1E3-E5E581660644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09T23:42:56.004" v="1320"/>
        <pc:sldMkLst>
          <pc:docMk/>
          <pc:sldMk cId="674082225" sldId="310"/>
        </pc:sldMkLst>
        <pc:spChg chg="add mod">
          <ac:chgData name="Phan, Tiffany M Maj USAF USAFA AW/ESCS" userId="a0ed988f-3bd3-448a-ab68-f6eca8eadb00" providerId="ADAL" clId="{D74FDB2A-C6F9-423C-9DA7-5C8A44CC196C}" dt="2026-10-09T23:40:46.714" v="1282" actId="403"/>
          <ac:spMkLst>
            <pc:docMk/>
            <pc:sldMk cId="674082225" sldId="310"/>
            <ac:spMk id="7" creationId="{584175BF-41D3-29F9-7BE2-AF5953ED4662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10" creationId="{20297DF5-CB22-0422-CFB8-E75C4E6DC330}"/>
          </ac:spMkLst>
        </pc:spChg>
        <pc:spChg chg="mod">
          <ac:chgData name="Phan, Tiffany M Maj USAF USAFA AW/ESCS" userId="a0ed988f-3bd3-448a-ab68-f6eca8eadb00" providerId="ADAL" clId="{D74FDB2A-C6F9-423C-9DA7-5C8A44CC196C}" dt="2026-10-09T23:40:27.835" v="1276"/>
          <ac:spMkLst>
            <pc:docMk/>
            <pc:sldMk cId="674082225" sldId="310"/>
            <ac:spMk id="11" creationId="{135FE73C-0B7C-C2A7-BCDC-DECFF0027434}"/>
          </ac:spMkLst>
        </pc:spChg>
        <pc:spChg chg="mod">
          <ac:chgData name="Phan, Tiffany M Maj USAF USAFA AW/ESCS" userId="a0ed988f-3bd3-448a-ab68-f6eca8eadb00" providerId="ADAL" clId="{D74FDB2A-C6F9-423C-9DA7-5C8A44CC196C}" dt="2026-10-09T23:40:36.409" v="1279"/>
          <ac:spMkLst>
            <pc:docMk/>
            <pc:sldMk cId="674082225" sldId="310"/>
            <ac:spMk id="13" creationId="{A81D4616-6EB3-B5EF-8B48-A8DF896935FD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14" creationId="{2A074685-DE56-E140-CFBF-20427DEA1AA7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17" creationId="{D1BAE44D-B961-F9D3-5E1D-6CBF1A9A1D96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20" creationId="{6FB35C64-EA14-E6E0-D751-18F0E802694F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23" creationId="{0202472D-6167-7E54-6BE2-2E32BEBB05AA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47.840" v="1319" actId="1076"/>
          <ac:spMkLst>
            <pc:docMk/>
            <pc:sldMk cId="674082225" sldId="310"/>
            <ac:spMk id="26" creationId="{172AA503-B898-B99B-C973-11213748EA8E}"/>
          </ac:spMkLst>
        </pc:spChg>
        <pc:spChg chg="add mod">
          <ac:chgData name="Phan, Tiffany M Maj USAF USAFA AW/ESCS" userId="a0ed988f-3bd3-448a-ab68-f6eca8eadb00" providerId="ADAL" clId="{D74FDB2A-C6F9-423C-9DA7-5C8A44CC196C}" dt="2026-10-09T23:42:56.004" v="1320"/>
          <ac:spMkLst>
            <pc:docMk/>
            <pc:sldMk cId="674082225" sldId="310"/>
            <ac:spMk id="30" creationId="{A33A2561-77E9-1B11-0CD6-6D9E7D585088}"/>
          </ac:spMkLst>
        </pc:spChg>
        <pc:spChg chg="mod">
          <ac:chgData name="Phan, Tiffany M Maj USAF USAFA AW/ESCS" userId="a0ed988f-3bd3-448a-ab68-f6eca8eadb00" providerId="ADAL" clId="{D74FDB2A-C6F9-423C-9DA7-5C8A44CC196C}" dt="2026-10-09T23:42:37.728" v="1317" actId="20577"/>
          <ac:spMkLst>
            <pc:docMk/>
            <pc:sldMk cId="674082225" sldId="310"/>
            <ac:spMk id="37" creationId="{93E08E44-EA5C-BC4F-5625-F3F625EAC990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09T23:48:06.407" v="1449"/>
        <pc:sldMkLst>
          <pc:docMk/>
          <pc:sldMk cId="740696571" sldId="311"/>
        </pc:sldMkLst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6" creationId="{2FD2D6FD-B932-66F6-8740-248624EBC247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9" creationId="{420A33DE-6510-98D6-2CEF-43815EEBD68F}"/>
          </ac:spMkLst>
        </pc:spChg>
        <pc:spChg chg="mod">
          <ac:chgData name="Phan, Tiffany M Maj USAF USAFA AW/ESCS" userId="a0ed988f-3bd3-448a-ab68-f6eca8eadb00" providerId="ADAL" clId="{D74FDB2A-C6F9-423C-9DA7-5C8A44CC196C}" dt="2026-10-09T23:45:54.094" v="1326"/>
          <ac:spMkLst>
            <pc:docMk/>
            <pc:sldMk cId="740696571" sldId="311"/>
            <ac:spMk id="11" creationId="{A65572AB-8AED-25C1-690E-FBF0DC6CDE15}"/>
          </ac:spMkLst>
        </pc:spChg>
        <pc:spChg chg="mod">
          <ac:chgData name="Phan, Tiffany M Maj USAF USAFA AW/ESCS" userId="a0ed988f-3bd3-448a-ab68-f6eca8eadb00" providerId="ADAL" clId="{D74FDB2A-C6F9-423C-9DA7-5C8A44CC196C}" dt="2026-10-09T23:46:03.872" v="1329"/>
          <ac:spMkLst>
            <pc:docMk/>
            <pc:sldMk cId="740696571" sldId="311"/>
            <ac:spMk id="13" creationId="{9023B56E-1785-4391-CE26-132AB02E91F2}"/>
          </ac:spMkLst>
        </pc:spChg>
        <pc:spChg chg="mod">
          <ac:chgData name="Phan, Tiffany M Maj USAF USAFA AW/ESCS" userId="a0ed988f-3bd3-448a-ab68-f6eca8eadb00" providerId="ADAL" clId="{D74FDB2A-C6F9-423C-9DA7-5C8A44CC196C}" dt="2026-10-09T23:47:31.101" v="1443" actId="1038"/>
          <ac:spMkLst>
            <pc:docMk/>
            <pc:sldMk cId="740696571" sldId="311"/>
            <ac:spMk id="15" creationId="{2B2BD451-7F33-9897-511E-19DAAA1E4F47}"/>
          </ac:spMkLst>
        </pc:spChg>
        <pc:spChg chg="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18" creationId="{17A45569-5C51-6EDE-F9C5-89E50BDDDA1D}"/>
          </ac:spMkLst>
        </pc:spChg>
        <pc:spChg chg="mod">
          <ac:chgData name="Phan, Tiffany M Maj USAF USAFA AW/ESCS" userId="a0ed988f-3bd3-448a-ab68-f6eca8eadb00" providerId="ADAL" clId="{D74FDB2A-C6F9-423C-9DA7-5C8A44CC196C}" dt="2026-10-09T23:47:31.101" v="1443" actId="1038"/>
          <ac:spMkLst>
            <pc:docMk/>
            <pc:sldMk cId="740696571" sldId="311"/>
            <ac:spMk id="21" creationId="{F21D583A-637F-2977-A757-5C8145C6FB04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24" creationId="{19BEA232-0E81-58DA-AC6D-411ACC8F84C2}"/>
          </ac:spMkLst>
        </pc:spChg>
        <pc:spChg chg="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27" creationId="{518827B0-BCE9-A983-8B9F-A40834DE69CB}"/>
          </ac:spMkLst>
        </pc:spChg>
        <pc:spChg chg="mod">
          <ac:chgData name="Phan, Tiffany M Maj USAF USAFA AW/ESCS" userId="a0ed988f-3bd3-448a-ab68-f6eca8eadb00" providerId="ADAL" clId="{D74FDB2A-C6F9-423C-9DA7-5C8A44CC196C}" dt="2026-10-09T23:47:31.101" v="1443" actId="1038"/>
          <ac:spMkLst>
            <pc:docMk/>
            <pc:sldMk cId="740696571" sldId="311"/>
            <ac:spMk id="29" creationId="{09F26385-188D-8314-E162-E7C2013F8C50}"/>
          </ac:spMkLst>
        </pc:spChg>
        <pc:spChg chg="mod">
          <ac:chgData name="Phan, Tiffany M Maj USAF USAFA AW/ESCS" userId="a0ed988f-3bd3-448a-ab68-f6eca8eadb00" providerId="ADAL" clId="{D74FDB2A-C6F9-423C-9DA7-5C8A44CC196C}" dt="2026-10-09T23:47:25.633" v="1424" actId="1038"/>
          <ac:spMkLst>
            <pc:docMk/>
            <pc:sldMk cId="740696571" sldId="311"/>
            <ac:spMk id="32" creationId="{5241714E-9278-6974-A3AC-838EAEE15162}"/>
          </ac:spMkLst>
        </pc:spChg>
        <pc:spChg chg="mod">
          <ac:chgData name="Phan, Tiffany M Maj USAF USAFA AW/ESCS" userId="a0ed988f-3bd3-448a-ab68-f6eca8eadb00" providerId="ADAL" clId="{D74FDB2A-C6F9-423C-9DA7-5C8A44CC196C}" dt="2026-10-09T23:47:20.545" v="1395" actId="1038"/>
          <ac:spMkLst>
            <pc:docMk/>
            <pc:sldMk cId="740696571" sldId="311"/>
            <ac:spMk id="34" creationId="{DEB60BC5-A514-02A5-CCE9-1C84D332B768}"/>
          </ac:spMkLst>
        </pc:spChg>
        <pc:spChg chg="mod">
          <ac:chgData name="Phan, Tiffany M Maj USAF USAFA AW/ESCS" userId="a0ed988f-3bd3-448a-ab68-f6eca8eadb00" providerId="ADAL" clId="{D74FDB2A-C6F9-423C-9DA7-5C8A44CC196C}" dt="2026-10-09T23:47:20.545" v="1395" actId="1038"/>
          <ac:spMkLst>
            <pc:docMk/>
            <pc:sldMk cId="740696571" sldId="311"/>
            <ac:spMk id="36" creationId="{D745E868-7267-8031-CC98-CFC83373AA84}"/>
          </ac:spMkLst>
        </pc:spChg>
        <pc:spChg chg="mod">
          <ac:chgData name="Phan, Tiffany M Maj USAF USAFA AW/ESCS" userId="a0ed988f-3bd3-448a-ab68-f6eca8eadb00" providerId="ADAL" clId="{D74FDB2A-C6F9-423C-9DA7-5C8A44CC196C}" dt="2026-10-09T23:48:06.407" v="1449"/>
          <ac:spMkLst>
            <pc:docMk/>
            <pc:sldMk cId="740696571" sldId="311"/>
            <ac:spMk id="37" creationId="{1D92872B-1737-0850-20D2-6611E9C81DF2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39" creationId="{BFE9D680-B2CD-91D9-2C81-9A9796AE140D}"/>
          </ac:spMkLst>
        </pc:spChg>
        <pc:spChg chg="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41" creationId="{C2D181E5-59A2-B8AD-61D8-76B3F5C15884}"/>
          </ac:spMkLst>
        </pc:spChg>
        <pc:spChg chg="mod">
          <ac:chgData name="Phan, Tiffany M Maj USAF USAFA AW/ESCS" userId="a0ed988f-3bd3-448a-ab68-f6eca8eadb00" providerId="ADAL" clId="{D74FDB2A-C6F9-423C-9DA7-5C8A44CC196C}" dt="2026-10-09T23:47:20.545" v="1395" actId="1038"/>
          <ac:spMkLst>
            <pc:docMk/>
            <pc:sldMk cId="740696571" sldId="311"/>
            <ac:spMk id="43" creationId="{8637EB42-9B01-D0F6-FF22-0906575C82A9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45" creationId="{A908E456-8EDB-4924-E654-5C4171408DFD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47" creationId="{1F91B0C6-72F0-CB4A-2F82-9B62F716DEEA}"/>
          </ac:spMkLst>
        </pc:spChg>
        <pc:spChg chg="add mod">
          <ac:chgData name="Phan, Tiffany M Maj USAF USAFA AW/ESCS" userId="a0ed988f-3bd3-448a-ab68-f6eca8eadb00" providerId="ADAL" clId="{D74FDB2A-C6F9-423C-9DA7-5C8A44CC196C}" dt="2026-10-09T23:47:53.390" v="1448" actId="403"/>
          <ac:spMkLst>
            <pc:docMk/>
            <pc:sldMk cId="740696571" sldId="311"/>
            <ac:spMk id="49" creationId="{5A40A183-4477-8A0D-1112-858901E3EFD5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51" creationId="{3685CEF9-70D4-1C4E-511C-7DE5D8021B80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53" creationId="{6722D1CA-0AB9-D3EA-3AC2-C43059651BAB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55" creationId="{2B4E7A63-6E47-1E6E-B46F-DFCC547519F6}"/>
          </ac:spMkLst>
        </pc:spChg>
        <pc:spChg chg="add 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57" creationId="{61D4F75D-278D-4166-581A-1FC696C6E279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59" creationId="{F4E42F78-1241-24CA-B9DD-38C43F281D1A}"/>
          </ac:spMkLst>
        </pc:spChg>
        <pc:spChg chg="add mod">
          <ac:chgData name="Phan, Tiffany M Maj USAF USAFA AW/ESCS" userId="a0ed988f-3bd3-448a-ab68-f6eca8eadb00" providerId="ADAL" clId="{D74FDB2A-C6F9-423C-9DA7-5C8A44CC196C}" dt="2026-10-09T23:46:40.690" v="1336" actId="20577"/>
          <ac:spMkLst>
            <pc:docMk/>
            <pc:sldMk cId="740696571" sldId="311"/>
            <ac:spMk id="61" creationId="{FC7A4CF1-21F7-F6F8-5B6E-7A78F475B022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63" creationId="{3CBD02E7-AE4A-CAD0-A3F7-24F47ED000C0}"/>
          </ac:spMkLst>
        </pc:spChg>
        <pc:spChg chg="mod">
          <ac:chgData name="Phan, Tiffany M Maj USAF USAFA AW/ESCS" userId="a0ed988f-3bd3-448a-ab68-f6eca8eadb00" providerId="ADAL" clId="{D74FDB2A-C6F9-423C-9DA7-5C8A44CC196C}" dt="2026-10-09T23:46:32.574" v="1335" actId="403"/>
          <ac:spMkLst>
            <pc:docMk/>
            <pc:sldMk cId="740696571" sldId="311"/>
            <ac:spMk id="65" creationId="{FA2B605B-80C4-45A4-4867-7DA7607D8672}"/>
          </ac:spMkLst>
        </pc:spChg>
        <pc:spChg chg="add mod">
          <ac:chgData name="Phan, Tiffany M Maj USAF USAFA AW/ESCS" userId="a0ed988f-3bd3-448a-ab68-f6eca8eadb00" providerId="ADAL" clId="{D74FDB2A-C6F9-423C-9DA7-5C8A44CC196C}" dt="2026-10-09T23:46:49.682" v="1338" actId="20577"/>
          <ac:spMkLst>
            <pc:docMk/>
            <pc:sldMk cId="740696571" sldId="311"/>
            <ac:spMk id="67" creationId="{286D03B4-EB02-1A80-3894-EF57200A3D6F}"/>
          </ac:spMkLst>
        </pc:spChg>
      </pc:sldChg>
      <pc:sldChg chg="addSp delSp modSp add mod ord">
        <pc:chgData name="Phan, Tiffany M Maj USAF USAFA AW/ESCS" userId="a0ed988f-3bd3-448a-ab68-f6eca8eadb00" providerId="ADAL" clId="{D74FDB2A-C6F9-423C-9DA7-5C8A44CC196C}" dt="2026-10-10T19:20:43.523" v="2642" actId="1076"/>
        <pc:sldMkLst>
          <pc:docMk/>
          <pc:sldMk cId="3503994138" sldId="312"/>
        </pc:sldMkLst>
        <pc:spChg chg="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7" creationId="{A3AA9739-C440-DC8F-16E8-226212232565}"/>
          </ac:spMkLst>
        </pc:spChg>
        <pc:spChg chg="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10" creationId="{0B882B24-2F44-E885-F54A-B77361871FE6}"/>
          </ac:spMkLst>
        </pc:spChg>
        <pc:spChg chg="mod">
          <ac:chgData name="Phan, Tiffany M Maj USAF USAFA AW/ESCS" userId="a0ed988f-3bd3-448a-ab68-f6eca8eadb00" providerId="ADAL" clId="{D74FDB2A-C6F9-423C-9DA7-5C8A44CC196C}" dt="2026-10-09T23:49:28.401" v="1452"/>
          <ac:spMkLst>
            <pc:docMk/>
            <pc:sldMk cId="3503994138" sldId="312"/>
            <ac:spMk id="11" creationId="{A65E05A0-AC3D-7D9F-FE4D-5447E2E177A0}"/>
          </ac:spMkLst>
        </pc:spChg>
        <pc:spChg chg="mod">
          <ac:chgData name="Phan, Tiffany M Maj USAF USAFA AW/ESCS" userId="a0ed988f-3bd3-448a-ab68-f6eca8eadb00" providerId="ADAL" clId="{D74FDB2A-C6F9-423C-9DA7-5C8A44CC196C}" dt="2026-10-09T23:49:37.864" v="1455"/>
          <ac:spMkLst>
            <pc:docMk/>
            <pc:sldMk cId="3503994138" sldId="312"/>
            <ac:spMk id="13" creationId="{FDE5B5AC-30C3-BC2A-C39F-433DC059E433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17" creationId="{81DEE879-3A28-F2A6-444A-79969B364CDD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20" creationId="{E2BC00D3-2493-B58A-8F7A-79F0366E9C04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23" creationId="{76C62A33-FF1C-3D84-7D25-23BF42AE8155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26" creationId="{1F22C55A-7B3B-A039-7861-62D42BFC4BDB}"/>
          </ac:spMkLst>
        </pc:spChg>
        <pc:spChg chg="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30" creationId="{5170BACA-1583-D29E-71F8-139E54AA89DE}"/>
          </ac:spMkLst>
        </pc:spChg>
        <pc:spChg chg="mod">
          <ac:chgData name="Phan, Tiffany M Maj USAF USAFA AW/ESCS" userId="a0ed988f-3bd3-448a-ab68-f6eca8eadb00" providerId="ADAL" clId="{D74FDB2A-C6F9-423C-9DA7-5C8A44CC196C}" dt="2026-10-09T23:49:53.024" v="1457"/>
          <ac:spMkLst>
            <pc:docMk/>
            <pc:sldMk cId="3503994138" sldId="312"/>
            <ac:spMk id="37" creationId="{4C0A2025-3DC5-70B1-BD72-F8025EAB27C6}"/>
          </ac:spMkLst>
        </pc:spChg>
        <pc:spChg chg="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38" creationId="{9052BFED-C506-21F5-220D-D109A28E2E68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42" creationId="{F6D61A43-47FD-C623-01C0-25B62AAAFBF5}"/>
          </ac:spMkLst>
        </pc:spChg>
        <pc:spChg chg="add mod">
          <ac:chgData name="Phan, Tiffany M Maj USAF USAFA AW/ESCS" userId="a0ed988f-3bd3-448a-ab68-f6eca8eadb00" providerId="ADAL" clId="{D74FDB2A-C6F9-423C-9DA7-5C8A44CC196C}" dt="2026-10-09T23:51:40.139" v="1484" actId="404"/>
          <ac:spMkLst>
            <pc:docMk/>
            <pc:sldMk cId="3503994138" sldId="312"/>
            <ac:spMk id="50" creationId="{2AA8E116-5565-A210-15CB-E1000DF8299C}"/>
          </ac:spMkLst>
        </pc:spChg>
        <pc:spChg chg="add mod">
          <ac:chgData name="Phan, Tiffany M Maj USAF USAFA AW/ESCS" userId="a0ed988f-3bd3-448a-ab68-f6eca8eadb00" providerId="ADAL" clId="{D74FDB2A-C6F9-423C-9DA7-5C8A44CC196C}" dt="2026-10-10T19:20:27.872" v="2634" actId="403"/>
          <ac:spMkLst>
            <pc:docMk/>
            <pc:sldMk cId="3503994138" sldId="312"/>
            <ac:spMk id="58" creationId="{3DD2C8DB-1529-71B6-B9E5-8B197E33AC32}"/>
          </ac:spMkLst>
        </pc:spChg>
        <pc:spChg chg="mod">
          <ac:chgData name="Phan, Tiffany M Maj USAF USAFA AW/ESCS" userId="a0ed988f-3bd3-448a-ab68-f6eca8eadb00" providerId="ADAL" clId="{D74FDB2A-C6F9-423C-9DA7-5C8A44CC196C}" dt="2026-10-10T19:20:43.523" v="2642" actId="1076"/>
          <ac:spMkLst>
            <pc:docMk/>
            <pc:sldMk cId="3503994138" sldId="312"/>
            <ac:spMk id="62" creationId="{B2DD460A-4C09-1341-67AB-B6B960F28229}"/>
          </ac:spMkLst>
        </pc:spChg>
        <pc:spChg chg="add">
          <ac:chgData name="Phan, Tiffany M Maj USAF USAFA AW/ESCS" userId="a0ed988f-3bd3-448a-ab68-f6eca8eadb00" providerId="ADAL" clId="{D74FDB2A-C6F9-423C-9DA7-5C8A44CC196C}" dt="2026-10-09T23:50:21.586" v="1458" actId="22"/>
          <ac:spMkLst>
            <pc:docMk/>
            <pc:sldMk cId="3503994138" sldId="312"/>
            <ac:spMk id="66" creationId="{83E93569-0CAA-0712-3BFE-2FF989893CB2}"/>
          </ac:spMkLst>
        </pc:spChg>
        <pc:spChg chg="add mod">
          <ac:chgData name="Phan, Tiffany M Maj USAF USAFA AW/ESCS" userId="a0ed988f-3bd3-448a-ab68-f6eca8eadb00" providerId="ADAL" clId="{D74FDB2A-C6F9-423C-9DA7-5C8A44CC196C}" dt="2026-10-10T19:20:27.872" v="2634" actId="403"/>
          <ac:spMkLst>
            <pc:docMk/>
            <pc:sldMk cId="3503994138" sldId="312"/>
            <ac:spMk id="69" creationId="{9D950A75-20BE-CDAD-034C-2C91FA82C4D8}"/>
          </ac:spMkLst>
        </pc:spChg>
      </pc:sldChg>
      <pc:sldChg chg="delSp modSp add mod ord modNotesTx">
        <pc:chgData name="Phan, Tiffany M Maj USAF USAFA AW/ESCS" userId="a0ed988f-3bd3-448a-ab68-f6eca8eadb00" providerId="ADAL" clId="{D74FDB2A-C6F9-423C-9DA7-5C8A44CC196C}" dt="2026-10-10T19:04:16.543" v="2059" actId="1076"/>
        <pc:sldMkLst>
          <pc:docMk/>
          <pc:sldMk cId="2199290298" sldId="313"/>
        </pc:sldMkLst>
        <pc:spChg chg="mod">
          <ac:chgData name="Phan, Tiffany M Maj USAF USAFA AW/ESCS" userId="a0ed988f-3bd3-448a-ab68-f6eca8eadb00" providerId="ADAL" clId="{D74FDB2A-C6F9-423C-9DA7-5C8A44CC196C}" dt="2026-10-09T23:52:58.422" v="1501" actId="20577"/>
          <ac:spMkLst>
            <pc:docMk/>
            <pc:sldMk cId="2199290298" sldId="313"/>
            <ac:spMk id="11" creationId="{DA8BAA1E-B0D7-4C00-7162-D686D56901EE}"/>
          </ac:spMkLst>
        </pc:spChg>
        <pc:spChg chg="mod">
          <ac:chgData name="Phan, Tiffany M Maj USAF USAFA AW/ESCS" userId="a0ed988f-3bd3-448a-ab68-f6eca8eadb00" providerId="ADAL" clId="{D74FDB2A-C6F9-423C-9DA7-5C8A44CC196C}" dt="2026-10-10T19:04:02.219" v="2054" actId="403"/>
          <ac:spMkLst>
            <pc:docMk/>
            <pc:sldMk cId="2199290298" sldId="313"/>
            <ac:spMk id="58" creationId="{C58ADDDB-AAA1-6ACA-C7AF-9CEADBE2F4B8}"/>
          </ac:spMkLst>
        </pc:spChg>
        <pc:spChg chg="mod">
          <ac:chgData name="Phan, Tiffany M Maj USAF USAFA AW/ESCS" userId="a0ed988f-3bd3-448a-ab68-f6eca8eadb00" providerId="ADAL" clId="{D74FDB2A-C6F9-423C-9DA7-5C8A44CC196C}" dt="2026-10-10T19:04:16.543" v="2059" actId="1076"/>
          <ac:spMkLst>
            <pc:docMk/>
            <pc:sldMk cId="2199290298" sldId="313"/>
            <ac:spMk id="62" creationId="{FB470738-D296-0154-56FF-E068BB662775}"/>
          </ac:spMkLst>
        </pc:spChg>
        <pc:spChg chg="mod">
          <ac:chgData name="Phan, Tiffany M Maj USAF USAFA AW/ESCS" userId="a0ed988f-3bd3-448a-ab68-f6eca8eadb00" providerId="ADAL" clId="{D74FDB2A-C6F9-423C-9DA7-5C8A44CC196C}" dt="2026-10-10T19:04:02.219" v="2054" actId="403"/>
          <ac:spMkLst>
            <pc:docMk/>
            <pc:sldMk cId="2199290298" sldId="313"/>
            <ac:spMk id="66" creationId="{88423742-1039-688D-9A9D-A00048EAD56D}"/>
          </ac:spMkLst>
        </pc:spChg>
        <pc:spChg chg="mod">
          <ac:chgData name="Phan, Tiffany M Maj USAF USAFA AW/ESCS" userId="a0ed988f-3bd3-448a-ab68-f6eca8eadb00" providerId="ADAL" clId="{D74FDB2A-C6F9-423C-9DA7-5C8A44CC196C}" dt="2026-10-10T19:04:02.219" v="2054" actId="403"/>
          <ac:spMkLst>
            <pc:docMk/>
            <pc:sldMk cId="2199290298" sldId="313"/>
            <ac:spMk id="69" creationId="{DC735693-4567-E888-7FBA-BE3F04AD1814}"/>
          </ac:spMkLst>
        </pc:spChg>
      </pc:sldChg>
      <pc:sldChg chg="addSp delSp modSp add mod ord">
        <pc:chgData name="Phan, Tiffany M Maj USAF USAFA AW/ESCS" userId="a0ed988f-3bd3-448a-ab68-f6eca8eadb00" providerId="ADAL" clId="{D74FDB2A-C6F9-423C-9DA7-5C8A44CC196C}" dt="2026-10-09T23:54:08.758" v="1515"/>
        <pc:sldMkLst>
          <pc:docMk/>
          <pc:sldMk cId="513791720" sldId="314"/>
        </pc:sldMkLst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7" creationId="{DAF7F641-225F-8AD3-2283-A805C55A804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10" creationId="{EB985167-4C23-0CD0-2767-9E7EC87D1F92}"/>
          </ac:spMkLst>
        </pc:spChg>
        <pc:spChg chg="mod">
          <ac:chgData name="Phan, Tiffany M Maj USAF USAFA AW/ESCS" userId="a0ed988f-3bd3-448a-ab68-f6eca8eadb00" providerId="ADAL" clId="{D74FDB2A-C6F9-423C-9DA7-5C8A44CC196C}" dt="2026-10-09T23:53:17.580" v="1505"/>
          <ac:spMkLst>
            <pc:docMk/>
            <pc:sldMk cId="513791720" sldId="314"/>
            <ac:spMk id="11" creationId="{C4B781C4-FC06-A1EC-316E-7499658A9E22}"/>
          </ac:spMkLst>
        </pc:spChg>
        <pc:spChg chg="mod">
          <ac:chgData name="Phan, Tiffany M Maj USAF USAFA AW/ESCS" userId="a0ed988f-3bd3-448a-ab68-f6eca8eadb00" providerId="ADAL" clId="{D74FDB2A-C6F9-423C-9DA7-5C8A44CC196C}" dt="2026-10-09T23:53:22.691" v="1506"/>
          <ac:spMkLst>
            <pc:docMk/>
            <pc:sldMk cId="513791720" sldId="314"/>
            <ac:spMk id="13" creationId="{58334A39-C88E-6562-D2D5-EE499BEE63F6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14" creationId="{7920D739-F422-2053-3ADC-3889B91DE284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17" creationId="{E5DEEAD9-224E-381D-DD69-0A8E9F25780F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20" creationId="{693297EE-E036-5CF4-F3E6-B49DE6D1A465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23" creationId="{99BA393C-9446-7D63-18F5-A4537993FF8A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26" creationId="{B9551B8F-B6FD-D12F-46F9-D4C73CD868E6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30" creationId="{A6A883B6-4204-074C-0910-5E44533D313D}"/>
          </ac:spMkLst>
        </pc:spChg>
        <pc:spChg chg="add mod">
          <ac:chgData name="Phan, Tiffany M Maj USAF USAFA AW/ESCS" userId="a0ed988f-3bd3-448a-ab68-f6eca8eadb00" providerId="ADAL" clId="{D74FDB2A-C6F9-423C-9DA7-5C8A44CC196C}" dt="2026-10-09T23:53:32.936" v="1512" actId="403"/>
          <ac:spMkLst>
            <pc:docMk/>
            <pc:sldMk cId="513791720" sldId="314"/>
            <ac:spMk id="33" creationId="{DDC824D0-48A3-5D20-068E-879C06754FBC}"/>
          </ac:spMkLst>
        </pc:spChg>
        <pc:spChg chg="mod">
          <ac:chgData name="Phan, Tiffany M Maj USAF USAFA AW/ESCS" userId="a0ed988f-3bd3-448a-ab68-f6eca8eadb00" providerId="ADAL" clId="{D74FDB2A-C6F9-423C-9DA7-5C8A44CC196C}" dt="2026-10-09T23:53:40.100" v="1513"/>
          <ac:spMkLst>
            <pc:docMk/>
            <pc:sldMk cId="513791720" sldId="314"/>
            <ac:spMk id="37" creationId="{155CE0A1-CCDA-67C8-EFEB-36AD51ACFB66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25:54.008" v="2734" actId="20577"/>
        <pc:sldMkLst>
          <pc:docMk/>
          <pc:sldMk cId="2516018050" sldId="315"/>
        </pc:sldMkLst>
        <pc:spChg chg="add mod">
          <ac:chgData name="Phan, Tiffany M Maj USAF USAFA AW/ESCS" userId="a0ed988f-3bd3-448a-ab68-f6eca8eadb00" providerId="ADAL" clId="{D74FDB2A-C6F9-423C-9DA7-5C8A44CC196C}" dt="2026-10-09T23:56:10.664" v="1575" actId="122"/>
          <ac:spMkLst>
            <pc:docMk/>
            <pc:sldMk cId="2516018050" sldId="315"/>
            <ac:spMk id="7" creationId="{946C0830-4B84-4187-426D-DCACDBAD3F31}"/>
          </ac:spMkLst>
        </pc:spChg>
        <pc:spChg chg="mod">
          <ac:chgData name="Phan, Tiffany M Maj USAF USAFA AW/ESCS" userId="a0ed988f-3bd3-448a-ab68-f6eca8eadb00" providerId="ADAL" clId="{D74FDB2A-C6F9-423C-9DA7-5C8A44CC196C}" dt="2026-10-09T23:56:10.664" v="1575" actId="122"/>
          <ac:spMkLst>
            <pc:docMk/>
            <pc:sldMk cId="2516018050" sldId="315"/>
            <ac:spMk id="10" creationId="{9DDA249B-43F9-490F-8E31-2E9FB833E38B}"/>
          </ac:spMkLst>
        </pc:spChg>
        <pc:spChg chg="mod">
          <ac:chgData name="Phan, Tiffany M Maj USAF USAFA AW/ESCS" userId="a0ed988f-3bd3-448a-ab68-f6eca8eadb00" providerId="ADAL" clId="{D74FDB2A-C6F9-423C-9DA7-5C8A44CC196C}" dt="2026-10-09T23:55:04.902" v="1521" actId="20577"/>
          <ac:spMkLst>
            <pc:docMk/>
            <pc:sldMk cId="2516018050" sldId="315"/>
            <ac:spMk id="11" creationId="{7CCF28EF-94CA-F5A4-44FE-E9CD41A8FF12}"/>
          </ac:spMkLst>
        </pc:spChg>
        <pc:spChg chg="mod">
          <ac:chgData name="Phan, Tiffany M Maj USAF USAFA AW/ESCS" userId="a0ed988f-3bd3-448a-ab68-f6eca8eadb00" providerId="ADAL" clId="{D74FDB2A-C6F9-423C-9DA7-5C8A44CC196C}" dt="2026-10-09T23:55:14.439" v="1524"/>
          <ac:spMkLst>
            <pc:docMk/>
            <pc:sldMk cId="2516018050" sldId="315"/>
            <ac:spMk id="13" creationId="{832E618F-77DF-B47B-2821-BD32D7A3A761}"/>
          </ac:spMkLst>
        </pc:spChg>
        <pc:spChg chg="mod">
          <ac:chgData name="Phan, Tiffany M Maj USAF USAFA AW/ESCS" userId="a0ed988f-3bd3-448a-ab68-f6eca8eadb00" providerId="ADAL" clId="{D74FDB2A-C6F9-423C-9DA7-5C8A44CC196C}" dt="2026-10-10T19:25:26.578" v="2708"/>
          <ac:spMkLst>
            <pc:docMk/>
            <pc:sldMk cId="2516018050" sldId="315"/>
            <ac:spMk id="14" creationId="{7D9140BE-7B00-62F1-26DD-0FFA14DF6FA3}"/>
          </ac:spMkLst>
        </pc:spChg>
        <pc:spChg chg="add mod">
          <ac:chgData name="Phan, Tiffany M Maj USAF USAFA AW/ESCS" userId="a0ed988f-3bd3-448a-ab68-f6eca8eadb00" providerId="ADAL" clId="{D74FDB2A-C6F9-423C-9DA7-5C8A44CC196C}" dt="2026-10-09T23:56:06.952" v="1574" actId="14100"/>
          <ac:spMkLst>
            <pc:docMk/>
            <pc:sldMk cId="2516018050" sldId="315"/>
            <ac:spMk id="17" creationId="{5E53D6F8-42A1-F1A6-7699-92C3943B327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20" creationId="{BA3E0706-2906-3AAE-EE00-8EB22101CA17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26" creationId="{6A0EB90E-2E75-70BC-D698-9535694BD343}"/>
          </ac:spMkLst>
        </pc:spChg>
        <pc:spChg chg="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30" creationId="{7A030175-C322-3970-CED4-2AF8494617F0}"/>
          </ac:spMkLst>
        </pc:spChg>
        <pc:spChg chg="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33" creationId="{8B36017A-C5DC-52D0-3F42-BD0288C374F9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42" creationId="{83E2B9C2-A535-2580-DC40-1E0B2EBB3422}"/>
          </ac:spMkLst>
        </pc:spChg>
        <pc:spChg chg="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46" creationId="{B06F4DE1-6EB1-461A-82FF-6FFDC26B0990}"/>
          </ac:spMkLst>
        </pc:spChg>
        <pc:spChg chg="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50" creationId="{656A30A8-9F4E-F495-5439-2A342FF1836A}"/>
          </ac:spMkLst>
        </pc:spChg>
        <pc:spChg chg="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54" creationId="{AE27A294-5545-D8B1-ADE3-7EA66256DEFE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58" creationId="{E9CF266A-E366-EAE8-11A0-3138E11FE332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66" creationId="{C6598A39-C7E7-49EF-57B3-BBB02F4678D0}"/>
          </ac:spMkLst>
        </pc:spChg>
        <pc:spChg chg="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69" creationId="{EA256BEF-110B-1D25-FCF4-42C44D67ADDA}"/>
          </ac:spMkLst>
        </pc:spChg>
        <pc:spChg chg="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71" creationId="{3E115785-66DE-393A-4F48-5BDA92BDCCF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43.199" v="1572" actId="403"/>
          <ac:spMkLst>
            <pc:docMk/>
            <pc:sldMk cId="2516018050" sldId="315"/>
            <ac:spMk id="73" creationId="{D92AEE6A-2D7F-C9C4-E9F6-5BAA6996770B}"/>
          </ac:spMkLst>
        </pc:spChg>
        <pc:spChg chg="add mod">
          <ac:chgData name="Phan, Tiffany M Maj USAF USAFA AW/ESCS" userId="a0ed988f-3bd3-448a-ab68-f6eca8eadb00" providerId="ADAL" clId="{D74FDB2A-C6F9-423C-9DA7-5C8A44CC196C}" dt="2026-10-09T23:55:58.763" v="1573" actId="14100"/>
          <ac:spMkLst>
            <pc:docMk/>
            <pc:sldMk cId="2516018050" sldId="315"/>
            <ac:spMk id="75" creationId="{1218EE7E-382D-B105-C333-526294B70C2D}"/>
          </ac:spMkLst>
        </pc:spChg>
        <pc:spChg chg="mod">
          <ac:chgData name="Phan, Tiffany M Maj USAF USAFA AW/ESCS" userId="a0ed988f-3bd3-448a-ab68-f6eca8eadb00" providerId="ADAL" clId="{D74FDB2A-C6F9-423C-9DA7-5C8A44CC196C}" dt="2026-10-09T23:56:14.573" v="1576" actId="122"/>
          <ac:spMkLst>
            <pc:docMk/>
            <pc:sldMk cId="2516018050" sldId="315"/>
            <ac:spMk id="77" creationId="{28D1318C-EDFA-8E69-B928-F3E40C4F1AE5}"/>
          </ac:spMkLst>
        </pc:spChg>
        <pc:spChg chg="add mod">
          <ac:chgData name="Phan, Tiffany M Maj USAF USAFA AW/ESCS" userId="a0ed988f-3bd3-448a-ab68-f6eca8eadb00" providerId="ADAL" clId="{D74FDB2A-C6F9-423C-9DA7-5C8A44CC196C}" dt="2026-10-09T23:56:14.573" v="1576" actId="122"/>
          <ac:spMkLst>
            <pc:docMk/>
            <pc:sldMk cId="2516018050" sldId="315"/>
            <ac:spMk id="79" creationId="{5EECF6F0-BBF6-C382-B4C1-0ACE11195750}"/>
          </ac:spMkLst>
        </pc:spChg>
        <pc:spChg chg="mod">
          <ac:chgData name="Phan, Tiffany M Maj USAF USAFA AW/ESCS" userId="a0ed988f-3bd3-448a-ab68-f6eca8eadb00" providerId="ADAL" clId="{D74FDB2A-C6F9-423C-9DA7-5C8A44CC196C}" dt="2026-10-10T19:25:54.008" v="2734" actId="20577"/>
          <ac:spMkLst>
            <pc:docMk/>
            <pc:sldMk cId="2516018050" sldId="315"/>
            <ac:spMk id="81" creationId="{D00222BA-998A-B84E-B9DD-8FE758DA9A3F}"/>
          </ac:spMkLst>
        </pc:spChg>
        <pc:spChg chg="mod">
          <ac:chgData name="Phan, Tiffany M Maj USAF USAFA AW/ESCS" userId="a0ed988f-3bd3-448a-ab68-f6eca8eadb00" providerId="ADAL" clId="{D74FDB2A-C6F9-423C-9DA7-5C8A44CC196C}" dt="2026-10-09T23:56:16.084" v="1577" actId="122"/>
          <ac:spMkLst>
            <pc:docMk/>
            <pc:sldMk cId="2516018050" sldId="315"/>
            <ac:spMk id="85" creationId="{D45359DC-3661-9DF3-35E6-434860503430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09T23:59:50.735" v="1803"/>
        <pc:sldMkLst>
          <pc:docMk/>
          <pc:sldMk cId="548360084" sldId="316"/>
        </pc:sldMkLst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6" creationId="{50FA3984-9799-38E2-374B-1D28FB40742B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9" creationId="{981F9BBC-C0D8-FF51-F770-A0D4F7FFBC99}"/>
          </ac:spMkLst>
        </pc:spChg>
        <pc:spChg chg="mod">
          <ac:chgData name="Phan, Tiffany M Maj USAF USAFA AW/ESCS" userId="a0ed988f-3bd3-448a-ab68-f6eca8eadb00" providerId="ADAL" clId="{D74FDB2A-C6F9-423C-9DA7-5C8A44CC196C}" dt="2026-10-09T23:57:10.439" v="1595" actId="20577"/>
          <ac:spMkLst>
            <pc:docMk/>
            <pc:sldMk cId="548360084" sldId="316"/>
            <ac:spMk id="11" creationId="{58A31C0F-987A-52BE-BD7D-1555BF2ED3C9}"/>
          </ac:spMkLst>
        </pc:spChg>
        <pc:spChg chg="mod">
          <ac:chgData name="Phan, Tiffany M Maj USAF USAFA AW/ESCS" userId="a0ed988f-3bd3-448a-ab68-f6eca8eadb00" providerId="ADAL" clId="{D74FDB2A-C6F9-423C-9DA7-5C8A44CC196C}" dt="2026-10-09T23:59:50.735" v="1803"/>
          <ac:spMkLst>
            <pc:docMk/>
            <pc:sldMk cId="548360084" sldId="316"/>
            <ac:spMk id="13" creationId="{A959302D-7773-BF37-448F-2865F812FF2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15" creationId="{5A9BF56C-B975-A374-0A6D-8EEFD38A87B1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18" creationId="{A88AD6B6-165B-92C4-155D-D3C0A21ED28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21" creationId="{F41535CF-3F0C-DD59-5E6F-C5E83FC4A504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24" creationId="{05D52F72-29EA-9FDB-1B40-BD125759A13C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27" creationId="{0DD66F80-9468-9AA7-65FA-1A3201947E30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29" creationId="{631EDC22-AF24-DD85-E5DA-FA5616D83710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18.669" v="1757" actId="1035"/>
          <ac:spMkLst>
            <pc:docMk/>
            <pc:sldMk cId="548360084" sldId="316"/>
            <ac:spMk id="32" creationId="{71A447CF-3CE5-9D45-8396-1525D3DAACA6}"/>
          </ac:spMkLst>
        </pc:spChg>
        <pc:spChg chg="add mod">
          <ac:chgData name="Phan, Tiffany M Maj USAF USAFA AW/ESCS" userId="a0ed988f-3bd3-448a-ab68-f6eca8eadb00" providerId="ADAL" clId="{D74FDB2A-C6F9-423C-9DA7-5C8A44CC196C}" dt="2026-10-09T23:59:38.638" v="1798"/>
          <ac:spMkLst>
            <pc:docMk/>
            <pc:sldMk cId="548360084" sldId="316"/>
            <ac:spMk id="109" creationId="{D4B2281A-5141-90AD-8642-64EDDC4D6D5A}"/>
          </ac:spMkLst>
        </pc:spChg>
        <pc:picChg chg="add mod">
          <ac:chgData name="Phan, Tiffany M Maj USAF USAFA AW/ESCS" userId="a0ed988f-3bd3-448a-ab68-f6eca8eadb00" providerId="ADAL" clId="{D74FDB2A-C6F9-423C-9DA7-5C8A44CC196C}" dt="2026-10-09T23:59:22.664" v="1781" actId="1035"/>
          <ac:picMkLst>
            <pc:docMk/>
            <pc:sldMk cId="548360084" sldId="316"/>
            <ac:picMk id="107" creationId="{1BB8149D-D3B2-E588-B976-26CFC49FA4B0}"/>
          </ac:picMkLst>
        </pc:picChg>
      </pc:sldChg>
      <pc:sldChg chg="addSp delSp modSp add mod ord">
        <pc:chgData name="Phan, Tiffany M Maj USAF USAFA AW/ESCS" userId="a0ed988f-3bd3-448a-ab68-f6eca8eadb00" providerId="ADAL" clId="{D74FDB2A-C6F9-423C-9DA7-5C8A44CC196C}" dt="2026-10-10T19:26:17.684" v="2742" actId="114"/>
        <pc:sldMkLst>
          <pc:docMk/>
          <pc:sldMk cId="1290186888" sldId="317"/>
        </pc:sldMkLst>
        <pc:spChg chg="mod">
          <ac:chgData name="Phan, Tiffany M Maj USAF USAFA AW/ESCS" userId="a0ed988f-3bd3-448a-ab68-f6eca8eadb00" providerId="ADAL" clId="{D74FDB2A-C6F9-423C-9DA7-5C8A44CC196C}" dt="2026-10-10T19:26:03.021" v="2735" actId="114"/>
          <ac:spMkLst>
            <pc:docMk/>
            <pc:sldMk cId="1290186888" sldId="317"/>
            <ac:spMk id="10" creationId="{0310E27F-BAA7-EB8D-7DBA-13264DC1925E}"/>
          </ac:spMkLst>
        </pc:spChg>
        <pc:spChg chg="mod">
          <ac:chgData name="Phan, Tiffany M Maj USAF USAFA AW/ESCS" userId="a0ed988f-3bd3-448a-ab68-f6eca8eadb00" providerId="ADAL" clId="{D74FDB2A-C6F9-423C-9DA7-5C8A44CC196C}" dt="2026-10-10T00:00:06.850" v="1808"/>
          <ac:spMkLst>
            <pc:docMk/>
            <pc:sldMk cId="1290186888" sldId="317"/>
            <ac:spMk id="11" creationId="{A6DCBFDF-FC25-2B4C-BA5E-A82A6745F484}"/>
          </ac:spMkLst>
        </pc:spChg>
        <pc:spChg chg="mod">
          <ac:chgData name="Phan, Tiffany M Maj USAF USAFA AW/ESCS" userId="a0ed988f-3bd3-448a-ab68-f6eca8eadb00" providerId="ADAL" clId="{D74FDB2A-C6F9-423C-9DA7-5C8A44CC196C}" dt="2026-10-10T00:00:14.007" v="1811"/>
          <ac:spMkLst>
            <pc:docMk/>
            <pc:sldMk cId="1290186888" sldId="317"/>
            <ac:spMk id="13" creationId="{E43C8385-5E99-97A8-2943-8A9C78C2E482}"/>
          </ac:spMkLst>
        </pc:spChg>
        <pc:spChg chg="mod">
          <ac:chgData name="Phan, Tiffany M Maj USAF USAFA AW/ESCS" userId="a0ed988f-3bd3-448a-ab68-f6eca8eadb00" providerId="ADAL" clId="{D74FDB2A-C6F9-423C-9DA7-5C8A44CC196C}" dt="2026-10-10T00:00:35.158" v="1821" actId="403"/>
          <ac:spMkLst>
            <pc:docMk/>
            <pc:sldMk cId="1290186888" sldId="317"/>
            <ac:spMk id="14" creationId="{88EA8158-DCF4-319F-F582-642D8D11B092}"/>
          </ac:spMkLst>
        </pc:spChg>
        <pc:spChg chg="add mod">
          <ac:chgData name="Phan, Tiffany M Maj USAF USAFA AW/ESCS" userId="a0ed988f-3bd3-448a-ab68-f6eca8eadb00" providerId="ADAL" clId="{D74FDB2A-C6F9-423C-9DA7-5C8A44CC196C}" dt="2026-10-10T19:26:05.301" v="2736" actId="114"/>
          <ac:spMkLst>
            <pc:docMk/>
            <pc:sldMk cId="1290186888" sldId="317"/>
            <ac:spMk id="17" creationId="{7D7DF759-DD24-B30E-29FA-8C6AB03E72BB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23" creationId="{3C1C9255-8F83-F15C-D8E4-9AD7A9D4D221}"/>
          </ac:spMkLst>
        </pc:spChg>
        <pc:spChg chg="add mod">
          <ac:chgData name="Phan, Tiffany M Maj USAF USAFA AW/ESCS" userId="a0ed988f-3bd3-448a-ab68-f6eca8eadb00" providerId="ADAL" clId="{D74FDB2A-C6F9-423C-9DA7-5C8A44CC196C}" dt="2026-10-10T19:26:08.828" v="2738" actId="114"/>
          <ac:spMkLst>
            <pc:docMk/>
            <pc:sldMk cId="1290186888" sldId="317"/>
            <ac:spMk id="30" creationId="{EDD6849D-98FD-7B10-E6D4-3F79E7500837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33" creationId="{B1DFDC15-72FB-729E-9BAD-FC641A20C8F0}"/>
          </ac:spMkLst>
        </pc:spChg>
        <pc:spChg chg="mod">
          <ac:chgData name="Phan, Tiffany M Maj USAF USAFA AW/ESCS" userId="a0ed988f-3bd3-448a-ab68-f6eca8eadb00" providerId="ADAL" clId="{D74FDB2A-C6F9-423C-9DA7-5C8A44CC196C}" dt="2026-10-10T00:01:21.807" v="1851"/>
          <ac:spMkLst>
            <pc:docMk/>
            <pc:sldMk cId="1290186888" sldId="317"/>
            <ac:spMk id="37" creationId="{12197544-6B4B-3EFD-E489-C048684B54D3}"/>
          </ac:spMkLst>
        </pc:spChg>
        <pc:spChg chg="add mod">
          <ac:chgData name="Phan, Tiffany M Maj USAF USAFA AW/ESCS" userId="a0ed988f-3bd3-448a-ab68-f6eca8eadb00" providerId="ADAL" clId="{D74FDB2A-C6F9-423C-9DA7-5C8A44CC196C}" dt="2026-10-10T19:26:07.006" v="2737" actId="114"/>
          <ac:spMkLst>
            <pc:docMk/>
            <pc:sldMk cId="1290186888" sldId="317"/>
            <ac:spMk id="38" creationId="{EDAC93D8-43AA-2968-9C99-65EE7BC3DADD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42" creationId="{2022124F-5817-468D-ACF3-E909FB563695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46" creationId="{38E42CBE-589A-6998-59E9-8DC70623F2CA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50" creationId="{28288732-1B3F-F184-8030-4F0E18CF068C}"/>
          </ac:spMkLst>
        </pc:spChg>
        <pc:spChg chg="mod">
          <ac:chgData name="Phan, Tiffany M Maj USAF USAFA AW/ESCS" userId="a0ed988f-3bd3-448a-ab68-f6eca8eadb00" providerId="ADAL" clId="{D74FDB2A-C6F9-423C-9DA7-5C8A44CC196C}" dt="2026-10-10T19:26:10.503" v="2739" actId="114"/>
          <ac:spMkLst>
            <pc:docMk/>
            <pc:sldMk cId="1290186888" sldId="317"/>
            <ac:spMk id="54" creationId="{01E89386-8D77-09CB-1D09-69A70705C80A}"/>
          </ac:spMkLst>
        </pc:spChg>
        <pc:spChg chg="mod">
          <ac:chgData name="Phan, Tiffany M Maj USAF USAFA AW/ESCS" userId="a0ed988f-3bd3-448a-ab68-f6eca8eadb00" providerId="ADAL" clId="{D74FDB2A-C6F9-423C-9DA7-5C8A44CC196C}" dt="2026-10-10T19:26:14.008" v="2740" actId="114"/>
          <ac:spMkLst>
            <pc:docMk/>
            <pc:sldMk cId="1290186888" sldId="317"/>
            <ac:spMk id="62" creationId="{DDCC5138-EE38-3B5E-5ACD-598C2323A262}"/>
          </ac:spMkLst>
        </pc:spChg>
        <pc:spChg chg="mod">
          <ac:chgData name="Phan, Tiffany M Maj USAF USAFA AW/ESCS" userId="a0ed988f-3bd3-448a-ab68-f6eca8eadb00" providerId="ADAL" clId="{D74FDB2A-C6F9-423C-9DA7-5C8A44CC196C}" dt="2026-10-10T00:00:35.158" v="1821" actId="403"/>
          <ac:spMkLst>
            <pc:docMk/>
            <pc:sldMk cId="1290186888" sldId="317"/>
            <ac:spMk id="66" creationId="{FF0D8532-1B8D-EC92-FF89-E7D6957B791D}"/>
          </ac:spMkLst>
        </pc:spChg>
        <pc:spChg chg="mod">
          <ac:chgData name="Phan, Tiffany M Maj USAF USAFA AW/ESCS" userId="a0ed988f-3bd3-448a-ab68-f6eca8eadb00" providerId="ADAL" clId="{D74FDB2A-C6F9-423C-9DA7-5C8A44CC196C}" dt="2026-10-10T19:26:17.684" v="2742" actId="114"/>
          <ac:spMkLst>
            <pc:docMk/>
            <pc:sldMk cId="1290186888" sldId="317"/>
            <ac:spMk id="73" creationId="{68C4097D-BCF7-C3FF-5B32-E6245DE3B670}"/>
          </ac:spMkLst>
        </pc:spChg>
        <pc:spChg chg="mod">
          <ac:chgData name="Phan, Tiffany M Maj USAF USAFA AW/ESCS" userId="a0ed988f-3bd3-448a-ab68-f6eca8eadb00" providerId="ADAL" clId="{D74FDB2A-C6F9-423C-9DA7-5C8A44CC196C}" dt="2026-10-10T00:00:35.158" v="1821" actId="403"/>
          <ac:spMkLst>
            <pc:docMk/>
            <pc:sldMk cId="1290186888" sldId="317"/>
            <ac:spMk id="75" creationId="{445979EE-A4C7-A3AD-C8D8-5EE387914C89}"/>
          </ac:spMkLst>
        </pc:spChg>
        <pc:spChg chg="mod">
          <ac:chgData name="Phan, Tiffany M Maj USAF USAFA AW/ESCS" userId="a0ed988f-3bd3-448a-ab68-f6eca8eadb00" providerId="ADAL" clId="{D74FDB2A-C6F9-423C-9DA7-5C8A44CC196C}" dt="2026-10-10T19:26:15.807" v="2741" actId="114"/>
          <ac:spMkLst>
            <pc:docMk/>
            <pc:sldMk cId="1290186888" sldId="317"/>
            <ac:spMk id="77" creationId="{7ACFA7EA-BAC8-A669-F7D4-54779AFC46B3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81" creationId="{306C951C-D055-806F-90AB-9BE962AB4005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0.231" v="1843" actId="1035"/>
          <ac:spMkLst>
            <pc:docMk/>
            <pc:sldMk cId="1290186888" sldId="317"/>
            <ac:spMk id="83" creationId="{B295D177-46CE-F9F1-B58C-B6C984F1A11A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05.992" v="1849" actId="403"/>
          <ac:spMkLst>
            <pc:docMk/>
            <pc:sldMk cId="1290186888" sldId="317"/>
            <ac:spMk id="99" creationId="{6F99D2C6-0C62-BE52-1804-F788A1B8B359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10.933" v="1850" actId="122"/>
          <ac:spMkLst>
            <pc:docMk/>
            <pc:sldMk cId="1290186888" sldId="317"/>
            <ac:spMk id="101" creationId="{E03D8F47-1A0E-9F6C-C839-407F3D3A8F4B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10.933" v="1850" actId="122"/>
          <ac:spMkLst>
            <pc:docMk/>
            <pc:sldMk cId="1290186888" sldId="317"/>
            <ac:spMk id="103" creationId="{C306689A-4B24-0624-F082-E7E108771CA6}"/>
          </ac:spMkLst>
        </pc:spChg>
        <pc:spChg chg="add mod">
          <ac:chgData name="Phan, Tiffany M Maj USAF USAFA AW/ESCS" userId="a0ed988f-3bd3-448a-ab68-f6eca8eadb00" providerId="ADAL" clId="{D74FDB2A-C6F9-423C-9DA7-5C8A44CC196C}" dt="2026-10-10T00:01:10.933" v="1850" actId="122"/>
          <ac:spMkLst>
            <pc:docMk/>
            <pc:sldMk cId="1290186888" sldId="317"/>
            <ac:spMk id="105" creationId="{2A21D3BA-252B-9157-BB47-B0613A60ED03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00:04:09.310" v="1885" actId="403"/>
        <pc:sldMkLst>
          <pc:docMk/>
          <pc:sldMk cId="2256196515" sldId="318"/>
        </pc:sldMkLst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6" creationId="{1BA732C2-B0EC-C79D-F4B6-E978C0FD388D}"/>
          </ac:spMkLst>
        </pc:spChg>
        <pc:spChg chg="add mod">
          <ac:chgData name="Phan, Tiffany M Maj USAF USAFA AW/ESCS" userId="a0ed988f-3bd3-448a-ab68-f6eca8eadb00" providerId="ADAL" clId="{D74FDB2A-C6F9-423C-9DA7-5C8A44CC196C}" dt="2026-10-10T00:04:09.310" v="1885" actId="403"/>
          <ac:spMkLst>
            <pc:docMk/>
            <pc:sldMk cId="2256196515" sldId="318"/>
            <ac:spMk id="9" creationId="{7C3D70EC-9851-1120-4FAA-DD6A6CF3B3D6}"/>
          </ac:spMkLst>
        </pc:spChg>
        <pc:spChg chg="mod">
          <ac:chgData name="Phan, Tiffany M Maj USAF USAFA AW/ESCS" userId="a0ed988f-3bd3-448a-ab68-f6eca8eadb00" providerId="ADAL" clId="{D74FDB2A-C6F9-423C-9DA7-5C8A44CC196C}" dt="2026-10-10T00:02:49.256" v="1864"/>
          <ac:spMkLst>
            <pc:docMk/>
            <pc:sldMk cId="2256196515" sldId="318"/>
            <ac:spMk id="11" creationId="{A22099C6-11A7-0496-450B-70CDE90B366A}"/>
          </ac:spMkLst>
        </pc:spChg>
        <pc:spChg chg="mod">
          <ac:chgData name="Phan, Tiffany M Maj USAF USAFA AW/ESCS" userId="a0ed988f-3bd3-448a-ab68-f6eca8eadb00" providerId="ADAL" clId="{D74FDB2A-C6F9-423C-9DA7-5C8A44CC196C}" dt="2026-10-10T00:02:57.714" v="1867"/>
          <ac:spMkLst>
            <pc:docMk/>
            <pc:sldMk cId="2256196515" sldId="318"/>
            <ac:spMk id="13" creationId="{46DBB698-D0FE-E9C3-D6FD-4530952D06D9}"/>
          </ac:spMkLst>
        </pc:spChg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15" creationId="{F61A725D-B402-FD30-C21D-041FE1A9CD48}"/>
          </ac:spMkLst>
        </pc:spChg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18" creationId="{DBE44759-F55D-A064-F903-BC83A0BC9815}"/>
          </ac:spMkLst>
        </pc:spChg>
        <pc:spChg chg="add mod">
          <ac:chgData name="Phan, Tiffany M Maj USAF USAFA AW/ESCS" userId="a0ed988f-3bd3-448a-ab68-f6eca8eadb00" providerId="ADAL" clId="{D74FDB2A-C6F9-423C-9DA7-5C8A44CC196C}" dt="2026-10-10T00:04:09.310" v="1885" actId="403"/>
          <ac:spMkLst>
            <pc:docMk/>
            <pc:sldMk cId="2256196515" sldId="318"/>
            <ac:spMk id="21" creationId="{9FFA84B9-E067-1103-F523-685C6BB0709E}"/>
          </ac:spMkLst>
        </pc:spChg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24" creationId="{DAD7BD35-B213-57ED-5B85-A4EF389D765A}"/>
          </ac:spMkLst>
        </pc:spChg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27" creationId="{94EA3265-C150-E0FD-D126-0F9FC4FBF162}"/>
          </ac:spMkLst>
        </pc:spChg>
        <pc:spChg chg="add mod">
          <ac:chgData name="Phan, Tiffany M Maj USAF USAFA AW/ESCS" userId="a0ed988f-3bd3-448a-ab68-f6eca8eadb00" providerId="ADAL" clId="{D74FDB2A-C6F9-423C-9DA7-5C8A44CC196C}" dt="2026-10-10T00:03:15.422" v="1879" actId="122"/>
          <ac:spMkLst>
            <pc:docMk/>
            <pc:sldMk cId="2256196515" sldId="318"/>
            <ac:spMk id="29" creationId="{5886B3DB-6FE6-BD23-47E4-2B4EEDB5BA52}"/>
          </ac:spMkLst>
        </pc:spChg>
        <pc:spChg chg="mod">
          <ac:chgData name="Phan, Tiffany M Maj USAF USAFA AW/ESCS" userId="a0ed988f-3bd3-448a-ab68-f6eca8eadb00" providerId="ADAL" clId="{D74FDB2A-C6F9-423C-9DA7-5C8A44CC196C}" dt="2026-10-10T00:03:41.694" v="1880"/>
          <ac:spMkLst>
            <pc:docMk/>
            <pc:sldMk cId="2256196515" sldId="318"/>
            <ac:spMk id="37" creationId="{FCABC455-32F8-1C0A-B646-E0C1C6E01769}"/>
          </ac:spMkLst>
        </pc:spChg>
      </pc:sldChg>
      <pc:sldChg chg="addSp delSp modSp add mod modNotesTx">
        <pc:chgData name="Phan, Tiffany M Maj USAF USAFA AW/ESCS" userId="a0ed988f-3bd3-448a-ab68-f6eca8eadb00" providerId="ADAL" clId="{D74FDB2A-C6F9-423C-9DA7-5C8A44CC196C}" dt="2026-10-10T19:26:37.612" v="2743"/>
        <pc:sldMkLst>
          <pc:docMk/>
          <pc:sldMk cId="3255677354" sldId="319"/>
        </pc:sldMkLst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7" creationId="{752FB6DF-93BC-BB70-504B-8730B0FA483B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10" creationId="{CFD8037F-1432-3311-DE16-BEBEA1FE8880}"/>
          </ac:spMkLst>
        </pc:spChg>
        <pc:spChg chg="mod">
          <ac:chgData name="Phan, Tiffany M Maj USAF USAFA AW/ESCS" userId="a0ed988f-3bd3-448a-ab68-f6eca8eadb00" providerId="ADAL" clId="{D74FDB2A-C6F9-423C-9DA7-5C8A44CC196C}" dt="2026-10-10T00:05:24.221" v="1894"/>
          <ac:spMkLst>
            <pc:docMk/>
            <pc:sldMk cId="3255677354" sldId="319"/>
            <ac:spMk id="11" creationId="{32522EA5-D100-27E6-DEB2-B220F3FF0E48}"/>
          </ac:spMkLst>
        </pc:spChg>
        <pc:spChg chg="mod">
          <ac:chgData name="Phan, Tiffany M Maj USAF USAFA AW/ESCS" userId="a0ed988f-3bd3-448a-ab68-f6eca8eadb00" providerId="ADAL" clId="{D74FDB2A-C6F9-423C-9DA7-5C8A44CC196C}" dt="2026-10-10T00:05:33.534" v="1897"/>
          <ac:spMkLst>
            <pc:docMk/>
            <pc:sldMk cId="3255677354" sldId="319"/>
            <ac:spMk id="13" creationId="{E7AD8B23-D723-27CF-5838-0A7ECC263D7E}"/>
          </ac:spMkLst>
        </pc:spChg>
        <pc:spChg chg="add mod">
          <ac:chgData name="Phan, Tiffany M Maj USAF USAFA AW/ESCS" userId="a0ed988f-3bd3-448a-ab68-f6eca8eadb00" providerId="ADAL" clId="{D74FDB2A-C6F9-423C-9DA7-5C8A44CC196C}" dt="2026-10-10T19:26:37.612" v="2743"/>
          <ac:spMkLst>
            <pc:docMk/>
            <pc:sldMk cId="3255677354" sldId="319"/>
            <ac:spMk id="14" creationId="{733ED41E-EDA9-D989-022E-843C84B82CA2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17" creationId="{097C1BDE-68D3-BC71-24E4-FB3271169E27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20" creationId="{3C8DF3DC-42DE-0525-FFBA-2946D110AB7D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23" creationId="{41AF1863-4735-3B8A-1623-DF54B862802A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26" creationId="{895E1CE2-3410-76E5-5F7E-6ACD16695CA6}"/>
          </ac:spMkLst>
        </pc:spChg>
        <pc:spChg chg="add mod">
          <ac:chgData name="Phan, Tiffany M Maj USAF USAFA AW/ESCS" userId="a0ed988f-3bd3-448a-ab68-f6eca8eadb00" providerId="ADAL" clId="{D74FDB2A-C6F9-423C-9DA7-5C8A44CC196C}" dt="2026-10-10T00:05:12.860" v="1893" actId="122"/>
          <ac:spMkLst>
            <pc:docMk/>
            <pc:sldMk cId="3255677354" sldId="319"/>
            <ac:spMk id="30" creationId="{2AB6AFEF-C877-AF3D-111D-716B0E5E9710}"/>
          </ac:spMkLst>
        </pc:spChg>
        <pc:spChg chg="add mod">
          <ac:chgData name="Phan, Tiffany M Maj USAF USAFA AW/ESCS" userId="a0ed988f-3bd3-448a-ab68-f6eca8eadb00" providerId="ADAL" clId="{D74FDB2A-C6F9-423C-9DA7-5C8A44CC196C}" dt="2026-10-10T19:00:41.283" v="1916" actId="20577"/>
          <ac:spMkLst>
            <pc:docMk/>
            <pc:sldMk cId="3255677354" sldId="319"/>
            <ac:spMk id="32" creationId="{CFF2FE4C-0EF2-5B8A-50EE-AE1E29657C1D}"/>
          </ac:spMkLst>
        </pc:spChg>
        <pc:spChg chg="mod">
          <ac:chgData name="Phan, Tiffany M Maj USAF USAFA AW/ESCS" userId="a0ed988f-3bd3-448a-ab68-f6eca8eadb00" providerId="ADAL" clId="{D74FDB2A-C6F9-423C-9DA7-5C8A44CC196C}" dt="2026-10-10T00:05:40.425" v="1898"/>
          <ac:spMkLst>
            <pc:docMk/>
            <pc:sldMk cId="3255677354" sldId="319"/>
            <ac:spMk id="37" creationId="{12B0C025-DBE2-6CF9-D992-38E738A7F8E0}"/>
          </ac:spMkLst>
        </pc:spChg>
      </pc:sldChg>
      <pc:sldChg chg="addSp delSp modSp add mod modNotesTx">
        <pc:chgData name="Phan, Tiffany M Maj USAF USAFA AW/ESCS" userId="a0ed988f-3bd3-448a-ab68-f6eca8eadb00" providerId="ADAL" clId="{D74FDB2A-C6F9-423C-9DA7-5C8A44CC196C}" dt="2026-10-10T19:02:24.847" v="1969" actId="20577"/>
        <pc:sldMkLst>
          <pc:docMk/>
          <pc:sldMk cId="3126356145" sldId="320"/>
        </pc:sldMkLst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6" creationId="{9DED0F4E-9339-3F5A-6836-5212EBC5E69D}"/>
          </ac:spMkLst>
        </pc:spChg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9" creationId="{E6B2CA6A-64D4-9159-82EA-1805F48B5590}"/>
          </ac:spMkLst>
        </pc:spChg>
        <pc:spChg chg="mod">
          <ac:chgData name="Phan, Tiffany M Maj USAF USAFA AW/ESCS" userId="a0ed988f-3bd3-448a-ab68-f6eca8eadb00" providerId="ADAL" clId="{D74FDB2A-C6F9-423C-9DA7-5C8A44CC196C}" dt="2026-10-10T19:01:43.811" v="1926" actId="20577"/>
          <ac:spMkLst>
            <pc:docMk/>
            <pc:sldMk cId="3126356145" sldId="320"/>
            <ac:spMk id="11" creationId="{511F2B65-01B8-895C-CB16-84626D95AB4B}"/>
          </ac:spMkLst>
        </pc:spChg>
        <pc:spChg chg="mod">
          <ac:chgData name="Phan, Tiffany M Maj USAF USAFA AW/ESCS" userId="a0ed988f-3bd3-448a-ab68-f6eca8eadb00" providerId="ADAL" clId="{D74FDB2A-C6F9-423C-9DA7-5C8A44CC196C}" dt="2026-10-10T19:01:39.419" v="1924"/>
          <ac:spMkLst>
            <pc:docMk/>
            <pc:sldMk cId="3126356145" sldId="320"/>
            <ac:spMk id="13" creationId="{F76FA309-02B3-E923-E9F6-B5F66DEC8407}"/>
          </ac:spMkLst>
        </pc:spChg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15" creationId="{8F49F6C4-DF13-818D-C0E3-30870F01814D}"/>
          </ac:spMkLst>
        </pc:spChg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18" creationId="{DF64D739-13F1-A75B-43C0-E2EA98B35053}"/>
          </ac:spMkLst>
        </pc:spChg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21" creationId="{0B430D77-DCE3-4895-756B-9ACF3F93D0D0}"/>
          </ac:spMkLst>
        </pc:spChg>
        <pc:spChg chg="add mod">
          <ac:chgData name="Phan, Tiffany M Maj USAF USAFA AW/ESCS" userId="a0ed988f-3bd3-448a-ab68-f6eca8eadb00" providerId="ADAL" clId="{D74FDB2A-C6F9-423C-9DA7-5C8A44CC196C}" dt="2026-10-10T19:02:04.949" v="1933" actId="122"/>
          <ac:spMkLst>
            <pc:docMk/>
            <pc:sldMk cId="3126356145" sldId="320"/>
            <ac:spMk id="24" creationId="{9BE6B137-36B4-5BC2-CBFC-0C630B50D63C}"/>
          </ac:spMkLst>
        </pc:spChg>
        <pc:spChg chg="mod">
          <ac:chgData name="Phan, Tiffany M Maj USAF USAFA AW/ESCS" userId="a0ed988f-3bd3-448a-ab68-f6eca8eadb00" providerId="ADAL" clId="{D74FDB2A-C6F9-423C-9DA7-5C8A44CC196C}" dt="2026-10-10T19:02:11.251" v="1934"/>
          <ac:spMkLst>
            <pc:docMk/>
            <pc:sldMk cId="3126356145" sldId="320"/>
            <ac:spMk id="37" creationId="{9519EF6A-BE1C-C4B1-8BC6-3DD8324611A2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03:44.300" v="2050"/>
        <pc:sldMkLst>
          <pc:docMk/>
          <pc:sldMk cId="1788997769" sldId="321"/>
        </pc:sldMkLst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7" creationId="{644171A2-BC68-4AF1-8FB6-5DF7956A3CC8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26.891" v="2032" actId="1036"/>
          <ac:spMkLst>
            <pc:docMk/>
            <pc:sldMk cId="1788997769" sldId="321"/>
            <ac:spMk id="10" creationId="{7600E742-6139-E746-64B2-02CEA1949F03}"/>
          </ac:spMkLst>
        </pc:spChg>
        <pc:spChg chg="mod">
          <ac:chgData name="Phan, Tiffany M Maj USAF USAFA AW/ESCS" userId="a0ed988f-3bd3-448a-ab68-f6eca8eadb00" providerId="ADAL" clId="{D74FDB2A-C6F9-423C-9DA7-5C8A44CC196C}" dt="2026-10-10T19:02:46.613" v="2003" actId="20577"/>
          <ac:spMkLst>
            <pc:docMk/>
            <pc:sldMk cId="1788997769" sldId="321"/>
            <ac:spMk id="11" creationId="{E7677962-C70A-7B6A-286D-65D091A03EC2}"/>
          </ac:spMkLst>
        </pc:spChg>
        <pc:spChg chg="mod">
          <ac:chgData name="Phan, Tiffany M Maj USAF USAFA AW/ESCS" userId="a0ed988f-3bd3-448a-ab68-f6eca8eadb00" providerId="ADAL" clId="{D74FDB2A-C6F9-423C-9DA7-5C8A44CC196C}" dt="2026-10-10T19:02:55.216" v="2006"/>
          <ac:spMkLst>
            <pc:docMk/>
            <pc:sldMk cId="1788997769" sldId="321"/>
            <ac:spMk id="13" creationId="{2DBC231C-86A9-B1BF-1A95-9363DE793EB9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14" creationId="{0104CC13-18FC-0F32-E356-DE3C7EE90886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17" creationId="{FCAB7E2F-528B-9C72-C03E-403751CD368C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26.891" v="2032" actId="1036"/>
          <ac:spMkLst>
            <pc:docMk/>
            <pc:sldMk cId="1788997769" sldId="321"/>
            <ac:spMk id="20" creationId="{F194C372-A127-CA8C-E06E-D1E0E7517278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23" creationId="{BBA710F3-B3D5-A873-5320-0078196AE46D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26" creationId="{01836605-2A75-032F-24C4-BABA7FE95483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26.891" v="2032" actId="1036"/>
          <ac:spMkLst>
            <pc:docMk/>
            <pc:sldMk cId="1788997769" sldId="321"/>
            <ac:spMk id="28" creationId="{49952B1E-64EC-AD8B-5D34-16FF9DBAA55B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19.953" v="2014" actId="14100"/>
          <ac:spMkLst>
            <pc:docMk/>
            <pc:sldMk cId="1788997769" sldId="321"/>
            <ac:spMk id="30" creationId="{43B0ABCB-8004-EB47-B7E7-8760593D97E5}"/>
          </ac:spMkLst>
        </pc:spChg>
        <pc:spChg chg="add mod">
          <ac:chgData name="Phan, Tiffany M Maj USAF USAFA AW/ESCS" userId="a0ed988f-3bd3-448a-ab68-f6eca8eadb00" providerId="ADAL" clId="{D74FDB2A-C6F9-423C-9DA7-5C8A44CC196C}" dt="2026-10-10T19:03:34.001" v="2046" actId="1036"/>
          <ac:spMkLst>
            <pc:docMk/>
            <pc:sldMk cId="1788997769" sldId="321"/>
            <ac:spMk id="32" creationId="{85DB3E63-8D0D-104A-472C-73322D8CFD07}"/>
          </ac:spMkLst>
        </pc:spChg>
        <pc:spChg chg="mod">
          <ac:chgData name="Phan, Tiffany M Maj USAF USAFA AW/ESCS" userId="a0ed988f-3bd3-448a-ab68-f6eca8eadb00" providerId="ADAL" clId="{D74FDB2A-C6F9-423C-9DA7-5C8A44CC196C}" dt="2026-10-10T19:03:41.071" v="2047"/>
          <ac:spMkLst>
            <pc:docMk/>
            <pc:sldMk cId="1788997769" sldId="321"/>
            <ac:spMk id="37" creationId="{0E482470-A2AD-842A-3B4F-CC8B293A00BD}"/>
          </ac:spMkLst>
        </pc:spChg>
      </pc:sldChg>
      <pc:sldChg chg="addSp delSp modSp add mod ord">
        <pc:chgData name="Phan, Tiffany M Maj USAF USAFA AW/ESCS" userId="a0ed988f-3bd3-448a-ab68-f6eca8eadb00" providerId="ADAL" clId="{D74FDB2A-C6F9-423C-9DA7-5C8A44CC196C}" dt="2026-10-10T19:05:26.682" v="2078"/>
        <pc:sldMkLst>
          <pc:docMk/>
          <pc:sldMk cId="111342430" sldId="322"/>
        </pc:sldMkLst>
        <pc:spChg chg="mod">
          <ac:chgData name="Phan, Tiffany M Maj USAF USAFA AW/ESCS" userId="a0ed988f-3bd3-448a-ab68-f6eca8eadb00" providerId="ADAL" clId="{D74FDB2A-C6F9-423C-9DA7-5C8A44CC196C}" dt="2026-10-10T19:04:49.759" v="2063"/>
          <ac:spMkLst>
            <pc:docMk/>
            <pc:sldMk cId="111342430" sldId="322"/>
            <ac:spMk id="11" creationId="{B37BE392-6C19-134E-95AA-2550C278FBAB}"/>
          </ac:spMkLst>
        </pc:spChg>
        <pc:spChg chg="mod">
          <ac:chgData name="Phan, Tiffany M Maj USAF USAFA AW/ESCS" userId="a0ed988f-3bd3-448a-ab68-f6eca8eadb00" providerId="ADAL" clId="{D74FDB2A-C6F9-423C-9DA7-5C8A44CC196C}" dt="2026-10-10T19:04:59.344" v="2066"/>
          <ac:spMkLst>
            <pc:docMk/>
            <pc:sldMk cId="111342430" sldId="322"/>
            <ac:spMk id="13" creationId="{5DBE82DF-398A-47CE-8C06-28B22781361A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15" creationId="{7FD57C5C-8872-6F35-C037-F288CB62628C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21" creationId="{54A89CDF-EB35-4E09-A6AC-A075078C623F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27" creationId="{7C5A1A0B-EF89-CD8D-A2F3-82AE0F50AB1D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31" creationId="{6DFD485D-3CBA-989B-050B-BDABB48B1A12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34" creationId="{2D4DFE74-1DD6-8CEC-17A6-9D4616867508}"/>
          </ac:spMkLst>
        </pc:spChg>
        <pc:spChg chg="mod">
          <ac:chgData name="Phan, Tiffany M Maj USAF USAFA AW/ESCS" userId="a0ed988f-3bd3-448a-ab68-f6eca8eadb00" providerId="ADAL" clId="{D74FDB2A-C6F9-423C-9DA7-5C8A44CC196C}" dt="2026-10-10T19:05:26.682" v="2078"/>
          <ac:spMkLst>
            <pc:docMk/>
            <pc:sldMk cId="111342430" sldId="322"/>
            <ac:spMk id="37" creationId="{A445FF79-0A91-6411-42B3-439FF6B2F119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43" creationId="{4F9476EE-164D-8FEC-AC5E-88EE76347790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45" creationId="{65751C0E-27D0-B790-5EA4-751C141D5637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49" creationId="{A00838DE-0083-BBAE-1F5F-0F1D2DB81C6C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55" creationId="{FA50DAE2-0E28-C365-57A9-5D889D430A7D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57" creationId="{2CEABC56-F702-D489-D15A-F59AC77CA137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59" creationId="{6EF5A42B-1F81-CA86-DF8A-A20B97F13381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65" creationId="{CAF9CC86-B408-268F-507D-8C5928683C73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67" creationId="{A79D8CE9-0123-E508-0D86-A0C589BE4C6E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69" creationId="{88384314-713A-E208-7BEA-C10164E086CA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75" creationId="{A93EED4D-FCB8-21BB-8CC9-7E124CBFB128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3.140" v="2076" actId="122"/>
          <ac:spMkLst>
            <pc:docMk/>
            <pc:sldMk cId="111342430" sldId="322"/>
            <ac:spMk id="77" creationId="{E631971B-E76A-9B9C-DCD9-97EE0F173083}"/>
          </ac:spMkLst>
        </pc:spChg>
        <pc:spChg chg="add 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79" creationId="{84E6917F-1E2F-65DB-468C-F84C9ACFBC20}"/>
          </ac:spMkLst>
        </pc:spChg>
        <pc:spChg chg="mod">
          <ac:chgData name="Phan, Tiffany M Maj USAF USAFA AW/ESCS" userId="a0ed988f-3bd3-448a-ab68-f6eca8eadb00" providerId="ADAL" clId="{D74FDB2A-C6F9-423C-9DA7-5C8A44CC196C}" dt="2026-10-10T19:05:18.485" v="2077" actId="120"/>
          <ac:spMkLst>
            <pc:docMk/>
            <pc:sldMk cId="111342430" sldId="322"/>
            <ac:spMk id="81" creationId="{39470CAC-8897-C33B-A3ED-DA0E6D4E3368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27:05.303" v="2750" actId="114"/>
        <pc:sldMkLst>
          <pc:docMk/>
          <pc:sldMk cId="360702858" sldId="323"/>
        </pc:sldMkLst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7" creationId="{6C0364EB-F8C0-C6DD-3C94-59B3617F942B}"/>
          </ac:spMkLst>
        </pc:spChg>
        <pc:spChg chg="mod">
          <ac:chgData name="Phan, Tiffany M Maj USAF USAFA AW/ESCS" userId="a0ed988f-3bd3-448a-ab68-f6eca8eadb00" providerId="ADAL" clId="{D74FDB2A-C6F9-423C-9DA7-5C8A44CC196C}" dt="2026-10-10T19:26:52.330" v="2744" actId="114"/>
          <ac:spMkLst>
            <pc:docMk/>
            <pc:sldMk cId="360702858" sldId="323"/>
            <ac:spMk id="10" creationId="{95CDDA04-EF32-745E-9C29-E86F84DA446E}"/>
          </ac:spMkLst>
        </pc:spChg>
        <pc:spChg chg="mod">
          <ac:chgData name="Phan, Tiffany M Maj USAF USAFA AW/ESCS" userId="a0ed988f-3bd3-448a-ab68-f6eca8eadb00" providerId="ADAL" clId="{D74FDB2A-C6F9-423C-9DA7-5C8A44CC196C}" dt="2026-10-10T19:08:34.695" v="2081"/>
          <ac:spMkLst>
            <pc:docMk/>
            <pc:sldMk cId="360702858" sldId="323"/>
            <ac:spMk id="11" creationId="{B7AF0500-84B2-F2B2-F3E8-D4C89ADE3F4D}"/>
          </ac:spMkLst>
        </pc:spChg>
        <pc:spChg chg="mod">
          <ac:chgData name="Phan, Tiffany M Maj USAF USAFA AW/ESCS" userId="a0ed988f-3bd3-448a-ab68-f6eca8eadb00" providerId="ADAL" clId="{D74FDB2A-C6F9-423C-9DA7-5C8A44CC196C}" dt="2026-10-10T19:08:51.037" v="2089" actId="20577"/>
          <ac:spMkLst>
            <pc:docMk/>
            <pc:sldMk cId="360702858" sldId="323"/>
            <ac:spMk id="13" creationId="{C91CEDA2-B1CD-A8A5-1E29-773D27BFEAED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14" creationId="{2D3978C9-645F-697F-3B42-0987CD460423}"/>
          </ac:spMkLst>
        </pc:spChg>
        <pc:spChg chg="mod">
          <ac:chgData name="Phan, Tiffany M Maj USAF USAFA AW/ESCS" userId="a0ed988f-3bd3-448a-ab68-f6eca8eadb00" providerId="ADAL" clId="{D74FDB2A-C6F9-423C-9DA7-5C8A44CC196C}" dt="2026-10-10T19:26:56.338" v="2745" actId="114"/>
          <ac:spMkLst>
            <pc:docMk/>
            <pc:sldMk cId="360702858" sldId="323"/>
            <ac:spMk id="17" creationId="{CB4C481A-788D-8DC9-180C-14F978C494B0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20" creationId="{7231C38A-9F38-6ADE-D4E0-82346155DED1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23" creationId="{9C2D2491-B06F-6E25-FDBA-5AF16073BF73}"/>
          </ac:spMkLst>
        </pc:spChg>
        <pc:spChg chg="mod">
          <ac:chgData name="Phan, Tiffany M Maj USAF USAFA AW/ESCS" userId="a0ed988f-3bd3-448a-ab68-f6eca8eadb00" providerId="ADAL" clId="{D74FDB2A-C6F9-423C-9DA7-5C8A44CC196C}" dt="2026-10-10T19:26:58" v="2746" actId="114"/>
          <ac:spMkLst>
            <pc:docMk/>
            <pc:sldMk cId="360702858" sldId="323"/>
            <ac:spMk id="26" creationId="{E6D26D9D-3239-3BC9-C03F-E34881FF75C9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29" creationId="{1A788C04-FB10-94FD-9973-887F70E5844B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32" creationId="{BAD70CF0-ED7E-475E-FD9A-46799CB1B9A6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35" creationId="{2C88A10A-11F9-F613-8B97-07F91877D81E}"/>
          </ac:spMkLst>
        </pc:spChg>
        <pc:spChg chg="mod">
          <ac:chgData name="Phan, Tiffany M Maj USAF USAFA AW/ESCS" userId="a0ed988f-3bd3-448a-ab68-f6eca8eadb00" providerId="ADAL" clId="{D74FDB2A-C6F9-423C-9DA7-5C8A44CC196C}" dt="2026-10-10T19:10:44.207" v="2226"/>
          <ac:spMkLst>
            <pc:docMk/>
            <pc:sldMk cId="360702858" sldId="323"/>
            <ac:spMk id="37" creationId="{644E9C88-C2DC-9D37-80E0-37D35B40451B}"/>
          </ac:spMkLst>
        </pc:spChg>
        <pc:spChg chg="mod">
          <ac:chgData name="Phan, Tiffany M Maj USAF USAFA AW/ESCS" userId="a0ed988f-3bd3-448a-ab68-f6eca8eadb00" providerId="ADAL" clId="{D74FDB2A-C6F9-423C-9DA7-5C8A44CC196C}" dt="2026-10-10T19:10:36.841" v="2225" actId="1037"/>
          <ac:spMkLst>
            <pc:docMk/>
            <pc:sldMk cId="360702858" sldId="323"/>
            <ac:spMk id="40" creationId="{C831F7A7-97CB-0AFD-CBDB-62F4A4F99D29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44" creationId="{E7B30C24-F608-DF87-E245-A91D9A06DFA2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48" creationId="{A028D5BC-7154-4D0C-D6D4-E9E6468E262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52" creationId="{4A7F8729-4D48-916C-98C8-676A5700A797}"/>
          </ac:spMkLst>
        </pc:spChg>
        <pc:spChg chg="add mod">
          <ac:chgData name="Phan, Tiffany M Maj USAF USAFA AW/ESCS" userId="a0ed988f-3bd3-448a-ab68-f6eca8eadb00" providerId="ADAL" clId="{D74FDB2A-C6F9-423C-9DA7-5C8A44CC196C}" dt="2026-10-10T19:26:59.814" v="2747" actId="114"/>
          <ac:spMkLst>
            <pc:docMk/>
            <pc:sldMk cId="360702858" sldId="323"/>
            <ac:spMk id="56" creationId="{9EA3002D-4D46-BF00-7A4A-0A7046FA8891}"/>
          </ac:spMkLst>
        </pc:spChg>
        <pc:spChg chg="mod">
          <ac:chgData name="Phan, Tiffany M Maj USAF USAFA AW/ESCS" userId="a0ed988f-3bd3-448a-ab68-f6eca8eadb00" providerId="ADAL" clId="{D74FDB2A-C6F9-423C-9DA7-5C8A44CC196C}" dt="2026-10-10T19:27:01.917" v="2748" actId="114"/>
          <ac:spMkLst>
            <pc:docMk/>
            <pc:sldMk cId="360702858" sldId="323"/>
            <ac:spMk id="64" creationId="{0AA1309A-E75E-1E01-CA61-01473E83AE0B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68" creationId="{C20AA323-7835-50D5-2F05-5DAE2EABCE23}"/>
          </ac:spMkLst>
        </pc:spChg>
        <pc:spChg chg="mod">
          <ac:chgData name="Phan, Tiffany M Maj USAF USAFA AW/ESCS" userId="a0ed988f-3bd3-448a-ab68-f6eca8eadb00" providerId="ADAL" clId="{D74FDB2A-C6F9-423C-9DA7-5C8A44CC196C}" dt="2026-10-10T19:27:03.797" v="2749" actId="114"/>
          <ac:spMkLst>
            <pc:docMk/>
            <pc:sldMk cId="360702858" sldId="323"/>
            <ac:spMk id="72" creationId="{47661643-3A3C-7AB9-AF99-2C34A1399ACE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76" creationId="{C3A3A149-1002-2A9D-8DB8-497E1E50CD28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80" creationId="{EB727354-7C87-E089-9243-0570247884E8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88" creationId="{6DD88612-E198-8B6C-6C8B-0B2AB7F3ABEB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91" creationId="{3CBD35E5-240C-D917-054E-3229479FB10C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05.303" v="2750" actId="114"/>
          <ac:spMkLst>
            <pc:docMk/>
            <pc:sldMk cId="360702858" sldId="323"/>
            <ac:spMk id="93" creationId="{68921EE2-AD93-CE13-DE09-5648A779BC99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95" creationId="{FAF3D6FE-F88A-DF44-A2DE-2ADD9AD76971}"/>
          </ac:spMkLst>
        </pc:spChg>
        <pc:spChg chg="mod">
          <ac:chgData name="Phan, Tiffany M Maj USAF USAFA AW/ESCS" userId="a0ed988f-3bd3-448a-ab68-f6eca8eadb00" providerId="ADAL" clId="{D74FDB2A-C6F9-423C-9DA7-5C8A44CC196C}" dt="2026-10-10T19:09:39.105" v="2103" actId="403"/>
          <ac:spMkLst>
            <pc:docMk/>
            <pc:sldMk cId="360702858" sldId="323"/>
            <ac:spMk id="97" creationId="{3E374D96-4866-5079-1490-9FA909025F7D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99" creationId="{5F783866-2D61-0610-A626-A0507C79C881}"/>
          </ac:spMkLst>
        </pc:spChg>
        <pc:spChg chg="mod">
          <ac:chgData name="Phan, Tiffany M Maj USAF USAFA AW/ESCS" userId="a0ed988f-3bd3-448a-ab68-f6eca8eadb00" providerId="ADAL" clId="{D74FDB2A-C6F9-423C-9DA7-5C8A44CC196C}" dt="2026-10-10T19:09:39.105" v="2103" actId="403"/>
          <ac:spMkLst>
            <pc:docMk/>
            <pc:sldMk cId="360702858" sldId="323"/>
            <ac:spMk id="101" creationId="{2A5E4B43-FDDF-CFFF-7E07-8C44A6DDB0A1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05" creationId="{D3421E13-8551-BD9B-4698-5096908B8A46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07" creationId="{F696BC9D-873C-6DE4-837F-8A8E1984002C}"/>
          </ac:spMkLst>
        </pc:spChg>
        <pc:spChg chg="mod">
          <ac:chgData name="Phan, Tiffany M Maj USAF USAFA AW/ESCS" userId="a0ed988f-3bd3-448a-ab68-f6eca8eadb00" providerId="ADAL" clId="{D74FDB2A-C6F9-423C-9DA7-5C8A44CC196C}" dt="2026-10-10T19:09:54.430" v="2130" actId="1036"/>
          <ac:spMkLst>
            <pc:docMk/>
            <pc:sldMk cId="360702858" sldId="323"/>
            <ac:spMk id="109" creationId="{83C10883-F5FD-8D63-B409-9E0D91E4C767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11" creationId="{93714311-D386-3881-E1F4-3619E12B29E9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113" creationId="{0BF6836F-EAFE-1B16-BEC9-4D995671FE9A}"/>
          </ac:spMkLst>
        </pc:spChg>
        <pc:spChg chg="mod">
          <ac:chgData name="Phan, Tiffany M Maj USAF USAFA AW/ESCS" userId="a0ed988f-3bd3-448a-ab68-f6eca8eadb00" providerId="ADAL" clId="{D74FDB2A-C6F9-423C-9DA7-5C8A44CC196C}" dt="2026-10-10T19:10:18.983" v="2169" actId="1038"/>
          <ac:spMkLst>
            <pc:docMk/>
            <pc:sldMk cId="360702858" sldId="323"/>
            <ac:spMk id="115" creationId="{ECCEB308-804A-DE3D-DDBE-8FB77844FE44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17" creationId="{5F4A1BB9-76F0-7BA7-DE79-FB75BF351CC6}"/>
          </ac:spMkLst>
        </pc:spChg>
        <pc:spChg chg="add mod">
          <ac:chgData name="Phan, Tiffany M Maj USAF USAFA AW/ESCS" userId="a0ed988f-3bd3-448a-ab68-f6eca8eadb00" providerId="ADAL" clId="{D74FDB2A-C6F9-423C-9DA7-5C8A44CC196C}" dt="2026-10-10T19:09:39.105" v="2103" actId="403"/>
          <ac:spMkLst>
            <pc:docMk/>
            <pc:sldMk cId="360702858" sldId="323"/>
            <ac:spMk id="121" creationId="{2AD95B70-677B-5C0D-04C9-165A5E561C25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25" creationId="{EE218C87-80D0-04BF-A66F-F6BA0ECCBEB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29" creationId="{24FD1AFC-AD97-4D4B-647F-786673A22F1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31" creationId="{517CF281-730F-08EF-B09A-C4D42434B9BA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33" creationId="{D5C818AE-BCA0-14BC-44B9-CAFA09C4C8F2}"/>
          </ac:spMkLst>
        </pc:spChg>
        <pc:spChg chg="add mod">
          <ac:chgData name="Phan, Tiffany M Maj USAF USAFA AW/ESCS" userId="a0ed988f-3bd3-448a-ab68-f6eca8eadb00" providerId="ADAL" clId="{D74FDB2A-C6F9-423C-9DA7-5C8A44CC196C}" dt="2026-10-10T19:09:39.105" v="2103" actId="403"/>
          <ac:spMkLst>
            <pc:docMk/>
            <pc:sldMk cId="360702858" sldId="323"/>
            <ac:spMk id="137" creationId="{6B11CBF9-9485-1DDB-ACDA-0A1D8DE4A805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139" creationId="{27F01039-1C91-24C6-E665-DED1B18FCDD3}"/>
          </ac:spMkLst>
        </pc:spChg>
        <pc:spChg chg="mod">
          <ac:chgData name="Phan, Tiffany M Maj USAF USAFA AW/ESCS" userId="a0ed988f-3bd3-448a-ab68-f6eca8eadb00" providerId="ADAL" clId="{D74FDB2A-C6F9-423C-9DA7-5C8A44CC196C}" dt="2026-10-10T19:09:06.642" v="2095" actId="122"/>
          <ac:spMkLst>
            <pc:docMk/>
            <pc:sldMk cId="360702858" sldId="323"/>
            <ac:spMk id="141" creationId="{11C433A2-6137-02C1-46D9-47FFB57AF756}"/>
          </ac:spMkLst>
        </pc:spChg>
        <pc:spChg chg="mod">
          <ac:chgData name="Phan, Tiffany M Maj USAF USAFA AW/ESCS" userId="a0ed988f-3bd3-448a-ab68-f6eca8eadb00" providerId="ADAL" clId="{D74FDB2A-C6F9-423C-9DA7-5C8A44CC196C}" dt="2026-10-10T19:10:28.793" v="2213" actId="1038"/>
          <ac:spMkLst>
            <pc:docMk/>
            <pc:sldMk cId="360702858" sldId="323"/>
            <ac:spMk id="143" creationId="{532DD74F-CEB3-9AAB-6D8D-957B87AAA355}"/>
          </ac:spMkLst>
        </pc:spChg>
        <pc:spChg chg="mod">
          <ac:chgData name="Phan, Tiffany M Maj USAF USAFA AW/ESCS" userId="a0ed988f-3bd3-448a-ab68-f6eca8eadb00" providerId="ADAL" clId="{D74FDB2A-C6F9-423C-9DA7-5C8A44CC196C}" dt="2026-10-10T19:09:06.642" v="2095" actId="122"/>
          <ac:spMkLst>
            <pc:docMk/>
            <pc:sldMk cId="360702858" sldId="323"/>
            <ac:spMk id="145" creationId="{22C66ED0-F4D3-59C1-E18E-3A577882A783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47" creationId="{02741894-6655-2BE6-FA80-49E3D4F74436}"/>
          </ac:spMkLst>
        </pc:spChg>
        <pc:spChg chg="mod">
          <ac:chgData name="Phan, Tiffany M Maj USAF USAFA AW/ESCS" userId="a0ed988f-3bd3-448a-ab68-f6eca8eadb00" providerId="ADAL" clId="{D74FDB2A-C6F9-423C-9DA7-5C8A44CC196C}" dt="2026-10-10T19:10:23.641" v="2193" actId="1038"/>
          <ac:spMkLst>
            <pc:docMk/>
            <pc:sldMk cId="360702858" sldId="323"/>
            <ac:spMk id="149" creationId="{CCD3125E-B7F8-00C4-470D-195A86092D18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27:19.739" v="2757" actId="403"/>
        <pc:sldMkLst>
          <pc:docMk/>
          <pc:sldMk cId="559221831" sldId="324"/>
        </pc:sldMkLst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6" creationId="{3C1AA2C9-3612-03E0-FB62-84C17AF3EA4B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19.739" v="2757" actId="403"/>
          <ac:spMkLst>
            <pc:docMk/>
            <pc:sldMk cId="559221831" sldId="324"/>
            <ac:spMk id="9" creationId="{C76ED826-6598-78ED-2165-02913D62E534}"/>
          </ac:spMkLst>
        </pc:spChg>
        <pc:spChg chg="mod">
          <ac:chgData name="Phan, Tiffany M Maj USAF USAFA AW/ESCS" userId="a0ed988f-3bd3-448a-ab68-f6eca8eadb00" providerId="ADAL" clId="{D74FDB2A-C6F9-423C-9DA7-5C8A44CC196C}" dt="2026-10-10T19:11:07.614" v="2240" actId="20577"/>
          <ac:spMkLst>
            <pc:docMk/>
            <pc:sldMk cId="559221831" sldId="324"/>
            <ac:spMk id="11" creationId="{251338B5-6BEC-7771-2DAB-A8AB679910D2}"/>
          </ac:spMkLst>
        </pc:spChg>
        <pc:spChg chg="mod">
          <ac:chgData name="Phan, Tiffany M Maj USAF USAFA AW/ESCS" userId="a0ed988f-3bd3-448a-ab68-f6eca8eadb00" providerId="ADAL" clId="{D74FDB2A-C6F9-423C-9DA7-5C8A44CC196C}" dt="2026-10-10T19:11:16.941" v="2243"/>
          <ac:spMkLst>
            <pc:docMk/>
            <pc:sldMk cId="559221831" sldId="324"/>
            <ac:spMk id="13" creationId="{D6BF6111-9564-4571-7A80-660CA3AB38A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15" creationId="{A14B543F-5C1B-524F-5984-B550923C014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18" creationId="{D0BF67C7-3550-CA99-B4F9-FBABAFFC35E7}"/>
          </ac:spMkLst>
        </pc:spChg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21" creationId="{95A2228D-79D0-3015-51D2-99C2E8CF7D0F}"/>
          </ac:spMkLst>
        </pc:spChg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24" creationId="{88F29568-70CD-B109-9C33-8E369B2C5EFC}"/>
          </ac:spMkLst>
        </pc:spChg>
        <pc:spChg chg="add mod">
          <ac:chgData name="Phan, Tiffany M Maj USAF USAFA AW/ESCS" userId="a0ed988f-3bd3-448a-ab68-f6eca8eadb00" providerId="ADAL" clId="{D74FDB2A-C6F9-423C-9DA7-5C8A44CC196C}" dt="2026-10-10T19:11:26.999" v="2249" actId="122"/>
          <ac:spMkLst>
            <pc:docMk/>
            <pc:sldMk cId="559221831" sldId="324"/>
            <ac:spMk id="27" creationId="{C24A4FE1-C1AB-4BA4-18A3-7CDDB12A2FD4}"/>
          </ac:spMkLst>
        </pc:spChg>
        <pc:spChg chg="mod">
          <ac:chgData name="Phan, Tiffany M Maj USAF USAFA AW/ESCS" userId="a0ed988f-3bd3-448a-ab68-f6eca8eadb00" providerId="ADAL" clId="{D74FDB2A-C6F9-423C-9DA7-5C8A44CC196C}" dt="2026-10-10T19:12:08.541" v="2263"/>
          <ac:spMkLst>
            <pc:docMk/>
            <pc:sldMk cId="559221831" sldId="324"/>
            <ac:spMk id="37" creationId="{F2210E91-19EC-CB31-3721-5BA598906D74}"/>
          </ac:spMkLst>
        </pc:spChg>
      </pc:sldChg>
      <pc:sldChg chg="addSp delSp modSp add mod">
        <pc:chgData name="Phan, Tiffany M Maj USAF USAFA AW/ESCS" userId="a0ed988f-3bd3-448a-ab68-f6eca8eadb00" providerId="ADAL" clId="{D74FDB2A-C6F9-423C-9DA7-5C8A44CC196C}" dt="2026-10-10T19:13:22.522" v="2326" actId="20577"/>
        <pc:sldMkLst>
          <pc:docMk/>
          <pc:sldMk cId="2733723815" sldId="325"/>
        </pc:sldMkLst>
        <pc:spChg chg="mod">
          <ac:chgData name="Phan, Tiffany M Maj USAF USAFA AW/ESCS" userId="a0ed988f-3bd3-448a-ab68-f6eca8eadb00" providerId="ADAL" clId="{D74FDB2A-C6F9-423C-9DA7-5C8A44CC196C}" dt="2026-10-10T19:12:32.992" v="2268" actId="403"/>
          <ac:spMkLst>
            <pc:docMk/>
            <pc:sldMk cId="2733723815" sldId="325"/>
            <ac:spMk id="10" creationId="{1A45E713-0FA0-FD86-8D9A-1DC752154750}"/>
          </ac:spMkLst>
        </pc:spChg>
        <pc:spChg chg="mod">
          <ac:chgData name="Phan, Tiffany M Maj USAF USAFA AW/ESCS" userId="a0ed988f-3bd3-448a-ab68-f6eca8eadb00" providerId="ADAL" clId="{D74FDB2A-C6F9-423C-9DA7-5C8A44CC196C}" dt="2026-10-10T19:12:01.510" v="2261" actId="20577"/>
          <ac:spMkLst>
            <pc:docMk/>
            <pc:sldMk cId="2733723815" sldId="325"/>
            <ac:spMk id="11" creationId="{E11BE210-D837-CF43-C0C5-9A28DE0F7F5A}"/>
          </ac:spMkLst>
        </pc:spChg>
        <pc:spChg chg="mod">
          <ac:chgData name="Phan, Tiffany M Maj USAF USAFA AW/ESCS" userId="a0ed988f-3bd3-448a-ab68-f6eca8eadb00" providerId="ADAL" clId="{D74FDB2A-C6F9-423C-9DA7-5C8A44CC196C}" dt="2026-10-10T19:13:22.522" v="2326" actId="20577"/>
          <ac:spMkLst>
            <pc:docMk/>
            <pc:sldMk cId="2733723815" sldId="325"/>
            <ac:spMk id="13" creationId="{AA074E9D-8CBE-89A8-385F-3810D0E8D65D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14" creationId="{A552810F-FF05-189C-ED4A-F487904ACD87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17" creationId="{3A2A59D7-95D9-9A99-F9BA-5BF9DE33010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46.311" v="2281" actId="1036"/>
          <ac:spMkLst>
            <pc:docMk/>
            <pc:sldMk cId="2733723815" sldId="325"/>
            <ac:spMk id="20" creationId="{12199D1A-0977-7D11-6E4C-46C0E67033DB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46.311" v="2281" actId="1036"/>
          <ac:spMkLst>
            <pc:docMk/>
            <pc:sldMk cId="2733723815" sldId="325"/>
            <ac:spMk id="23" creationId="{A231F16A-F0D1-7981-8FC9-6393A322452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26" creationId="{F9A67836-CBB5-858C-F2F9-DCD673904121}"/>
          </ac:spMkLst>
        </pc:spChg>
        <pc:spChg chg="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29" creationId="{515F6AC4-E2F1-C121-6D9A-058138759B7E}"/>
          </ac:spMkLst>
        </pc:spChg>
        <pc:spChg chg="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31" creationId="{BA25C498-3F53-1703-AC07-9FB8BBA0A215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46.311" v="2281" actId="1036"/>
          <ac:spMkLst>
            <pc:docMk/>
            <pc:sldMk cId="2733723815" sldId="325"/>
            <ac:spMk id="33" creationId="{843AE991-2DC6-1B14-FF6C-3A6781F77619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35" creationId="{E7F299A1-1BEA-F8C9-D20D-E1363F3C53C4}"/>
          </ac:spMkLst>
        </pc:spChg>
        <pc:spChg chg="mod">
          <ac:chgData name="Phan, Tiffany M Maj USAF USAFA AW/ESCS" userId="a0ed988f-3bd3-448a-ab68-f6eca8eadb00" providerId="ADAL" clId="{D74FDB2A-C6F9-423C-9DA7-5C8A44CC196C}" dt="2026-10-10T19:12:19.473" v="2264"/>
          <ac:spMkLst>
            <pc:docMk/>
            <pc:sldMk cId="2733723815" sldId="325"/>
            <ac:spMk id="37" creationId="{954A111B-F51A-25C0-23CE-98962A79039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46.311" v="2281" actId="1036"/>
          <ac:spMkLst>
            <pc:docMk/>
            <pc:sldMk cId="2733723815" sldId="325"/>
            <ac:spMk id="38" creationId="{CDE8BCFF-BD85-72D6-3383-FF6096C4DD7B}"/>
          </ac:spMkLst>
        </pc:spChg>
        <pc:spChg chg="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48" creationId="{C48BE118-7971-4644-8C9A-B4DC9F48D92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50" creationId="{3BFE88B1-2924-59C8-37AC-35225CC4C5F8}"/>
          </ac:spMkLst>
        </pc:spChg>
        <pc:spChg chg="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52" creationId="{E126D13F-3693-3DE6-EE2B-8A2086A18FC8}"/>
          </ac:spMkLst>
        </pc:spChg>
        <pc:spChg chg="add mod">
          <ac:chgData name="Phan, Tiffany M Maj USAF USAFA AW/ESCS" userId="a0ed988f-3bd3-448a-ab68-f6eca8eadb00" providerId="ADAL" clId="{D74FDB2A-C6F9-423C-9DA7-5C8A44CC196C}" dt="2026-10-10T19:12:46.311" v="2281" actId="1036"/>
          <ac:spMkLst>
            <pc:docMk/>
            <pc:sldMk cId="2733723815" sldId="325"/>
            <ac:spMk id="54" creationId="{7612203D-3567-CDA7-BC7C-0BF4974FA465}"/>
          </ac:spMkLst>
        </pc:spChg>
        <pc:spChg chg="mod">
          <ac:chgData name="Phan, Tiffany M Maj USAF USAFA AW/ESCS" userId="a0ed988f-3bd3-448a-ab68-f6eca8eadb00" providerId="ADAL" clId="{D74FDB2A-C6F9-423C-9DA7-5C8A44CC196C}" dt="2026-10-10T19:12:32.992" v="2268" actId="403"/>
          <ac:spMkLst>
            <pc:docMk/>
            <pc:sldMk cId="2733723815" sldId="325"/>
            <ac:spMk id="58" creationId="{45198336-449C-1B42-CCDD-E813D75D42AC}"/>
          </ac:spMkLst>
        </pc:spChg>
        <pc:spChg chg="mod">
          <ac:chgData name="Phan, Tiffany M Maj USAF USAFA AW/ESCS" userId="a0ed988f-3bd3-448a-ab68-f6eca8eadb00" providerId="ADAL" clId="{D74FDB2A-C6F9-423C-9DA7-5C8A44CC196C}" dt="2026-10-10T19:12:32.992" v="2268" actId="403"/>
          <ac:spMkLst>
            <pc:docMk/>
            <pc:sldMk cId="2733723815" sldId="325"/>
            <ac:spMk id="60" creationId="{2D5F2941-D136-4E9A-9DBC-645D77A43430}"/>
          </ac:spMkLst>
        </pc:spChg>
        <pc:spChg chg="mod">
          <ac:chgData name="Phan, Tiffany M Maj USAF USAFA AW/ESCS" userId="a0ed988f-3bd3-448a-ab68-f6eca8eadb00" providerId="ADAL" clId="{D74FDB2A-C6F9-423C-9DA7-5C8A44CC196C}" dt="2026-10-10T19:12:59.113" v="2282" actId="1076"/>
          <ac:spMkLst>
            <pc:docMk/>
            <pc:sldMk cId="2733723815" sldId="325"/>
            <ac:spMk id="62" creationId="{8349C479-32AC-546F-7AE9-05210648F96D}"/>
          </ac:spMkLst>
        </pc:spChg>
        <pc:spChg chg="mod">
          <ac:chgData name="Phan, Tiffany M Maj USAF USAFA AW/ESCS" userId="a0ed988f-3bd3-448a-ab68-f6eca8eadb00" providerId="ADAL" clId="{D74FDB2A-C6F9-423C-9DA7-5C8A44CC196C}" dt="2026-10-10T19:13:09.250" v="2284" actId="1076"/>
          <ac:spMkLst>
            <pc:docMk/>
            <pc:sldMk cId="2733723815" sldId="325"/>
            <ac:spMk id="64" creationId="{819D4BF2-85D7-D490-74BC-AF2E6DBC7AA4}"/>
          </ac:spMkLst>
        </pc:spChg>
        <pc:spChg chg="mod">
          <ac:chgData name="Phan, Tiffany M Maj USAF USAFA AW/ESCS" userId="a0ed988f-3bd3-448a-ab68-f6eca8eadb00" providerId="ADAL" clId="{D74FDB2A-C6F9-423C-9DA7-5C8A44CC196C}" dt="2026-10-10T19:13:03.162" v="2283" actId="1076"/>
          <ac:spMkLst>
            <pc:docMk/>
            <pc:sldMk cId="2733723815" sldId="325"/>
            <ac:spMk id="66" creationId="{873BA433-92DB-A7C1-AB02-419AAD2BFF6E}"/>
          </ac:spMkLst>
        </pc:spChg>
      </pc:sldChg>
      <pc:sldChg chg="addSp delSp modSp add mod ord">
        <pc:chgData name="Phan, Tiffany M Maj USAF USAFA AW/ESCS" userId="a0ed988f-3bd3-448a-ab68-f6eca8eadb00" providerId="ADAL" clId="{D74FDB2A-C6F9-423C-9DA7-5C8A44CC196C}" dt="2026-10-10T19:27:58.278" v="2764" actId="114"/>
        <pc:sldMkLst>
          <pc:docMk/>
          <pc:sldMk cId="1249352131" sldId="326"/>
        </pc:sldMkLst>
        <pc:spChg chg="mod">
          <ac:chgData name="Phan, Tiffany M Maj USAF USAFA AW/ESCS" userId="a0ed988f-3bd3-448a-ab68-f6eca8eadb00" providerId="ADAL" clId="{D74FDB2A-C6F9-423C-9DA7-5C8A44CC196C}" dt="2026-10-10T19:15:32.434" v="2444" actId="20577"/>
          <ac:spMkLst>
            <pc:docMk/>
            <pc:sldMk cId="1249352131" sldId="326"/>
            <ac:spMk id="11" creationId="{9D993DDD-0307-87AB-AF08-5A200D3180CC}"/>
          </ac:spMkLst>
        </pc:spChg>
        <pc:spChg chg="mod">
          <ac:chgData name="Phan, Tiffany M Maj USAF USAFA AW/ESCS" userId="a0ed988f-3bd3-448a-ab68-f6eca8eadb00" providerId="ADAL" clId="{D74FDB2A-C6F9-423C-9DA7-5C8A44CC196C}" dt="2026-10-10T19:16:59.762" v="2499" actId="1076"/>
          <ac:spMkLst>
            <pc:docMk/>
            <pc:sldMk cId="1249352131" sldId="326"/>
            <ac:spMk id="13" creationId="{9E2062CB-6E00-A07F-7AB9-5CF8F697EAFF}"/>
          </ac:spMkLst>
        </pc:spChg>
        <pc:spChg chg="mod">
          <ac:chgData name="Phan, Tiffany M Maj USAF USAFA AW/ESCS" userId="a0ed988f-3bd3-448a-ab68-f6eca8eadb00" providerId="ADAL" clId="{D74FDB2A-C6F9-423C-9DA7-5C8A44CC196C}" dt="2026-10-10T19:17:35.526" v="2605" actId="20577"/>
          <ac:spMkLst>
            <pc:docMk/>
            <pc:sldMk cId="1249352131" sldId="326"/>
            <ac:spMk id="37" creationId="{79BC109E-518E-9456-B19C-8DBFB52FF17D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03.872" v="2530" actId="1036"/>
          <ac:spMkLst>
            <pc:docMk/>
            <pc:sldMk cId="1249352131" sldId="326"/>
            <ac:spMk id="95" creationId="{2662338F-6C06-C301-110E-F444DC4CB722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54.834" v="2762" actId="114"/>
          <ac:spMkLst>
            <pc:docMk/>
            <pc:sldMk cId="1249352131" sldId="326"/>
            <ac:spMk id="97" creationId="{EE8D67C5-7F59-C410-1259-F6987E589E1A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03.872" v="2530" actId="1036"/>
          <ac:spMkLst>
            <pc:docMk/>
            <pc:sldMk cId="1249352131" sldId="326"/>
            <ac:spMk id="99" creationId="{00D872D3-3E91-A951-A180-0772DCB3FE56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56.581" v="2763" actId="114"/>
          <ac:spMkLst>
            <pc:docMk/>
            <pc:sldMk cId="1249352131" sldId="326"/>
            <ac:spMk id="101" creationId="{E2EAFB4F-24A2-5F2B-7BA6-7D4C5589693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03.872" v="2530" actId="1036"/>
          <ac:spMkLst>
            <pc:docMk/>
            <pc:sldMk cId="1249352131" sldId="326"/>
            <ac:spMk id="103" creationId="{BB76AA24-4369-1F1F-8592-59582C874387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03.872" v="2530" actId="1036"/>
          <ac:spMkLst>
            <pc:docMk/>
            <pc:sldMk cId="1249352131" sldId="326"/>
            <ac:spMk id="105" creationId="{CFF4E9AB-D5CF-FCC2-99FA-8FDC1974D5EE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58.278" v="2764" actId="114"/>
          <ac:spMkLst>
            <pc:docMk/>
            <pc:sldMk cId="1249352131" sldId="326"/>
            <ac:spMk id="107" creationId="{33D39532-7DD0-F9D8-AB6D-9E4ACB91A29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7:03.872" v="2530" actId="1036"/>
          <ac:spMkLst>
            <pc:docMk/>
            <pc:sldMk cId="1249352131" sldId="326"/>
            <ac:spMk id="109" creationId="{D69F56AB-EB09-196C-A45A-B6C15A4650FA}"/>
          </ac:spMkLst>
        </pc:spChg>
        <pc:spChg chg="add mod">
          <ac:chgData name="Phan, Tiffany M Maj USAF USAFA AW/ESCS" userId="a0ed988f-3bd3-448a-ab68-f6eca8eadb00" providerId="ADAL" clId="{D74FDB2A-C6F9-423C-9DA7-5C8A44CC196C}" dt="2026-10-10T19:16:47.122" v="2466" actId="1076"/>
          <ac:spMkLst>
            <pc:docMk/>
            <pc:sldMk cId="1249352131" sldId="326"/>
            <ac:spMk id="111" creationId="{72063366-B4B2-7520-BDE3-309E293A773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6:47.122" v="2466" actId="1076"/>
          <ac:spMkLst>
            <pc:docMk/>
            <pc:sldMk cId="1249352131" sldId="326"/>
            <ac:spMk id="113" creationId="{37261A61-FF96-AC0E-F2BD-DBD512E6435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6:47.122" v="2466" actId="1076"/>
          <ac:spMkLst>
            <pc:docMk/>
            <pc:sldMk cId="1249352131" sldId="326"/>
            <ac:spMk id="115" creationId="{241C0F4E-019F-E175-0BA4-B3D907D9CBB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6:47.122" v="2466" actId="1076"/>
          <ac:spMkLst>
            <pc:docMk/>
            <pc:sldMk cId="1249352131" sldId="326"/>
            <ac:spMk id="117" creationId="{B63BC598-08CC-057A-8D9E-6B7F8F69E96C}"/>
          </ac:spMkLst>
        </pc:spChg>
        <pc:spChg chg="add mod">
          <ac:chgData name="Phan, Tiffany M Maj USAF USAFA AW/ESCS" userId="a0ed988f-3bd3-448a-ab68-f6eca8eadb00" providerId="ADAL" clId="{D74FDB2A-C6F9-423C-9DA7-5C8A44CC196C}" dt="2026-10-10T19:16:47.122" v="2466" actId="1076"/>
          <ac:spMkLst>
            <pc:docMk/>
            <pc:sldMk cId="1249352131" sldId="326"/>
            <ac:spMk id="119" creationId="{F957AD06-ABAF-9D98-9D7F-542BCA0F86EB}"/>
          </ac:spMkLst>
        </pc:spChg>
      </pc:sldChg>
      <pc:sldChg chg="add">
        <pc:chgData name="Phan, Tiffany M Maj USAF USAFA AW/ESCS" userId="a0ed988f-3bd3-448a-ab68-f6eca8eadb00" providerId="ADAL" clId="{D74FDB2A-C6F9-423C-9DA7-5C8A44CC196C}" dt="2026-10-10T19:14:20.705" v="2354" actId="2890"/>
        <pc:sldMkLst>
          <pc:docMk/>
          <pc:sldMk cId="517732997" sldId="327"/>
        </pc:sldMkLst>
      </pc:sldChg>
      <pc:sldChg chg="addSp delSp modSp add mod">
        <pc:chgData name="Phan, Tiffany M Maj USAF USAFA AW/ESCS" userId="a0ed988f-3bd3-448a-ab68-f6eca8eadb00" providerId="ADAL" clId="{D74FDB2A-C6F9-423C-9DA7-5C8A44CC196C}" dt="2026-10-10T19:27:50.110" v="2761"/>
        <pc:sldMkLst>
          <pc:docMk/>
          <pc:sldMk cId="2005462426" sldId="328"/>
        </pc:sldMkLst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7" creationId="{833A2AB5-ED2C-5681-9909-033C4714B682}"/>
          </ac:spMkLst>
        </pc:spChg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10" creationId="{05AE731E-17C3-D8B2-0F3E-A50D20873969}"/>
          </ac:spMkLst>
        </pc:spChg>
        <pc:spChg chg="mod">
          <ac:chgData name="Phan, Tiffany M Maj USAF USAFA AW/ESCS" userId="a0ed988f-3bd3-448a-ab68-f6eca8eadb00" providerId="ADAL" clId="{D74FDB2A-C6F9-423C-9DA7-5C8A44CC196C}" dt="2026-10-10T19:15:15.699" v="2427" actId="20577"/>
          <ac:spMkLst>
            <pc:docMk/>
            <pc:sldMk cId="2005462426" sldId="328"/>
            <ac:spMk id="11" creationId="{0FE59A08-0D31-CBC1-204E-D528E072AA38}"/>
          </ac:spMkLst>
        </pc:spChg>
        <pc:spChg chg="mod">
          <ac:chgData name="Phan, Tiffany M Maj USAF USAFA AW/ESCS" userId="a0ed988f-3bd3-448a-ab68-f6eca8eadb00" providerId="ADAL" clId="{D74FDB2A-C6F9-423C-9DA7-5C8A44CC196C}" dt="2026-10-10T19:15:22.658" v="2430"/>
          <ac:spMkLst>
            <pc:docMk/>
            <pc:sldMk cId="2005462426" sldId="328"/>
            <ac:spMk id="13" creationId="{8B63724B-7C40-73B1-2184-95B60741E1BE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40.712" v="2759"/>
          <ac:spMkLst>
            <pc:docMk/>
            <pc:sldMk cId="2005462426" sldId="328"/>
            <ac:spMk id="14" creationId="{0DE5F14F-62BD-C8A9-8933-7D27F22CCCE0}"/>
          </ac:spMkLst>
        </pc:spChg>
        <pc:spChg chg="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17" creationId="{AD9525C0-B27A-DE91-8721-2D38EFA0B903}"/>
          </ac:spMkLst>
        </pc:spChg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20" creationId="{BE0D9AD4-211B-A513-5C22-2A3B7BE424CB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50.110" v="2761"/>
          <ac:spMkLst>
            <pc:docMk/>
            <pc:sldMk cId="2005462426" sldId="328"/>
            <ac:spMk id="23" creationId="{3D45FE4D-157E-4666-718D-AA29F3DBE00C}"/>
          </ac:spMkLst>
        </pc:spChg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26" creationId="{E95A6009-A849-77F6-1D58-F7E8ADA4BD52}"/>
          </ac:spMkLst>
        </pc:spChg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29" creationId="{B871C1CE-E88B-C7B1-36DF-A81F8CDF1226}"/>
          </ac:spMkLst>
        </pc:spChg>
        <pc:spChg chg="add mod">
          <ac:chgData name="Phan, Tiffany M Maj USAF USAFA AW/ESCS" userId="a0ed988f-3bd3-448a-ab68-f6eca8eadb00" providerId="ADAL" clId="{D74FDB2A-C6F9-423C-9DA7-5C8A44CC196C}" dt="2026-10-10T19:14:55.777" v="2366" actId="122"/>
          <ac:spMkLst>
            <pc:docMk/>
            <pc:sldMk cId="2005462426" sldId="328"/>
            <ac:spMk id="32" creationId="{CC7D3909-0128-4B5D-8FCA-42646E73787C}"/>
          </ac:spMkLst>
        </pc:spChg>
        <pc:spChg chg="add mod">
          <ac:chgData name="Phan, Tiffany M Maj USAF USAFA AW/ESCS" userId="a0ed988f-3bd3-448a-ab68-f6eca8eadb00" providerId="ADAL" clId="{D74FDB2A-C6F9-423C-9DA7-5C8A44CC196C}" dt="2026-10-10T19:15:00.397" v="2379" actId="1035"/>
          <ac:spMkLst>
            <pc:docMk/>
            <pc:sldMk cId="2005462426" sldId="328"/>
            <ac:spMk id="35" creationId="{FA420303-CADB-F0B3-FC0D-C082C5CB518A}"/>
          </ac:spMkLst>
        </pc:spChg>
        <pc:spChg chg="mod">
          <ac:chgData name="Phan, Tiffany M Maj USAF USAFA AW/ESCS" userId="a0ed988f-3bd3-448a-ab68-f6eca8eadb00" providerId="ADAL" clId="{D74FDB2A-C6F9-423C-9DA7-5C8A44CC196C}" dt="2026-10-10T19:14:34.513" v="2358"/>
          <ac:spMkLst>
            <pc:docMk/>
            <pc:sldMk cId="2005462426" sldId="328"/>
            <ac:spMk id="37" creationId="{B2C36E3B-4E2A-D997-8825-067E78E01668}"/>
          </ac:spMkLst>
        </pc:spChg>
        <pc:spChg chg="add mod">
          <ac:chgData name="Phan, Tiffany M Maj USAF USAFA AW/ESCS" userId="a0ed988f-3bd3-448a-ab68-f6eca8eadb00" providerId="ADAL" clId="{D74FDB2A-C6F9-423C-9DA7-5C8A44CC196C}" dt="2026-10-10T19:27:33.994" v="2758"/>
          <ac:spMkLst>
            <pc:docMk/>
            <pc:sldMk cId="2005462426" sldId="328"/>
            <ac:spMk id="38" creationId="{BC917002-EFDF-5845-2C32-E22CD5F2F7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45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(about 1 minute). Emphasize continuity: L22 already taught the state-transition part. Today we make the state hidden and add noisy observations. Do not introduce the forward-algorithm equation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“What changed?” Desired answer: the true state is no longer directly observed, and we now receive evidence variables. Keep this to about 90 seconds.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scope. Viterbi and particle filtering will be mentioned later only as conceptual extensions. The assessed skill is a small filtering update and interpretation.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as the lesson organizer. Students should recognize both halves. Say “If prediction and Bayes each made sense separately, the HMM update is just their composition.”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123B4-DE18-4E37-DDB2-C36CEFB7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99DBD-7B27-AAD5-6151-73FAF3A21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97DE68-8E82-05C7-5B15-A9A616772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is crucial. Ask for one student example of a hidden quantity and a noisy observation of it. Reinforce that an alert is not identical to a fault.</a:t>
            </a:r>
          </a:p>
        </p:txBody>
      </p:sp>
    </p:spTree>
    <p:extLst>
      <p:ext uri="{BB962C8B-B14F-4D97-AF65-F5344CB8AC3E}">
        <p14:creationId xmlns:p14="http://schemas.microsoft.com/office/powerpoint/2010/main" val="377310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C30B-7DA2-1D1A-4110-0B96FA41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5479-2590-8983-2F2A-FB1A586F2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5A1C1-7611-BEAB-EB33-FD58D6565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context generic so it transfers to computing, cyber, spacecraft, and maintenance examples. Ask: “Can we know X directly?” In this lesson, no.</a:t>
            </a:r>
          </a:p>
        </p:txBody>
      </p:sp>
    </p:spTree>
    <p:extLst>
      <p:ext uri="{BB962C8B-B14F-4D97-AF65-F5344CB8AC3E}">
        <p14:creationId xmlns:p14="http://schemas.microsoft.com/office/powerpoint/2010/main" val="2306723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EE23C-A901-A171-39B3-2C58A3113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14BC0-5B10-5DEC-5FCA-98F958FAE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C738A-DD62-A13E-2776-AFF8593F6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about 60–90 seconds. Answers are shown in the table. Follow-up: because observations are noisy and the state may change, we represent uncertainty rather than asserting a single state.</a:t>
            </a:r>
          </a:p>
        </p:txBody>
      </p:sp>
    </p:spTree>
    <p:extLst>
      <p:ext uri="{BB962C8B-B14F-4D97-AF65-F5344CB8AC3E}">
        <p14:creationId xmlns:p14="http://schemas.microsoft.com/office/powerpoint/2010/main" val="3055494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39B2-2898-E3A6-09F4-25A071DB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20A65-3A63-8CA8-D255-1D8C86379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2B3D9-9001-F76B-32D2-E9EE1BEA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“observation model” and optionally mention “emission model” or “sensor model” as synonyms. Do not add new math here.</a:t>
            </a:r>
          </a:p>
        </p:txBody>
      </p:sp>
    </p:spTree>
    <p:extLst>
      <p:ext uri="{BB962C8B-B14F-4D97-AF65-F5344CB8AC3E}">
        <p14:creationId xmlns:p14="http://schemas.microsoft.com/office/powerpoint/2010/main" val="1776356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FE55-F9A4-5D14-975E-5FD9CAEA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FE931-E61D-4333-BCEE-D36739092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E9E37-9CD1-92A1-432C-5D9523FFD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primary algorithmic picture. Spend time here. Students should be able to narrate the cycle without equations.</a:t>
            </a:r>
          </a:p>
        </p:txBody>
      </p:sp>
    </p:spTree>
    <p:extLst>
      <p:ext uri="{BB962C8B-B14F-4D97-AF65-F5344CB8AC3E}">
        <p14:creationId xmlns:p14="http://schemas.microsoft.com/office/powerpoint/2010/main" val="2105430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8E3F-3F82-7F09-8B4C-5534801CA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8D203-5EBC-ED7D-F37F-5BB0E218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0C68B-959B-541D-C4C2-E73736335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</a:t>
            </a:r>
            <a:r>
              <a:rPr lang="en-US" dirty="0" err="1"/>
              <a:t>b_t</a:t>
            </a:r>
            <a:r>
              <a:rPr lang="en-US" dirty="0"/>
              <a:t> notation light. Students need the concept more than the symbol. Ask them to verify that the belief sums to 1.</a:t>
            </a:r>
          </a:p>
        </p:txBody>
      </p:sp>
    </p:spTree>
    <p:extLst>
      <p:ext uri="{BB962C8B-B14F-4D97-AF65-F5344CB8AC3E}">
        <p14:creationId xmlns:p14="http://schemas.microsoft.com/office/powerpoint/2010/main" val="3780690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8366-BDF8-5842-5B90-49D2B35F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3F2BA-DC8E-50AE-C78B-CC86D2C65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FF149-0261-57F4-913F-4E1371CDD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retrieval from L22. Ask what 0.30 means. Answer: P(H_{t+1}|</a:t>
            </a:r>
            <a:r>
              <a:rPr lang="en-US" dirty="0" err="1"/>
              <a:t>D_t</a:t>
            </a:r>
            <a:r>
              <a:rPr lang="en-US" dirty="0"/>
              <a:t>)=0.30. Do not reteach matrix orientation at length.</a:t>
            </a:r>
          </a:p>
        </p:txBody>
      </p:sp>
    </p:spTree>
    <p:extLst>
      <p:ext uri="{BB962C8B-B14F-4D97-AF65-F5344CB8AC3E}">
        <p14:creationId xmlns:p14="http://schemas.microsoft.com/office/powerpoint/2010/main" val="1954766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87C4-0038-8FB6-284B-7FD07219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D9D14-A64A-8532-4BCF-46B33690A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13F97-8E8D-C6F6-6CC0-0617A6D02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retrieve the “reverse conditional” misconception from Bayes. The sensor model gives P(</a:t>
            </a:r>
            <a:r>
              <a:rPr lang="en-US" dirty="0" err="1"/>
              <a:t>observation|state</a:t>
            </a:r>
            <a:r>
              <a:rPr lang="en-US" dirty="0"/>
              <a:t>), not P(</a:t>
            </a:r>
            <a:r>
              <a:rPr lang="en-US" dirty="0" err="1"/>
              <a:t>state|observation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352957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6ABA-8DEB-CEE8-2E8F-DC9619C4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DFDD0-DCD8-2A04-FEBD-369F80630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52BEE-78DF-7FBB-1DEB-AE0F6E977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0.10; 0.30; Alert; No. A Healthy system can still produce an Alert with probability 0.10.</a:t>
            </a:r>
          </a:p>
        </p:txBody>
      </p:sp>
    </p:spTree>
    <p:extLst>
      <p:ext uri="{BB962C8B-B14F-4D97-AF65-F5344CB8AC3E}">
        <p14:creationId xmlns:p14="http://schemas.microsoft.com/office/powerpoint/2010/main" val="2450044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2122F-DD8C-BC3A-969B-6268B21B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7DBAD-FB71-AD40-CE41-0B3B86D1E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EF798-EE47-638D-8506-2AAC05366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Start updating the belief with observations. Ask students what operation to use. They should say the same propagation used in L22.</a:t>
            </a:r>
          </a:p>
        </p:txBody>
      </p:sp>
    </p:spTree>
    <p:extLst>
      <p:ext uri="{BB962C8B-B14F-4D97-AF65-F5344CB8AC3E}">
        <p14:creationId xmlns:p14="http://schemas.microsoft.com/office/powerpoint/2010/main" val="18505381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2AC1-4655-F12A-FC8E-A1CF7BD8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C1EACE-9FFF-41A7-5473-F4060D4E0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70024-16FF-97A4-8289-65CC310FE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quickly through both pathway sums. Do not require the b-minus notation. It is a useful label for the intermediate distribution. Students should notice that only the transition model was used. </a:t>
            </a:r>
          </a:p>
        </p:txBody>
      </p:sp>
    </p:spTree>
    <p:extLst>
      <p:ext uri="{BB962C8B-B14F-4D97-AF65-F5344CB8AC3E}">
        <p14:creationId xmlns:p14="http://schemas.microsoft.com/office/powerpoint/2010/main" val="2294264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7AF6-A45F-AEF1-2EB5-6EE2DC00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14739-05AF-441D-C649-157972C04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D6FB1-C2F9-5C3D-252A-5B32767C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students interpret direction before moving on to step 2. This prevents the process from becoming pure arithmetic.</a:t>
            </a:r>
          </a:p>
        </p:txBody>
      </p:sp>
    </p:spTree>
    <p:extLst>
      <p:ext uri="{BB962C8B-B14F-4D97-AF65-F5344CB8AC3E}">
        <p14:creationId xmlns:p14="http://schemas.microsoft.com/office/powerpoint/2010/main" val="269089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846E-0FCD-17EF-CCA8-A18AF35C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8D170-0F95-24DB-B9D1-4B01946D8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CF063-2DE1-6696-6096-CAEB58F5A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a verbal prediction: Degraded should increase because Alert is much more likely in the Degraded state.</a:t>
            </a:r>
          </a:p>
          <a:p>
            <a:r>
              <a:rPr lang="en-US" dirty="0"/>
              <a:t>𝑃("Alert" | 𝐻)=0.10</a:t>
            </a:r>
          </a:p>
          <a:p>
            <a:r>
              <a:rPr lang="en-US" dirty="0"/>
              <a:t>𝑃("Alert" | 𝐷)=0.70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12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C298-8698-497E-C38F-43D94FB1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C3334-7F13-9622-3974-331B83F8A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7D72F-823A-56C3-23C1-7DC93058B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conceptual bridge. Say explicitly: “We did not discard Bayes when we moved to temporal models—we use it at every time step.”</a:t>
            </a:r>
          </a:p>
        </p:txBody>
      </p:sp>
    </p:spTree>
    <p:extLst>
      <p:ext uri="{BB962C8B-B14F-4D97-AF65-F5344CB8AC3E}">
        <p14:creationId xmlns:p14="http://schemas.microsoft.com/office/powerpoint/2010/main" val="3878080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8D6B-45C5-B2E6-5608-6D400D76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BFC79-AC82-2294-6B04-9B5677FB9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1D66E-4DA0-7AAC-7D6E-89E1A0328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multiply, not divide yet. Ask students if the weights sum to 1. They don’t, so the next step is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3570784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FF29-31D0-66FF-B529-388CE284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5C5E9-55EA-2C39-EC6D-C23B7A72C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44402-A11C-A43C-6D05-2F1816AC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that connects directly to L19/L21 normalization. Students should be able to explain why normalization is necessary.</a:t>
            </a:r>
          </a:p>
        </p:txBody>
      </p:sp>
    </p:spTree>
    <p:extLst>
      <p:ext uri="{BB962C8B-B14F-4D97-AF65-F5344CB8AC3E}">
        <p14:creationId xmlns:p14="http://schemas.microsoft.com/office/powerpoint/2010/main" val="252666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64F9-80E5-C9A5-EFB8-22CE07B3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A1762-9C70-16AF-D38A-FD00B392F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5859E-3576-5796-6D4F-00FD964F6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explicitly prepares the later “multiply, sum, normalize” synthesis.</a:t>
            </a:r>
          </a:p>
        </p:txBody>
      </p:sp>
    </p:spTree>
    <p:extLst>
      <p:ext uri="{BB962C8B-B14F-4D97-AF65-F5344CB8AC3E}">
        <p14:creationId xmlns:p14="http://schemas.microsoft.com/office/powerpoint/2010/main" val="41137388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069E-F045-956D-5670-2B3F8CA9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7A620-F604-B3D3-A99D-C555FF0DA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2B3EC-9989-BD7F-16FA-088C1D2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for the interpretation in one sentence. Reinforce that 0.711 is a degree of belief,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3935816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2C79-A979-006D-E44F-3614488C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72026-5C1C-D3A3-E548-12CFFED0C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D14D7-6AB1-7717-A99B-CD0492075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Predict H=.60(.80)+.40(.25)=.58; D=.42. Weights: H=.58(.20)=.116; D=.42(.80)=.336; total=.452. Posterior H≈.257, D≈.743.</a:t>
            </a:r>
          </a:p>
        </p:txBody>
      </p:sp>
    </p:spTree>
    <p:extLst>
      <p:ext uri="{BB962C8B-B14F-4D97-AF65-F5344CB8AC3E}">
        <p14:creationId xmlns:p14="http://schemas.microsoft.com/office/powerpoint/2010/main" val="18429046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546B-AAF4-1191-DF3F-3FE2FB93B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95921-2145-6A8A-426A-5BDE93986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78EFC-EE0C-1F1C-70B5-D49D99FD8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Predict H=.60(.80)+.40(.25)=.58; D=.42. Weights: H=.58(.20)=.116; D=.42(.80)=.336; total=.452. Posterior H≈.257, D≈.743.</a:t>
            </a:r>
          </a:p>
        </p:txBody>
      </p:sp>
    </p:spTree>
    <p:extLst>
      <p:ext uri="{BB962C8B-B14F-4D97-AF65-F5344CB8AC3E}">
        <p14:creationId xmlns:p14="http://schemas.microsoft.com/office/powerpoint/2010/main" val="1116372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A9541-C46A-05DA-9DA2-62BA5D40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94626-FD18-9637-1A11-3564BC591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64AC6-BE1F-F0A3-1A85-8E288823B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conceptual. Do not compute a multi-step sequence here. Emphasize recursion: posterior at one step becomes prior belief for the next transition.</a:t>
            </a:r>
          </a:p>
        </p:txBody>
      </p:sp>
    </p:spTree>
    <p:extLst>
      <p:ext uri="{BB962C8B-B14F-4D97-AF65-F5344CB8AC3E}">
        <p14:creationId xmlns:p14="http://schemas.microsoft.com/office/powerpoint/2010/main" val="1253657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B5AC-F7C6-EECF-FE3A-6F392E13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8C27F-895B-9703-177C-1AF6A274A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08DFE-2160-C5B6-C41D-FEB59F6A1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discussion. With these likelihoods, two earlier Alerts push toward D, but a final Normal pulls back. Sequence B has a final Alert after two Normals. Exact ordering effects depend on model parameters; the key learning goal is that order can matter because prediction occurs between observations. Avoid claiming one is universally larger without calculating under a specified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688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2C7-E06B-5149-6DDF-FB6435F8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B1C31-A027-D80A-E6C6-CB31F5B86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559E7-2BEC-560C-783D-C675B2756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475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4F86-743E-20C1-95B8-9D397FCE4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CA820-DD94-893D-3BF6-EF05ECC30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2D51F-5368-678B-AA82-66AD6A096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2–3 minutes maximum. (This preserves other undergraduate-level literacy without making these techniques execution requirements.)</a:t>
            </a:r>
          </a:p>
        </p:txBody>
      </p:sp>
    </p:spTree>
    <p:extLst>
      <p:ext uri="{BB962C8B-B14F-4D97-AF65-F5344CB8AC3E}">
        <p14:creationId xmlns:p14="http://schemas.microsoft.com/office/powerpoint/2010/main" val="38602903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291D-87D9-E505-D553-5A46F9F1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FA89E-618B-D132-F273-A571299F7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B0F42-F155-4E90-FA38-BA00D8F41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Predict uses transition; Observe uses observation/sensor model. Mention this is why robot localization is a classic HMM application.</a:t>
            </a:r>
          </a:p>
        </p:txBody>
      </p:sp>
    </p:spTree>
    <p:extLst>
      <p:ext uri="{BB962C8B-B14F-4D97-AF65-F5344CB8AC3E}">
        <p14:creationId xmlns:p14="http://schemas.microsoft.com/office/powerpoint/2010/main" val="21997308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9B49-EDC8-1F59-7AE7-741223FA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7B74F-0B68-4573-1C90-9E9C100B8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F258E-532E-FF85-BC5A-ECE04584E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29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2FE3-BBD9-3B8D-7028-EA06B5A7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5A6C-7E8B-38B0-86FF-DBD27B4D4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E3F19-C395-FF82-A141-186E1DE6A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retrieval checkpoint before the culminating problem.</a:t>
            </a:r>
          </a:p>
        </p:txBody>
      </p:sp>
    </p:spTree>
    <p:extLst>
      <p:ext uri="{BB962C8B-B14F-4D97-AF65-F5344CB8AC3E}">
        <p14:creationId xmlns:p14="http://schemas.microsoft.com/office/powerpoint/2010/main" val="41969423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FC46B-57C7-02BF-6690-98A58633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F4752-CA0D-8766-1BD8-0E175BDD8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ACBDB-6F77-1C04-511B-A8FE1625A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about 4–5 minutes. Part (a) requires transition prediction. Part (b) reuses that predicted distribution, applies Warning likelihoods, and normalizes. Do not reveal the answers until the next slides.</a:t>
            </a:r>
          </a:p>
        </p:txBody>
      </p:sp>
    </p:spTree>
    <p:extLst>
      <p:ext uri="{BB962C8B-B14F-4D97-AF65-F5344CB8AC3E}">
        <p14:creationId xmlns:p14="http://schemas.microsoft.com/office/powerpoint/2010/main" val="24479202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91AD-9F92-E085-1803-3ABB1ECB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9724E-2B2D-DDDC-791B-C4F182810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EF430-F8BE-D3C7-B41A-CBC6848F5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P(F_{t+1})=.295. Also compute Stable=.705 because part (b) needs both states for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1734048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6491-3544-47F6-8A45-8765D8EC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52B96-EBA5-B68F-CA78-56760EA6E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7BF0A-6AF8-C335-FAC7-0C79ABA92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Stable weight .705(.20)=.141; Faulty weight .295(.80)=.236; total .377; posterior Faulty=.626. Use the 0.295→0.626 comparison to emphasize the difference between parts (a) and (b).</a:t>
            </a:r>
          </a:p>
        </p:txBody>
      </p:sp>
    </p:spTree>
    <p:extLst>
      <p:ext uri="{BB962C8B-B14F-4D97-AF65-F5344CB8AC3E}">
        <p14:creationId xmlns:p14="http://schemas.microsoft.com/office/powerpoint/2010/main" val="2815484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922A-1782-47BD-3046-E10596B38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9509A-6884-6681-C777-37AD8EBA5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18DA1-7269-02AF-CDF1-F2EB32DBA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module map before the review workshop. It helps students organize the topics rather than treating them as six disconnected chapters.</a:t>
            </a:r>
          </a:p>
        </p:txBody>
      </p:sp>
    </p:spTree>
    <p:extLst>
      <p:ext uri="{BB962C8B-B14F-4D97-AF65-F5344CB8AC3E}">
        <p14:creationId xmlns:p14="http://schemas.microsoft.com/office/powerpoint/2010/main" val="28513630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9EB7B-6FCA-2444-6FFE-B2A73A237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98C6E-B76E-6A81-523E-D7BBA07CF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04332-D7A4-BF05-B839-DD87CCFB6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now show the compact forward-update expression. Translate left-to-right: sum pathways through the transition model, multiply by observation likelihood, normalize. Do not require memorization.</a:t>
            </a:r>
          </a:p>
        </p:txBody>
      </p:sp>
    </p:spTree>
    <p:extLst>
      <p:ext uri="{BB962C8B-B14F-4D97-AF65-F5344CB8AC3E}">
        <p14:creationId xmlns:p14="http://schemas.microsoft.com/office/powerpoint/2010/main" val="2634367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3BE9-AEB5-BD80-2CF3-8AD8B641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C65F1-D010-0725-968C-40D19FF90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F0DBA-6976-992E-0D47-6A09E458D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hidden; observed/evidence; transition; observation/sensor/emission; normalize. Collect quickly or have students answer aloud.</a:t>
            </a:r>
          </a:p>
        </p:txBody>
      </p:sp>
    </p:spTree>
    <p:extLst>
      <p:ext uri="{BB962C8B-B14F-4D97-AF65-F5344CB8AC3E}">
        <p14:creationId xmlns:p14="http://schemas.microsoft.com/office/powerpoint/2010/main" val="135631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50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1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13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" y="6547104"/>
            <a:ext cx="438912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D7C8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CS 471 | L23: Hidden Markov Models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97EC87B-5108-DC8E-CE75-C701398E8B52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 30">
            <a:extLst>
              <a:ext uri="{FF2B5EF4-FFF2-40B4-BE49-F238E27FC236}">
                <a16:creationId xmlns:a16="http://schemas.microsoft.com/office/drawing/2014/main" id="{B8E7E2C9-9C78-B782-E671-2BC5C4572994}"/>
              </a:ext>
            </a:extLst>
          </p:cNvPr>
          <p:cNvSpPr/>
          <p:nvPr/>
        </p:nvSpPr>
        <p:spPr>
          <a:xfrm>
            <a:off x="73152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43F156-89C7-0682-9FD9-C21B48CC1DDF}"/>
              </a:ext>
            </a:extLst>
          </p:cNvPr>
          <p:cNvSpPr txBox="1"/>
          <p:nvPr/>
        </p:nvSpPr>
        <p:spPr>
          <a:xfrm>
            <a:off x="594360" y="53035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2B5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CompSci 471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72A15C-DFCB-250B-FEAF-5B7E1AB5109F}"/>
              </a:ext>
            </a:extLst>
          </p:cNvPr>
          <p:cNvSpPr txBox="1"/>
          <p:nvPr/>
        </p:nvSpPr>
        <p:spPr>
          <a:xfrm>
            <a:off x="594360" y="932688"/>
            <a:ext cx="530352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>
                <a:ln>
                  <a:noFill/>
                </a:ln>
                <a:solidFill>
                  <a:srgbClr val="082B55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Artificial Intelligence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E9DB3C-FEE8-6C66-3A2C-DBA01EF18D80}"/>
              </a:ext>
            </a:extLst>
          </p:cNvPr>
          <p:cNvSpPr txBox="1"/>
          <p:nvPr/>
        </p:nvSpPr>
        <p:spPr>
          <a:xfrm>
            <a:off x="612648" y="1664208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1D5FA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Lesson </a:t>
            </a: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D5FA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23</a:t>
            </a:r>
            <a:r>
              <a:rPr kumimoji="0" sz="2300" b="1" i="0" u="none" strike="noStrike" kern="1200" cap="none" spc="0" normalizeH="0" baseline="0" noProof="0" dirty="0">
                <a:ln>
                  <a:noFill/>
                </a:ln>
                <a:solidFill>
                  <a:srgbClr val="1D5FA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</a:t>
            </a: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D5FA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Hidden Markov Models</a:t>
            </a:r>
            <a:endParaRPr kumimoji="0" sz="2300" b="1" i="0" u="none" strike="noStrike" kern="1200" cap="none" spc="0" normalizeH="0" baseline="0" noProof="0" dirty="0">
              <a:ln>
                <a:noFill/>
              </a:ln>
              <a:solidFill>
                <a:srgbClr val="1D5FA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7C81B9-8D67-A3E4-A255-017AE4F4DCAF}"/>
              </a:ext>
            </a:extLst>
          </p:cNvPr>
          <p:cNvSpPr txBox="1"/>
          <p:nvPr/>
        </p:nvSpPr>
        <p:spPr>
          <a:xfrm>
            <a:off x="612647" y="2176272"/>
            <a:ext cx="7645002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3203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Predict → Observe → Update → Repeat</a:t>
            </a:r>
          </a:p>
        </p:txBody>
      </p:sp>
      <p:sp>
        <p:nvSpPr>
          <p:cNvPr id="45" name="Rounded Rectangle 13">
            <a:extLst>
              <a:ext uri="{FF2B5EF4-FFF2-40B4-BE49-F238E27FC236}">
                <a16:creationId xmlns:a16="http://schemas.microsoft.com/office/drawing/2014/main" id="{93F13454-CECD-2D5C-2B6F-EECB7D6B8600}"/>
              </a:ext>
            </a:extLst>
          </p:cNvPr>
          <p:cNvSpPr/>
          <p:nvPr/>
        </p:nvSpPr>
        <p:spPr>
          <a:xfrm>
            <a:off x="1020832" y="4312326"/>
            <a:ext cx="1005840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HMM tracks belief about a hidden state using transitions and noisy evidence.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CDBAA54-A382-4DE8-394D-CAE605669EAE}"/>
              </a:ext>
            </a:extLst>
          </p:cNvPr>
          <p:cNvSpPr/>
          <p:nvPr/>
        </p:nvSpPr>
        <p:spPr>
          <a:xfrm>
            <a:off x="6764312" y="1541634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98D7F38-0AA6-63E6-B07F-9BA9313B3A0E}"/>
              </a:ext>
            </a:extLst>
          </p:cNvPr>
          <p:cNvSpPr/>
          <p:nvPr/>
        </p:nvSpPr>
        <p:spPr>
          <a:xfrm>
            <a:off x="6764311" y="1671175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₀</a:t>
            </a:r>
            <a:endParaRPr lang="en-US" sz="16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4033D0DE-B7B2-6C35-E92B-F5B1C2CF1504}"/>
              </a:ext>
            </a:extLst>
          </p:cNvPr>
          <p:cNvSpPr/>
          <p:nvPr/>
        </p:nvSpPr>
        <p:spPr>
          <a:xfrm>
            <a:off x="7953032" y="1541634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367779E-6323-FA5E-856A-DFE17510D796}"/>
              </a:ext>
            </a:extLst>
          </p:cNvPr>
          <p:cNvSpPr/>
          <p:nvPr/>
        </p:nvSpPr>
        <p:spPr>
          <a:xfrm>
            <a:off x="7953031" y="1671175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₁</a:t>
            </a:r>
            <a:endParaRPr lang="en-US" sz="16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EC2609AB-522B-1A5E-7077-E07EFC579972}"/>
              </a:ext>
            </a:extLst>
          </p:cNvPr>
          <p:cNvSpPr/>
          <p:nvPr/>
        </p:nvSpPr>
        <p:spPr>
          <a:xfrm>
            <a:off x="9141752" y="1541634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ED74A99F-F762-6649-0F4B-D8699176C364}"/>
              </a:ext>
            </a:extLst>
          </p:cNvPr>
          <p:cNvSpPr/>
          <p:nvPr/>
        </p:nvSpPr>
        <p:spPr>
          <a:xfrm>
            <a:off x="9141751" y="1671175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₂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62A75BCE-2EC1-A5B4-58C2-D5BE65FE5F4E}"/>
              </a:ext>
            </a:extLst>
          </p:cNvPr>
          <p:cNvSpPr/>
          <p:nvPr/>
        </p:nvSpPr>
        <p:spPr>
          <a:xfrm>
            <a:off x="10330472" y="1541634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9881104-66FE-E9CF-0AB9-701806EA9FEB}"/>
              </a:ext>
            </a:extLst>
          </p:cNvPr>
          <p:cNvSpPr/>
          <p:nvPr/>
        </p:nvSpPr>
        <p:spPr>
          <a:xfrm>
            <a:off x="10330471" y="1671175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₃</a:t>
            </a:r>
            <a:endParaRPr lang="en-US" sz="16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6914710C-EFF9-9CBD-8A96-CB2DA0B16972}"/>
              </a:ext>
            </a:extLst>
          </p:cNvPr>
          <p:cNvSpPr/>
          <p:nvPr/>
        </p:nvSpPr>
        <p:spPr>
          <a:xfrm>
            <a:off x="6764312" y="2611482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02BEF389-9C35-DE40-0920-1C4CC481BA1F}"/>
              </a:ext>
            </a:extLst>
          </p:cNvPr>
          <p:cNvSpPr/>
          <p:nvPr/>
        </p:nvSpPr>
        <p:spPr>
          <a:xfrm>
            <a:off x="6764311" y="2741023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₀</a:t>
            </a:r>
            <a:endParaRPr lang="en-US" sz="1600" dirty="0"/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04D865FA-1806-82BF-3D49-E5C52ADBE03D}"/>
              </a:ext>
            </a:extLst>
          </p:cNvPr>
          <p:cNvSpPr/>
          <p:nvPr/>
        </p:nvSpPr>
        <p:spPr>
          <a:xfrm>
            <a:off x="7953032" y="2611482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4690E4F8-EE6B-A7B1-54A3-99898C8FEB85}"/>
              </a:ext>
            </a:extLst>
          </p:cNvPr>
          <p:cNvSpPr/>
          <p:nvPr/>
        </p:nvSpPr>
        <p:spPr>
          <a:xfrm>
            <a:off x="7953031" y="2741023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₁</a:t>
            </a:r>
            <a:endParaRPr lang="en-US" sz="1600" dirty="0"/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DA134986-9DC6-BB64-1D56-697262EA156D}"/>
              </a:ext>
            </a:extLst>
          </p:cNvPr>
          <p:cNvSpPr/>
          <p:nvPr/>
        </p:nvSpPr>
        <p:spPr>
          <a:xfrm>
            <a:off x="9141752" y="2611482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894F446F-998A-3FC4-29A5-416384A4C168}"/>
              </a:ext>
            </a:extLst>
          </p:cNvPr>
          <p:cNvSpPr/>
          <p:nvPr/>
        </p:nvSpPr>
        <p:spPr>
          <a:xfrm>
            <a:off x="9141751" y="2741023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₂</a:t>
            </a:r>
            <a:endParaRPr lang="en-US" sz="1600" dirty="0"/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D546BD3F-AE0F-140C-07DC-AEADC49A3ECD}"/>
              </a:ext>
            </a:extLst>
          </p:cNvPr>
          <p:cNvSpPr/>
          <p:nvPr/>
        </p:nvSpPr>
        <p:spPr>
          <a:xfrm>
            <a:off x="10330472" y="2611482"/>
            <a:ext cx="754233" cy="439969"/>
          </a:xfrm>
          <a:prstGeom prst="roundRect">
            <a:avLst>
              <a:gd name="adj" fmla="val 11905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9F06B82B-C222-BEBB-ED29-8A16CD716544}"/>
              </a:ext>
            </a:extLst>
          </p:cNvPr>
          <p:cNvSpPr/>
          <p:nvPr/>
        </p:nvSpPr>
        <p:spPr>
          <a:xfrm>
            <a:off x="10330471" y="2741023"/>
            <a:ext cx="754234" cy="178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₃</a:t>
            </a:r>
            <a:endParaRPr lang="en-US" sz="16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4CA6E334-E4DD-5731-7028-0FF86E59EAD1}"/>
              </a:ext>
            </a:extLst>
          </p:cNvPr>
          <p:cNvSpPr/>
          <p:nvPr/>
        </p:nvSpPr>
        <p:spPr>
          <a:xfrm>
            <a:off x="6546304" y="1104827"/>
            <a:ext cx="4839660" cy="230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</a:rPr>
              <a:t>hidden state</a:t>
            </a:r>
            <a:endParaRPr lang="en-US" sz="1600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054D995F-261C-4A99-500E-C2CC509A3E0F}"/>
              </a:ext>
            </a:extLst>
          </p:cNvPr>
          <p:cNvSpPr/>
          <p:nvPr/>
        </p:nvSpPr>
        <p:spPr>
          <a:xfrm>
            <a:off x="6546304" y="3187036"/>
            <a:ext cx="4839660" cy="230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1BD"/>
                </a:solidFill>
              </a:rPr>
              <a:t>noisy observations</a:t>
            </a:r>
            <a:endParaRPr lang="en-US" sz="1600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CD2F2E7-CB08-3925-BB08-4B1FCF10214F}"/>
              </a:ext>
            </a:extLst>
          </p:cNvPr>
          <p:cNvCxnSpPr>
            <a:stCxn id="7" idx="2"/>
            <a:endCxn id="52" idx="0"/>
          </p:cNvCxnSpPr>
          <p:nvPr/>
        </p:nvCxnSpPr>
        <p:spPr>
          <a:xfrm>
            <a:off x="7141429" y="1981603"/>
            <a:ext cx="0" cy="62987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45F4270-7D7D-95EA-AAB9-DEB00695740E}"/>
              </a:ext>
            </a:extLst>
          </p:cNvPr>
          <p:cNvCxnSpPr>
            <a:cxnSpLocks/>
            <a:stCxn id="32" idx="2"/>
            <a:endCxn id="58" idx="0"/>
          </p:cNvCxnSpPr>
          <p:nvPr/>
        </p:nvCxnSpPr>
        <p:spPr>
          <a:xfrm>
            <a:off x="8330149" y="1981603"/>
            <a:ext cx="0" cy="62987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686D274-3174-D90D-D2FC-E907B1AEA1B3}"/>
              </a:ext>
            </a:extLst>
          </p:cNvPr>
          <p:cNvCxnSpPr>
            <a:cxnSpLocks/>
            <a:stCxn id="37" idx="2"/>
            <a:endCxn id="64" idx="0"/>
          </p:cNvCxnSpPr>
          <p:nvPr/>
        </p:nvCxnSpPr>
        <p:spPr>
          <a:xfrm>
            <a:off x="9518869" y="1981603"/>
            <a:ext cx="0" cy="62987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28A14D1-E7CC-B6FA-7744-FD177CCA3149}"/>
              </a:ext>
            </a:extLst>
          </p:cNvPr>
          <p:cNvCxnSpPr>
            <a:cxnSpLocks/>
            <a:stCxn id="41" idx="2"/>
            <a:endCxn id="70" idx="0"/>
          </p:cNvCxnSpPr>
          <p:nvPr/>
        </p:nvCxnSpPr>
        <p:spPr>
          <a:xfrm>
            <a:off x="10707589" y="1981603"/>
            <a:ext cx="0" cy="62987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C8E28F6-4FE5-D797-5E2B-AA0A7F5E98B4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>
            <a:off x="7518545" y="1761619"/>
            <a:ext cx="434487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2C3C707-7337-C49C-A757-7D467D761430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>
            <a:off x="8707265" y="1760217"/>
            <a:ext cx="434487" cy="140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A8ECC35-84DD-DC15-E22F-783F429FA3FA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9895985" y="1760217"/>
            <a:ext cx="434487" cy="140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: 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82B55"/>
                </a:solidFill>
                <a:latin typeface="Aptos Display"/>
              </a:rPr>
              <a:t>The addition of an observation model</a:t>
            </a:r>
            <a:endParaRPr sz="2800" b="1" i="0" dirty="0">
              <a:solidFill>
                <a:srgbClr val="082B55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L23 adds one new ingredient to the temporal model from L22.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822959" y="1417320"/>
                <a:ext cx="5224055" cy="3117232"/>
              </a:xfrm>
              <a:prstGeom prst="roundRect">
                <a:avLst>
                  <a:gd name="adj" fmla="val 8000"/>
                </a:avLst>
              </a:prstGeom>
              <a:solidFill>
                <a:srgbClr val="E8F1FB"/>
              </a:solidFill>
              <a:ln w="12700">
                <a:solidFill>
                  <a:srgbClr val="1D5F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ctr"/>
                <a:r>
                  <a:rPr lang="en-US" b="1" dirty="0">
                    <a:solidFill>
                      <a:srgbClr val="082B55"/>
                    </a:solidFill>
                    <a:latin typeface="Aptos"/>
                  </a:rPr>
                  <a:t>Markov Model</a:t>
                </a:r>
                <a:endParaRPr b="1" dirty="0">
                  <a:solidFill>
                    <a:srgbClr val="082B55"/>
                  </a:solidFill>
                  <a:latin typeface="Aptos"/>
                </a:endParaRPr>
              </a:p>
              <a:p>
                <a:pPr algn="ctr"/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State evolves through time</a:t>
                </a:r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₀ → 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₁ → 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₂ → 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₃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We propagate a belief distribution using the transition model.</a:t>
                </a:r>
                <a:endParaRPr lang="en-US" dirty="0"/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1417320"/>
                <a:ext cx="5224055" cy="3117232"/>
              </a:xfrm>
              <a:prstGeom prst="roundRect">
                <a:avLst>
                  <a:gd name="adj" fmla="val 8000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1D5FA7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6184173" y="1417320"/>
                <a:ext cx="5224055" cy="3117232"/>
              </a:xfrm>
              <a:prstGeom prst="roundRect">
                <a:avLst>
                  <a:gd name="adj" fmla="val 8000"/>
                </a:avLst>
              </a:prstGeom>
              <a:solidFill>
                <a:srgbClr val="E7F6F0"/>
              </a:solidFill>
              <a:ln w="12700">
                <a:solidFill>
                  <a:srgbClr val="2AA87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ctr"/>
                <a:r>
                  <a:rPr lang="en-US" b="1" dirty="0">
                    <a:solidFill>
                      <a:srgbClr val="082B55"/>
                    </a:solidFill>
                    <a:latin typeface="Aptos"/>
                  </a:rPr>
                  <a:t>Hidden Markov Model</a:t>
                </a:r>
              </a:p>
              <a:p>
                <a:pPr algn="ctr"/>
                <a:r>
                  <a:rPr lang="en-US" b="0" dirty="0">
                    <a:solidFill>
                      <a:srgbClr val="132033"/>
                    </a:solidFill>
                    <a:latin typeface="Aptos"/>
                  </a:rPr>
                  <a:t>State still evolves, but we cannot observe it directly.</a:t>
                </a:r>
              </a:p>
              <a:p>
                <a:pPr algn="ctr"/>
                <a:endParaRPr lang="en-US" b="0" dirty="0">
                  <a:solidFill>
                    <a:srgbClr val="132033"/>
                  </a:solidFill>
                  <a:latin typeface="Apto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₀ → 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₁ → 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₂ → 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₃</m:t>
                      </m:r>
                    </m:oMath>
                  </m:oMathPara>
                </a14:m>
                <a:endParaRPr lang="en-US" b="0" dirty="0">
                  <a:solidFill>
                    <a:srgbClr val="132033"/>
                  </a:solidFill>
                  <a:latin typeface="Aptos"/>
                </a:endParaRPr>
              </a:p>
              <a:p>
                <a:pPr algn="ctr"/>
                <a:r>
                  <a:rPr lang="en-US" dirty="0">
                    <a:solidFill>
                      <a:srgbClr val="132033"/>
                    </a:solidFill>
                    <a:latin typeface="Aptos"/>
                    <a:sym typeface="Symbol" panose="05050102010706020507" pitchFamily="18" charset="2"/>
                  </a:rPr>
                  <a:t>                               </a:t>
                </a:r>
                <a:endParaRPr lang="en-US" dirty="0">
                  <a:solidFill>
                    <a:srgbClr val="132033"/>
                  </a:solidFill>
                  <a:latin typeface="Apto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1320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0" i="1" dirty="0" smtClean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>
                          <a:solidFill>
                            <a:srgbClr val="132033"/>
                          </a:solidFill>
                          <a:latin typeface="Cambria Math" panose="02040503050406030204" pitchFamily="18" charset="0"/>
                        </a:rPr>
                        <m:t>₃</m:t>
                      </m:r>
                    </m:oMath>
                  </m:oMathPara>
                </a14:m>
                <a:endParaRPr lang="en-US" dirty="0">
                  <a:solidFill>
                    <a:srgbClr val="132033"/>
                  </a:solidFill>
                </a:endParaRPr>
              </a:p>
              <a:p>
                <a:pPr algn="ctr"/>
                <a:endParaRPr lang="en-US" b="0" dirty="0">
                  <a:solidFill>
                    <a:srgbClr val="132033"/>
                  </a:solidFill>
                  <a:latin typeface="Aptos"/>
                </a:endParaRPr>
              </a:p>
              <a:p>
                <a:pPr algn="ctr"/>
                <a:r>
                  <a:rPr lang="en-US" b="0" dirty="0">
                    <a:solidFill>
                      <a:srgbClr val="132033"/>
                    </a:solidFill>
                    <a:latin typeface="Aptos"/>
                  </a:rPr>
                  <a:t>Observations provide noisy evidence about the hidden state.</a:t>
                </a: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173" y="1417320"/>
                <a:ext cx="5224055" cy="3117232"/>
              </a:xfrm>
              <a:prstGeom prst="roundRect">
                <a:avLst>
                  <a:gd name="adj" fmla="val 8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2AA87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975360" y="512064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transition model stays. L23 adds an observation model.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 Markov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106070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 dirty="0">
                <a:solidFill>
                  <a:srgbClr val="082B55"/>
                </a:solidFill>
                <a:latin typeface="Aptos Display"/>
              </a:rPr>
              <a:t>Today’s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Update your belief of hidden state variables from observations.</a:t>
            </a:r>
            <a:endParaRPr sz="1350" b="0" i="0" dirty="0">
              <a:solidFill>
                <a:srgbClr val="132033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399032"/>
            <a:ext cx="9509760" cy="475488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lang="en-US" dirty="0">
                <a:solidFill>
                  <a:srgbClr val="22313F"/>
                </a:solidFill>
              </a:rPr>
              <a:t>Distinguish hidden state variables from observable evidence variables in an HMM.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777240" y="21671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148840"/>
            <a:ext cx="9509760" cy="475488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lang="en-US" dirty="0">
                <a:solidFill>
                  <a:srgbClr val="22313F"/>
                </a:solidFill>
              </a:rPr>
              <a:t>Interpret the initial, transition, and observation models that define an HMM.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777240" y="291693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898648"/>
            <a:ext cx="9509760" cy="475488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lang="en-US" dirty="0">
                <a:solidFill>
                  <a:srgbClr val="22313F"/>
                </a:solidFill>
              </a:rPr>
              <a:t>Perform a one-step Predict → Observe → Normalize belief update.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777240" y="366674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D5FA7"/>
          </a:solidFill>
          <a:ln w="12700">
            <a:solidFill>
              <a:srgbClr val="1D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648456"/>
            <a:ext cx="9509760" cy="475488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r>
              <a:rPr lang="en-US" dirty="0">
                <a:solidFill>
                  <a:srgbClr val="22313F"/>
                </a:solidFill>
              </a:rPr>
              <a:t>Interpret how sequential observations change belief about hidden states over time.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target: update a hidden-state belief from a transition and a noisy sensor reading.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D7823-98C4-ACA2-B0BE-11C92CA8ABC7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L22 + L19 = Hidden Markov Models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51C5F7-CA5C-D004-EB5F-54E751264D9D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Two familiar ideas combine into one repeated inference cycle.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626DCEA9-AC9F-9644-7D22-743E1E4DC29A}"/>
              </a:ext>
            </a:extLst>
          </p:cNvPr>
          <p:cNvSpPr/>
          <p:nvPr/>
        </p:nvSpPr>
        <p:spPr>
          <a:xfrm>
            <a:off x="501828" y="1417320"/>
            <a:ext cx="2709454" cy="246888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B6B1D73C-9D03-F1DB-7C6D-F3E8871B6EFA}"/>
              </a:ext>
            </a:extLst>
          </p:cNvPr>
          <p:cNvSpPr/>
          <p:nvPr/>
        </p:nvSpPr>
        <p:spPr>
          <a:xfrm>
            <a:off x="987552" y="15361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L22</a:t>
            </a:r>
            <a:endParaRPr lang="en-US" sz="20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BC84354-09A0-69F1-9F27-72843F31790A}"/>
              </a:ext>
            </a:extLst>
          </p:cNvPr>
          <p:cNvSpPr/>
          <p:nvPr/>
        </p:nvSpPr>
        <p:spPr>
          <a:xfrm>
            <a:off x="987552" y="1856232"/>
            <a:ext cx="291693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Markov prediction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belief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transition model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predicted belief</a:t>
            </a:r>
            <a:endParaRPr lang="en-US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E5509B4-2130-A1F1-DF1E-5EC33A27899E}"/>
              </a:ext>
            </a:extLst>
          </p:cNvPr>
          <p:cNvSpPr/>
          <p:nvPr/>
        </p:nvSpPr>
        <p:spPr>
          <a:xfrm>
            <a:off x="369003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A43"/>
                </a:solidFill>
              </a:rPr>
              <a:t>+</a:t>
            </a:r>
            <a:endParaRPr lang="en-US" sz="44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0C774F11-FA17-20AC-A3E9-A5D4C65A83CF}"/>
              </a:ext>
            </a:extLst>
          </p:cNvPr>
          <p:cNvSpPr/>
          <p:nvPr/>
        </p:nvSpPr>
        <p:spPr>
          <a:xfrm>
            <a:off x="4753788" y="1417320"/>
            <a:ext cx="2709454" cy="2468880"/>
          </a:xfrm>
          <a:prstGeom prst="roundRect">
            <a:avLst>
              <a:gd name="adj" fmla="val 2222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D2D185DA-040C-0000-9995-B915BE418B96}"/>
              </a:ext>
            </a:extLst>
          </p:cNvPr>
          <p:cNvSpPr/>
          <p:nvPr/>
        </p:nvSpPr>
        <p:spPr>
          <a:xfrm>
            <a:off x="5239512" y="15361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L19</a:t>
            </a:r>
            <a:endParaRPr lang="en-US" sz="2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8B640CA6-39D9-74E9-6BE3-0DD70568BD42}"/>
              </a:ext>
            </a:extLst>
          </p:cNvPr>
          <p:cNvSpPr/>
          <p:nvPr/>
        </p:nvSpPr>
        <p:spPr>
          <a:xfrm>
            <a:off x="5239512" y="1856232"/>
            <a:ext cx="291693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 update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 likelihood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normalize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posterior</a:t>
            </a:r>
            <a:endParaRPr lang="en-US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D1D64016-3D8F-C4CE-04CC-D1105B9E4D90}"/>
              </a:ext>
            </a:extLst>
          </p:cNvPr>
          <p:cNvSpPr/>
          <p:nvPr/>
        </p:nvSpPr>
        <p:spPr>
          <a:xfrm>
            <a:off x="7945697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A2A43"/>
                </a:solidFill>
              </a:rPr>
              <a:t>=</a:t>
            </a:r>
            <a:endParaRPr lang="en-US" sz="44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89027516-ACAC-CE69-8FBC-7E7F7CFEE689}"/>
              </a:ext>
            </a:extLst>
          </p:cNvPr>
          <p:cNvSpPr/>
          <p:nvPr/>
        </p:nvSpPr>
        <p:spPr>
          <a:xfrm>
            <a:off x="9005748" y="1417320"/>
            <a:ext cx="2709454" cy="2468880"/>
          </a:xfrm>
          <a:prstGeom prst="roundRect">
            <a:avLst>
              <a:gd name="adj" fmla="val 2609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D2A45171-A45D-1376-DD5D-6107C0F30D53}"/>
              </a:ext>
            </a:extLst>
          </p:cNvPr>
          <p:cNvSpPr/>
          <p:nvPr/>
        </p:nvSpPr>
        <p:spPr>
          <a:xfrm>
            <a:off x="9491472" y="153619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L23</a:t>
            </a:r>
            <a:endParaRPr lang="en-US" sz="20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634830F-F52A-B933-B102-A09991E38323}"/>
              </a:ext>
            </a:extLst>
          </p:cNvPr>
          <p:cNvSpPr/>
          <p:nvPr/>
        </p:nvSpPr>
        <p:spPr>
          <a:xfrm>
            <a:off x="9491472" y="1856232"/>
            <a:ext cx="1773936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HMM filtering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observe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update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repeat</a:t>
            </a:r>
            <a:endParaRPr lang="en-US" dirty="0"/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97E4AAB0-9AA7-023C-0333-3B3BE44889E1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not a new probability universe—we are combining two operations you already know.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1A62-67C3-AB0C-652C-70DFE856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8F566-0CFE-88FF-BFA1-4099EDAA479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4F9244-445C-E62F-213D-60C8A1D6B3B6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F798A-D6D3-124D-30BE-40EDA2D8EA1F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F9781-FA44-3C08-24F1-ABA4369BAE1E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kinds of variables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E59A0-8A86-F046-5872-0CCA295CDBD0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An HMM separates what is true from what we can observe.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42A8CA8A-E290-4F76-75DD-5CB4F7E1A8F8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information about the hidden state—it is not the hidden state itself.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B6D7A95-FC4A-595B-201C-5C7D97A08A5F}"/>
              </a:ext>
            </a:extLst>
          </p:cNvPr>
          <p:cNvSpPr/>
          <p:nvPr/>
        </p:nvSpPr>
        <p:spPr>
          <a:xfrm>
            <a:off x="914400" y="1325880"/>
            <a:ext cx="4800600" cy="3383280"/>
          </a:xfrm>
          <a:prstGeom prst="roundRect">
            <a:avLst>
              <a:gd name="adj" fmla="val 1622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981CFE8-263F-CD0B-60B7-9E935E006522}"/>
              </a:ext>
            </a:extLst>
          </p:cNvPr>
          <p:cNvSpPr/>
          <p:nvPr/>
        </p:nvSpPr>
        <p:spPr>
          <a:xfrm>
            <a:off x="1078992" y="144475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state  </a:t>
            </a:r>
            <a:r>
              <a:rPr lang="en-US" sz="2000" b="1" i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ₜ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00E2C36-B9F7-469E-F898-D3317658DB0C}"/>
              </a:ext>
            </a:extLst>
          </p:cNvPr>
          <p:cNvSpPr/>
          <p:nvPr/>
        </p:nvSpPr>
        <p:spPr>
          <a:xfrm>
            <a:off x="1078992" y="1764792"/>
            <a:ext cx="447141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condition we care about but cannot directly see.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actual system health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actual robot location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actual compromise state</a:t>
            </a:r>
            <a:endParaRPr lang="en-US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8F65EA83-9AE5-66C2-9ED6-0D3F313BDCE6}"/>
              </a:ext>
            </a:extLst>
          </p:cNvPr>
          <p:cNvSpPr/>
          <p:nvPr/>
        </p:nvSpPr>
        <p:spPr>
          <a:xfrm>
            <a:off x="6446520" y="1325880"/>
            <a:ext cx="4800600" cy="3383280"/>
          </a:xfrm>
          <a:prstGeom prst="roundRect">
            <a:avLst>
              <a:gd name="adj" fmla="val 1622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DDD14FF-38C4-869A-ADEB-EB54E864FF72}"/>
              </a:ext>
            </a:extLst>
          </p:cNvPr>
          <p:cNvSpPr/>
          <p:nvPr/>
        </p:nvSpPr>
        <p:spPr>
          <a:xfrm>
            <a:off x="6611112" y="144475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/ evidence  </a:t>
            </a:r>
            <a:r>
              <a:rPr lang="en-US" sz="2000" b="1" i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ₜ</a:t>
            </a:r>
            <a:endParaRPr lang="en-US" sz="2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2A90825-8A77-F4A6-946F-6B144F08A8A3}"/>
              </a:ext>
            </a:extLst>
          </p:cNvPr>
          <p:cNvSpPr/>
          <p:nvPr/>
        </p:nvSpPr>
        <p:spPr>
          <a:xfrm>
            <a:off x="6611112" y="1764792"/>
            <a:ext cx="4471416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measurable signal whose probability depends on the hidden state.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warning light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range-sensor reading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IDS alert</a:t>
            </a:r>
            <a:endParaRPr lang="en-US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86D6051F-90AE-9542-4788-1E75AF9D74FD}"/>
              </a:ext>
            </a:extLst>
          </p:cNvPr>
          <p:cNvSpPr/>
          <p:nvPr/>
        </p:nvSpPr>
        <p:spPr>
          <a:xfrm>
            <a:off x="5650992" y="2999232"/>
            <a:ext cx="676656" cy="0"/>
          </a:xfrm>
          <a:prstGeom prst="line">
            <a:avLst/>
          </a:prstGeom>
          <a:noFill/>
          <a:ln w="2794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82674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3300-4D0E-F810-E4B7-F807FF80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EFB7C6-3D50-5E7B-177F-CD89B907E9C9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F8D87C-C53D-40B4-CB64-33E12DB71473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5A4E5-4DFD-E570-24A2-A18DCEACAE52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2D0D9-DBEC-B61B-7BAF-DE72EB34A5F2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Persistent example: system health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474AC-89A4-0410-2014-BB35BDF6C5F5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We will extend the same Healthy/Degraded model from L22.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7FEEFE40-05CF-E6FD-EA17-3E953219DF1E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only new ingredient relative to L22 is the noisy observation.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0EBDA92-0A75-F05F-C1A1-8DF6E5F94B6B}"/>
              </a:ext>
            </a:extLst>
          </p:cNvPr>
          <p:cNvSpPr/>
          <p:nvPr/>
        </p:nvSpPr>
        <p:spPr>
          <a:xfrm>
            <a:off x="1050471" y="173736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53D19E8-82A9-DCF6-1149-9BE2A5FAC10E}"/>
              </a:ext>
            </a:extLst>
          </p:cNvPr>
          <p:cNvSpPr/>
          <p:nvPr/>
        </p:nvSpPr>
        <p:spPr>
          <a:xfrm>
            <a:off x="1050471" y="1828800"/>
            <a:ext cx="77724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</a:t>
            </a:r>
            <a:endParaRPr lang="en-US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119C19A7-E9F6-4786-8729-51E639A09269}"/>
              </a:ext>
            </a:extLst>
          </p:cNvPr>
          <p:cNvSpPr/>
          <p:nvPr/>
        </p:nvSpPr>
        <p:spPr>
          <a:xfrm>
            <a:off x="3107871" y="173736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F16B1A6-6783-2BB3-BB92-583792A3BF9B}"/>
              </a:ext>
            </a:extLst>
          </p:cNvPr>
          <p:cNvSpPr/>
          <p:nvPr/>
        </p:nvSpPr>
        <p:spPr>
          <a:xfrm>
            <a:off x="3107871" y="1828800"/>
            <a:ext cx="86868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C2EE4C9-F20B-1CF0-E700-FEE65BD41DD1}"/>
              </a:ext>
            </a:extLst>
          </p:cNvPr>
          <p:cNvSpPr/>
          <p:nvPr/>
        </p:nvSpPr>
        <p:spPr>
          <a:xfrm>
            <a:off x="1845999" y="1965960"/>
            <a:ext cx="1216152" cy="0"/>
          </a:xfrm>
          <a:prstGeom prst="line">
            <a:avLst/>
          </a:prstGeom>
          <a:noFill/>
          <a:ln w="2032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2B19EC79-22A3-D521-A317-22096DA4E30C}"/>
              </a:ext>
            </a:extLst>
          </p:cNvPr>
          <p:cNvSpPr/>
          <p:nvPr/>
        </p:nvSpPr>
        <p:spPr>
          <a:xfrm>
            <a:off x="3153591" y="320040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D244692-8198-0522-D9EA-78FA317FB7F2}"/>
              </a:ext>
            </a:extLst>
          </p:cNvPr>
          <p:cNvSpPr/>
          <p:nvPr/>
        </p:nvSpPr>
        <p:spPr>
          <a:xfrm>
            <a:off x="3153591" y="3291840"/>
            <a:ext cx="777240" cy="323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A1E1143F-3D2A-52FB-435D-32B4CE529330}"/>
              </a:ext>
            </a:extLst>
          </p:cNvPr>
          <p:cNvSpPr/>
          <p:nvPr/>
        </p:nvSpPr>
        <p:spPr>
          <a:xfrm>
            <a:off x="3565071" y="2221992"/>
            <a:ext cx="0" cy="978408"/>
          </a:xfrm>
          <a:prstGeom prst="line">
            <a:avLst/>
          </a:prstGeom>
          <a:noFill/>
          <a:ln w="2032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57404896-0422-E51C-E80E-DB065EF74913}"/>
              </a:ext>
            </a:extLst>
          </p:cNvPr>
          <p:cNvSpPr/>
          <p:nvPr/>
        </p:nvSpPr>
        <p:spPr>
          <a:xfrm>
            <a:off x="5943600" y="118872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 w="10160">
            <a:solidFill>
              <a:srgbClr val="C1D4E7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474D500-C383-7E63-8129-F5FBBA8423E4}"/>
              </a:ext>
            </a:extLst>
          </p:cNvPr>
          <p:cNvSpPr/>
          <p:nvPr/>
        </p:nvSpPr>
        <p:spPr>
          <a:xfrm>
            <a:off x="6108192" y="130759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state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12">
                <a:extLst>
                  <a:ext uri="{FF2B5EF4-FFF2-40B4-BE49-F238E27FC236}">
                    <a16:creationId xmlns:a16="http://schemas.microsoft.com/office/drawing/2014/main" id="{A0D92B26-4ABF-5D78-8697-C508E3235436}"/>
                  </a:ext>
                </a:extLst>
              </p:cNvPr>
              <p:cNvSpPr/>
              <p:nvPr/>
            </p:nvSpPr>
            <p:spPr>
              <a:xfrm>
                <a:off x="6108192" y="1627632"/>
                <a:ext cx="4700016" cy="96012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∈ { 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Healthy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Degraded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}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 lang="en-US" sz="1600" dirty="0">
                  <a:solidFill>
                    <a:srgbClr val="2231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We maintain a probability distribution over the true condition.</a:t>
                </a:r>
                <a:endParaRPr lang="en-US" sz="1600" dirty="0"/>
              </a:p>
            </p:txBody>
          </p:sp>
        </mc:Choice>
        <mc:Fallback xmlns="">
          <p:sp>
            <p:nvSpPr>
              <p:cNvPr id="35" name="Text 12">
                <a:extLst>
                  <a:ext uri="{FF2B5EF4-FFF2-40B4-BE49-F238E27FC236}">
                    <a16:creationId xmlns:a16="http://schemas.microsoft.com/office/drawing/2014/main" id="{A0D92B26-4ABF-5D78-8697-C508E3235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192" y="1627632"/>
                <a:ext cx="4700016" cy="960120"/>
              </a:xfrm>
              <a:prstGeom prst="rect">
                <a:avLst/>
              </a:prstGeom>
              <a:blipFill>
                <a:blip r:embed="rId3"/>
                <a:stretch>
                  <a:fillRect t="-8228" r="-649" b="-1329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13">
            <a:extLst>
              <a:ext uri="{FF2B5EF4-FFF2-40B4-BE49-F238E27FC236}">
                <a16:creationId xmlns:a16="http://schemas.microsoft.com/office/drawing/2014/main" id="{27EC945B-866E-756C-3CD8-E27663A2524D}"/>
              </a:ext>
            </a:extLst>
          </p:cNvPr>
          <p:cNvSpPr/>
          <p:nvPr/>
        </p:nvSpPr>
        <p:spPr>
          <a:xfrm>
            <a:off x="5943600" y="2971800"/>
            <a:ext cx="5029200" cy="1508760"/>
          </a:xfrm>
          <a:prstGeom prst="roundRect">
            <a:avLst>
              <a:gd name="adj" fmla="val 3636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66C8D727-1339-2003-6350-EF77E7CEC1CF}"/>
              </a:ext>
            </a:extLst>
          </p:cNvPr>
          <p:cNvSpPr/>
          <p:nvPr/>
        </p:nvSpPr>
        <p:spPr>
          <a:xfrm>
            <a:off x="6108192" y="309067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Observed signal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15">
                <a:extLst>
                  <a:ext uri="{FF2B5EF4-FFF2-40B4-BE49-F238E27FC236}">
                    <a16:creationId xmlns:a16="http://schemas.microsoft.com/office/drawing/2014/main" id="{56D9E7CD-7D9F-3406-68FB-E39830692B0D}"/>
                  </a:ext>
                </a:extLst>
              </p:cNvPr>
              <p:cNvSpPr/>
              <p:nvPr/>
            </p:nvSpPr>
            <p:spPr>
              <a:xfrm>
                <a:off x="6108192" y="3410712"/>
                <a:ext cx="4700016" cy="96012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𝐸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∈ { 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Alert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Normal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}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 lang="en-US" sz="1600" dirty="0">
                  <a:solidFill>
                    <a:srgbClr val="22313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The monitor is informative, but imperfect.</a:t>
                </a:r>
                <a:endParaRPr lang="en-US" sz="1600" dirty="0"/>
              </a:p>
            </p:txBody>
          </p:sp>
        </mc:Choice>
        <mc:Fallback xmlns="">
          <p:sp>
            <p:nvSpPr>
              <p:cNvPr id="42" name="Text 15">
                <a:extLst>
                  <a:ext uri="{FF2B5EF4-FFF2-40B4-BE49-F238E27FC236}">
                    <a16:creationId xmlns:a16="http://schemas.microsoft.com/office/drawing/2014/main" id="{56D9E7CD-7D9F-3406-68FB-E39830692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192" y="3410712"/>
                <a:ext cx="4700016" cy="960120"/>
              </a:xfrm>
              <a:prstGeom prst="rect">
                <a:avLst/>
              </a:prstGeom>
              <a:blipFill>
                <a:blip r:embed="rId4"/>
                <a:stretch>
                  <a:fillRect b="-127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196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367D-33DF-3773-3B15-5CB2D5F2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90122-C582-8660-CBF3-40B30C3ED097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CA53E-0FB1-9965-B478-1B837D7BE562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1899B-F923-6B5F-1A58-9AE7885A01A4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DD09D-9B3B-AAB8-C9EC-1BF469B48B4E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Try: hidden or observed?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6102F-4161-E1C6-0952-2EF33BEECBEB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Classify each pair before we calculate anything.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D5660EB9-AD3A-D2C0-9243-FA80A18110C6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Why do we need a probability distribution over the hidden state?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9F56F87-43A7-E9FF-7249-989BC6622913}"/>
              </a:ext>
            </a:extLst>
          </p:cNvPr>
          <p:cNvSpPr/>
          <p:nvPr/>
        </p:nvSpPr>
        <p:spPr>
          <a:xfrm>
            <a:off x="868680" y="1427121"/>
            <a:ext cx="242316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B407B7-285F-BCBA-43C0-42F3E149AC86}"/>
              </a:ext>
            </a:extLst>
          </p:cNvPr>
          <p:cNvSpPr/>
          <p:nvPr/>
        </p:nvSpPr>
        <p:spPr>
          <a:xfrm>
            <a:off x="941832" y="1610001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Scenario</a:t>
            </a:r>
            <a:endParaRPr 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0374070-4543-22EA-758F-F0EBF3CF9965}"/>
              </a:ext>
            </a:extLst>
          </p:cNvPr>
          <p:cNvSpPr/>
          <p:nvPr/>
        </p:nvSpPr>
        <p:spPr>
          <a:xfrm>
            <a:off x="3291840" y="1427121"/>
            <a:ext cx="370332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AB59053A-969A-195A-9B43-8E55BD530CB7}"/>
              </a:ext>
            </a:extLst>
          </p:cNvPr>
          <p:cNvSpPr/>
          <p:nvPr/>
        </p:nvSpPr>
        <p:spPr>
          <a:xfrm>
            <a:off x="3364992" y="1610001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Hidden variable</a:t>
            </a:r>
            <a:endParaRPr lang="en-US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4AF696A5-135F-A94E-BB3F-75C541FFBCD8}"/>
              </a:ext>
            </a:extLst>
          </p:cNvPr>
          <p:cNvSpPr/>
          <p:nvPr/>
        </p:nvSpPr>
        <p:spPr>
          <a:xfrm>
            <a:off x="6995160" y="1427121"/>
            <a:ext cx="429768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7A028DF-9E5C-F1FA-7218-E77ABED19706}"/>
              </a:ext>
            </a:extLst>
          </p:cNvPr>
          <p:cNvSpPr/>
          <p:nvPr/>
        </p:nvSpPr>
        <p:spPr>
          <a:xfrm>
            <a:off x="7068312" y="1610001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Observed variable</a:t>
            </a:r>
            <a:endParaRPr lang="en-US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12F3CF4-821B-F436-8D52-73BDBF7F5059}"/>
              </a:ext>
            </a:extLst>
          </p:cNvPr>
          <p:cNvSpPr/>
          <p:nvPr/>
        </p:nvSpPr>
        <p:spPr>
          <a:xfrm>
            <a:off x="868680" y="2067201"/>
            <a:ext cx="2423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C7D5CF35-6762-F9FE-9422-8E0C92D0008F}"/>
              </a:ext>
            </a:extLst>
          </p:cNvPr>
          <p:cNvSpPr/>
          <p:nvPr/>
        </p:nvSpPr>
        <p:spPr>
          <a:xfrm>
            <a:off x="941832" y="2268369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313F"/>
                </a:solidFill>
              </a:rPr>
              <a:t>Robot navigation</a:t>
            </a:r>
            <a:endParaRPr lang="en-US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2367AD3A-61C0-C12A-1B09-EE142B37B80F}"/>
              </a:ext>
            </a:extLst>
          </p:cNvPr>
          <p:cNvSpPr/>
          <p:nvPr/>
        </p:nvSpPr>
        <p:spPr>
          <a:xfrm>
            <a:off x="3291840" y="2067201"/>
            <a:ext cx="3703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892934C6-18DD-351A-4AAD-683512984303}"/>
              </a:ext>
            </a:extLst>
          </p:cNvPr>
          <p:cNvSpPr/>
          <p:nvPr/>
        </p:nvSpPr>
        <p:spPr>
          <a:xfrm>
            <a:off x="3364992" y="2268369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actual location</a:t>
            </a:r>
            <a:endParaRPr lang="en-US" dirty="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E6BE8718-59F4-4E7E-81F2-E2A6ACBC0AB3}"/>
              </a:ext>
            </a:extLst>
          </p:cNvPr>
          <p:cNvSpPr/>
          <p:nvPr/>
        </p:nvSpPr>
        <p:spPr>
          <a:xfrm>
            <a:off x="6995160" y="2067201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8D3C9B27-940F-A0B0-D353-5C5E772D0AB9}"/>
              </a:ext>
            </a:extLst>
          </p:cNvPr>
          <p:cNvSpPr/>
          <p:nvPr/>
        </p:nvSpPr>
        <p:spPr>
          <a:xfrm>
            <a:off x="7068312" y="2268369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range-sensor reading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92737613-504D-ADDA-962A-3E2A9AC15BE2}"/>
              </a:ext>
            </a:extLst>
          </p:cNvPr>
          <p:cNvSpPr/>
          <p:nvPr/>
        </p:nvSpPr>
        <p:spPr>
          <a:xfrm>
            <a:off x="868680" y="2780433"/>
            <a:ext cx="242316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9531A052-9193-A58B-206F-5D5AC5C09459}"/>
              </a:ext>
            </a:extLst>
          </p:cNvPr>
          <p:cNvSpPr/>
          <p:nvPr/>
        </p:nvSpPr>
        <p:spPr>
          <a:xfrm>
            <a:off x="941832" y="2981601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313F"/>
                </a:solidFill>
              </a:rPr>
              <a:t>Cyber defense</a:t>
            </a:r>
            <a:endParaRPr lang="en-US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D45A2109-042D-61A3-E335-3CF87C808B38}"/>
              </a:ext>
            </a:extLst>
          </p:cNvPr>
          <p:cNvSpPr/>
          <p:nvPr/>
        </p:nvSpPr>
        <p:spPr>
          <a:xfrm>
            <a:off x="3291840" y="2780433"/>
            <a:ext cx="370332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6DA4A4E9-146C-3411-F043-35E471A57428}"/>
              </a:ext>
            </a:extLst>
          </p:cNvPr>
          <p:cNvSpPr/>
          <p:nvPr/>
        </p:nvSpPr>
        <p:spPr>
          <a:xfrm>
            <a:off x="3364992" y="2981601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actual compromise state</a:t>
            </a:r>
            <a:endParaRPr lang="en-US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88FC5503-41B5-F3DE-1791-6B9587BF743F}"/>
              </a:ext>
            </a:extLst>
          </p:cNvPr>
          <p:cNvSpPr/>
          <p:nvPr/>
        </p:nvSpPr>
        <p:spPr>
          <a:xfrm>
            <a:off x="6995160" y="2780433"/>
            <a:ext cx="429768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0F92034D-4FE2-D1F7-0833-45A63CF293ED}"/>
              </a:ext>
            </a:extLst>
          </p:cNvPr>
          <p:cNvSpPr/>
          <p:nvPr/>
        </p:nvSpPr>
        <p:spPr>
          <a:xfrm>
            <a:off x="7068312" y="2981601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IDS alert</a:t>
            </a:r>
            <a:endParaRPr lang="en-US" dirty="0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9958EA23-879D-F788-A820-EAA0FC8AEEEE}"/>
              </a:ext>
            </a:extLst>
          </p:cNvPr>
          <p:cNvSpPr/>
          <p:nvPr/>
        </p:nvSpPr>
        <p:spPr>
          <a:xfrm>
            <a:off x="868680" y="3493665"/>
            <a:ext cx="24231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EEC54CC1-CE92-F2F1-C32C-67B5BAA7CDF8}"/>
              </a:ext>
            </a:extLst>
          </p:cNvPr>
          <p:cNvSpPr/>
          <p:nvPr/>
        </p:nvSpPr>
        <p:spPr>
          <a:xfrm>
            <a:off x="941832" y="3694833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313F"/>
                </a:solidFill>
              </a:rPr>
              <a:t>Weather</a:t>
            </a:r>
            <a:endParaRPr lang="en-US" dirty="0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12FAF155-4CD4-CCB5-4E85-27141BD63C84}"/>
              </a:ext>
            </a:extLst>
          </p:cNvPr>
          <p:cNvSpPr/>
          <p:nvPr/>
        </p:nvSpPr>
        <p:spPr>
          <a:xfrm>
            <a:off x="3291840" y="3493665"/>
            <a:ext cx="3703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5" name="Text 23">
            <a:extLst>
              <a:ext uri="{FF2B5EF4-FFF2-40B4-BE49-F238E27FC236}">
                <a16:creationId xmlns:a16="http://schemas.microsoft.com/office/drawing/2014/main" id="{43733EFF-1F18-0FB3-7656-A7F266B6489A}"/>
              </a:ext>
            </a:extLst>
          </p:cNvPr>
          <p:cNvSpPr/>
          <p:nvPr/>
        </p:nvSpPr>
        <p:spPr>
          <a:xfrm>
            <a:off x="3364992" y="3694833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actual weather</a:t>
            </a:r>
            <a:endParaRPr lang="en-US" dirty="0"/>
          </a:p>
        </p:txBody>
      </p:sp>
      <p:sp>
        <p:nvSpPr>
          <p:cNvPr id="67" name="Shape 24">
            <a:extLst>
              <a:ext uri="{FF2B5EF4-FFF2-40B4-BE49-F238E27FC236}">
                <a16:creationId xmlns:a16="http://schemas.microsoft.com/office/drawing/2014/main" id="{7D92B2EC-5D3C-159B-B67E-C94027353556}"/>
              </a:ext>
            </a:extLst>
          </p:cNvPr>
          <p:cNvSpPr/>
          <p:nvPr/>
        </p:nvSpPr>
        <p:spPr>
          <a:xfrm>
            <a:off x="6995160" y="3493665"/>
            <a:ext cx="4297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B0BF71B9-CCFD-4ECD-31C2-B2A2C32170B6}"/>
              </a:ext>
            </a:extLst>
          </p:cNvPr>
          <p:cNvSpPr/>
          <p:nvPr/>
        </p:nvSpPr>
        <p:spPr>
          <a:xfrm>
            <a:off x="7068312" y="3694833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forecast/sensor reading</a:t>
            </a:r>
            <a:endParaRPr lang="en-US" dirty="0"/>
          </a:p>
        </p:txBody>
      </p:sp>
      <p:sp>
        <p:nvSpPr>
          <p:cNvPr id="71" name="Shape 26">
            <a:extLst>
              <a:ext uri="{FF2B5EF4-FFF2-40B4-BE49-F238E27FC236}">
                <a16:creationId xmlns:a16="http://schemas.microsoft.com/office/drawing/2014/main" id="{F570DF06-2F2B-1E04-2717-667DE6AE8598}"/>
              </a:ext>
            </a:extLst>
          </p:cNvPr>
          <p:cNvSpPr/>
          <p:nvPr/>
        </p:nvSpPr>
        <p:spPr>
          <a:xfrm>
            <a:off x="868680" y="4206897"/>
            <a:ext cx="242316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446B6E03-6641-E5AB-510D-710B3F4687D0}"/>
              </a:ext>
            </a:extLst>
          </p:cNvPr>
          <p:cNvSpPr/>
          <p:nvPr/>
        </p:nvSpPr>
        <p:spPr>
          <a:xfrm>
            <a:off x="941832" y="4408065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22313F"/>
                </a:solidFill>
              </a:rPr>
              <a:t>Equipment</a:t>
            </a:r>
            <a:endParaRPr lang="en-US" dirty="0"/>
          </a:p>
        </p:txBody>
      </p:sp>
      <p:sp>
        <p:nvSpPr>
          <p:cNvPr id="75" name="Shape 28">
            <a:extLst>
              <a:ext uri="{FF2B5EF4-FFF2-40B4-BE49-F238E27FC236}">
                <a16:creationId xmlns:a16="http://schemas.microsoft.com/office/drawing/2014/main" id="{23F10B5B-85D4-4214-B9D8-E0095BB3DF2A}"/>
              </a:ext>
            </a:extLst>
          </p:cNvPr>
          <p:cNvSpPr/>
          <p:nvPr/>
        </p:nvSpPr>
        <p:spPr>
          <a:xfrm>
            <a:off x="3291840" y="4206897"/>
            <a:ext cx="370332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B81AE993-ADB1-64A7-CBE8-D23221962974}"/>
              </a:ext>
            </a:extLst>
          </p:cNvPr>
          <p:cNvSpPr/>
          <p:nvPr/>
        </p:nvSpPr>
        <p:spPr>
          <a:xfrm>
            <a:off x="3364992" y="4408065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internal condition</a:t>
            </a:r>
            <a:endParaRPr lang="en-US" dirty="0"/>
          </a:p>
        </p:txBody>
      </p:sp>
      <p:sp>
        <p:nvSpPr>
          <p:cNvPr id="79" name="Shape 30">
            <a:extLst>
              <a:ext uri="{FF2B5EF4-FFF2-40B4-BE49-F238E27FC236}">
                <a16:creationId xmlns:a16="http://schemas.microsoft.com/office/drawing/2014/main" id="{4A72930A-47DF-CA71-35C7-614614C8A2C4}"/>
              </a:ext>
            </a:extLst>
          </p:cNvPr>
          <p:cNvSpPr/>
          <p:nvPr/>
        </p:nvSpPr>
        <p:spPr>
          <a:xfrm>
            <a:off x="6995160" y="4206897"/>
            <a:ext cx="4297680" cy="713232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391AD944-D76B-3517-8085-CB8AF12287A1}"/>
              </a:ext>
            </a:extLst>
          </p:cNvPr>
          <p:cNvSpPr/>
          <p:nvPr/>
        </p:nvSpPr>
        <p:spPr>
          <a:xfrm>
            <a:off x="7068312" y="4408065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warning signal</a:t>
            </a:r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847460C-C01E-AC50-8EC0-BC8D2857A91D}"/>
              </a:ext>
            </a:extLst>
          </p:cNvPr>
          <p:cNvSpPr/>
          <p:nvPr/>
        </p:nvSpPr>
        <p:spPr>
          <a:xfrm>
            <a:off x="3291840" y="2067201"/>
            <a:ext cx="8001000" cy="723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9012C-2878-13E7-9011-74E05B555436}"/>
              </a:ext>
            </a:extLst>
          </p:cNvPr>
          <p:cNvSpPr/>
          <p:nvPr/>
        </p:nvSpPr>
        <p:spPr>
          <a:xfrm>
            <a:off x="3291840" y="2790234"/>
            <a:ext cx="8001000" cy="723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8F011-6A19-39CF-1DCE-C519C7B9D330}"/>
              </a:ext>
            </a:extLst>
          </p:cNvPr>
          <p:cNvSpPr/>
          <p:nvPr/>
        </p:nvSpPr>
        <p:spPr>
          <a:xfrm>
            <a:off x="3291840" y="3474063"/>
            <a:ext cx="8001000" cy="723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4FA160-362E-C62F-F67F-0A033CA522B2}"/>
              </a:ext>
            </a:extLst>
          </p:cNvPr>
          <p:cNvSpPr/>
          <p:nvPr/>
        </p:nvSpPr>
        <p:spPr>
          <a:xfrm>
            <a:off x="3291840" y="4167693"/>
            <a:ext cx="8001000" cy="723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0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5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3B60-B55C-7E50-DC18-EE4376DF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20291C-77AF-1831-8A0C-96E91C96031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61558B-6883-107E-66DD-E9A5F0F226BB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95EA7-D2BD-2133-3047-1C15E81A5FD7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98E748-3F90-752C-CA62-29FDA0451A78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defines an HMM?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DE9C7-2A83-3AE0-F632-B5DAC2F19F22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A compact HMM needs three probability models.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516B34CB-ABDF-815D-C598-246C95E549EA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belief + state dynamics + sensor behavior = the HMM.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0BE5708-B1ED-7804-830C-570DB5D8D0F3}"/>
              </a:ext>
            </a:extLst>
          </p:cNvPr>
          <p:cNvSpPr/>
          <p:nvPr/>
        </p:nvSpPr>
        <p:spPr>
          <a:xfrm>
            <a:off x="731520" y="1325880"/>
            <a:ext cx="3429000" cy="3154680"/>
          </a:xfrm>
          <a:prstGeom prst="roundRect">
            <a:avLst>
              <a:gd name="adj" fmla="val 1739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4D9EE2C-92FC-4861-853F-F47151517104}"/>
              </a:ext>
            </a:extLst>
          </p:cNvPr>
          <p:cNvSpPr/>
          <p:nvPr/>
        </p:nvSpPr>
        <p:spPr>
          <a:xfrm>
            <a:off x="896112" y="144475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Initial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E5CD6813-867D-53A2-B690-540D0F55D34D}"/>
                  </a:ext>
                </a:extLst>
              </p:cNvPr>
              <p:cNvSpPr/>
              <p:nvPr/>
            </p:nvSpPr>
            <p:spPr>
              <a:xfrm>
                <a:off x="896112" y="1764792"/>
                <a:ext cx="3099816" cy="26060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₀)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What did we believe about the hidden state at the start?</a:t>
                </a:r>
                <a:endParaRPr lang="en-US" sz="2000" dirty="0"/>
              </a:p>
            </p:txBody>
          </p:sp>
        </mc:Choice>
        <mc:Fallback xmlns="">
          <p:sp>
            <p:nvSpPr>
              <p:cNvPr id="15" name="Text 4">
                <a:extLst>
                  <a:ext uri="{FF2B5EF4-FFF2-40B4-BE49-F238E27FC236}">
                    <a16:creationId xmlns:a16="http://schemas.microsoft.com/office/drawing/2014/main" id="{E5CD6813-867D-53A2-B690-540D0F55D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1764792"/>
                <a:ext cx="3099816" cy="2606040"/>
              </a:xfrm>
              <a:prstGeom prst="rect">
                <a:avLst/>
              </a:prstGeom>
              <a:blipFill>
                <a:blip r:embed="rId3"/>
                <a:stretch>
                  <a:fillRect l="-1375" r="-294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5">
            <a:extLst>
              <a:ext uri="{FF2B5EF4-FFF2-40B4-BE49-F238E27FC236}">
                <a16:creationId xmlns:a16="http://schemas.microsoft.com/office/drawing/2014/main" id="{51A9E482-423C-E8F1-1840-676F2FA19D9B}"/>
              </a:ext>
            </a:extLst>
          </p:cNvPr>
          <p:cNvSpPr/>
          <p:nvPr/>
        </p:nvSpPr>
        <p:spPr>
          <a:xfrm>
            <a:off x="4370832" y="1325880"/>
            <a:ext cx="3429000" cy="3154680"/>
          </a:xfrm>
          <a:prstGeom prst="roundRect">
            <a:avLst>
              <a:gd name="adj" fmla="val 1739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3FBF995-5D7A-5D87-4456-B9EA5B275567}"/>
              </a:ext>
            </a:extLst>
          </p:cNvPr>
          <p:cNvSpPr/>
          <p:nvPr/>
        </p:nvSpPr>
        <p:spPr>
          <a:xfrm>
            <a:off x="4535424" y="144475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Transition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7">
                <a:extLst>
                  <a:ext uri="{FF2B5EF4-FFF2-40B4-BE49-F238E27FC236}">
                    <a16:creationId xmlns:a16="http://schemas.microsoft.com/office/drawing/2014/main" id="{42468FEA-C6D2-506D-E24D-7F4646BA68D5}"/>
                  </a:ext>
                </a:extLst>
              </p:cNvPr>
              <p:cNvSpPr/>
              <p:nvPr/>
            </p:nvSpPr>
            <p:spPr>
              <a:xfrm>
                <a:off x="4535424" y="1764792"/>
                <a:ext cx="3099816" cy="26060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ₜ₊₁ | 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ₜ)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How does the hidden state evolve through time?</a:t>
                </a:r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4" name="Text 7">
                <a:extLst>
                  <a:ext uri="{FF2B5EF4-FFF2-40B4-BE49-F238E27FC236}">
                    <a16:creationId xmlns:a16="http://schemas.microsoft.com/office/drawing/2014/main" id="{42468FEA-C6D2-506D-E24D-7F4646BA6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424" y="1764792"/>
                <a:ext cx="3099816" cy="2606040"/>
              </a:xfrm>
              <a:prstGeom prst="rect">
                <a:avLst/>
              </a:prstGeom>
              <a:blipFill>
                <a:blip r:embed="rId4"/>
                <a:stretch>
                  <a:fillRect l="-2161" r="-35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8">
            <a:extLst>
              <a:ext uri="{FF2B5EF4-FFF2-40B4-BE49-F238E27FC236}">
                <a16:creationId xmlns:a16="http://schemas.microsoft.com/office/drawing/2014/main" id="{7C3F7BF1-FDA8-5D15-D213-D12FB0623706}"/>
              </a:ext>
            </a:extLst>
          </p:cNvPr>
          <p:cNvSpPr/>
          <p:nvPr/>
        </p:nvSpPr>
        <p:spPr>
          <a:xfrm>
            <a:off x="8010144" y="1325880"/>
            <a:ext cx="3429000" cy="3154680"/>
          </a:xfrm>
          <a:prstGeom prst="roundRect">
            <a:avLst>
              <a:gd name="adj" fmla="val 1739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F8B0B6A-87CD-28FB-815A-3C8296F3CF59}"/>
              </a:ext>
            </a:extLst>
          </p:cNvPr>
          <p:cNvSpPr/>
          <p:nvPr/>
        </p:nvSpPr>
        <p:spPr>
          <a:xfrm>
            <a:off x="8174736" y="1444752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Observation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8B8CE653-6B0E-AB23-2B19-91BC43104F62}"/>
                  </a:ext>
                </a:extLst>
              </p:cNvPr>
              <p:cNvSpPr/>
              <p:nvPr/>
            </p:nvSpPr>
            <p:spPr>
              <a:xfrm>
                <a:off x="8174736" y="1764792"/>
                <a:ext cx="3099816" cy="26060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𝐸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| 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ₜ)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How likely is each sensor reading in each hidden state?</a:t>
                </a:r>
                <a:endParaRPr lang="en-US" sz="2000" dirty="0"/>
              </a:p>
            </p:txBody>
          </p:sp>
        </mc:Choice>
        <mc:Fallback xmlns="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8B8CE653-6B0E-AB23-2B19-91BC43104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736" y="1764792"/>
                <a:ext cx="3099816" cy="2606040"/>
              </a:xfrm>
              <a:prstGeom prst="rect">
                <a:avLst/>
              </a:prstGeom>
              <a:blipFill>
                <a:blip r:embed="rId5"/>
                <a:stretch>
                  <a:fillRect r="-78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21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3E9D2-79B9-5369-229E-4FF7635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C48A30-3FEB-E998-B3AA-0D9BC4B6DC5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53A59F-4CCD-308F-D0E8-858AA530639A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DDE86-E13C-9A03-BB6E-FABD18E523B0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E05A0-AC3D-7D9F-FE4D-5447E2E177A0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HMM filtering cycle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5B5AC-30C3-BC2A-C39F-433DC059E433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Advance one time step by predicting first, then correcting with evidence.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4C0A2025-3DC5-70B1-BD72-F8025EAB27C6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 asks: “What should I believe about the hidden state now, given evidence so far?”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3AA9739-C440-DC8F-16E8-226212232565}"/>
              </a:ext>
            </a:extLst>
          </p:cNvPr>
          <p:cNvSpPr/>
          <p:nvPr/>
        </p:nvSpPr>
        <p:spPr>
          <a:xfrm>
            <a:off x="6858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B882B24-2F44-E885-F54A-B77361871FE6}"/>
              </a:ext>
            </a:extLst>
          </p:cNvPr>
          <p:cNvSpPr/>
          <p:nvPr/>
        </p:nvSpPr>
        <p:spPr>
          <a:xfrm>
            <a:off x="7589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Current belief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0A9C819-5542-6C0E-4FB3-60AB750C68E5}"/>
              </a:ext>
            </a:extLst>
          </p:cNvPr>
          <p:cNvSpPr/>
          <p:nvPr/>
        </p:nvSpPr>
        <p:spPr>
          <a:xfrm>
            <a:off x="2359152" y="2514600"/>
            <a:ext cx="31089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81DEE879-3A28-F2A6-444A-79969B364CDD}"/>
              </a:ext>
            </a:extLst>
          </p:cNvPr>
          <p:cNvSpPr/>
          <p:nvPr/>
        </p:nvSpPr>
        <p:spPr>
          <a:xfrm>
            <a:off x="27432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FFF6D8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2BC00D3-2493-B58A-8F7A-79F0366E9C04}"/>
              </a:ext>
            </a:extLst>
          </p:cNvPr>
          <p:cNvSpPr/>
          <p:nvPr/>
        </p:nvSpPr>
        <p:spPr>
          <a:xfrm>
            <a:off x="28163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PREDICT</a:t>
            </a:r>
            <a:endParaRPr lang="en-US" sz="1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76C62A33-FF1C-3D84-7D25-23BF42AE8155}"/>
              </a:ext>
            </a:extLst>
          </p:cNvPr>
          <p:cNvSpPr/>
          <p:nvPr/>
        </p:nvSpPr>
        <p:spPr>
          <a:xfrm>
            <a:off x="4416552" y="2514600"/>
            <a:ext cx="35661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1F22C55A-7B3B-A039-7861-62D42BFC4BDB}"/>
              </a:ext>
            </a:extLst>
          </p:cNvPr>
          <p:cNvSpPr/>
          <p:nvPr/>
        </p:nvSpPr>
        <p:spPr>
          <a:xfrm>
            <a:off x="484632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5170BACA-1583-D29E-71F8-139E54AA89DE}"/>
              </a:ext>
            </a:extLst>
          </p:cNvPr>
          <p:cNvSpPr/>
          <p:nvPr/>
        </p:nvSpPr>
        <p:spPr>
          <a:xfrm>
            <a:off x="491947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Predicted belief</a:t>
            </a:r>
            <a:endParaRPr lang="en-US" sz="14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16017502-061A-EE7E-85FB-CAF6E8A0A452}"/>
              </a:ext>
            </a:extLst>
          </p:cNvPr>
          <p:cNvSpPr/>
          <p:nvPr/>
        </p:nvSpPr>
        <p:spPr>
          <a:xfrm>
            <a:off x="6519672" y="2514600"/>
            <a:ext cx="49377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9052BFED-C506-21F5-220D-D109A28E2E68}"/>
              </a:ext>
            </a:extLst>
          </p:cNvPr>
          <p:cNvSpPr/>
          <p:nvPr/>
        </p:nvSpPr>
        <p:spPr>
          <a:xfrm>
            <a:off x="7086600" y="192024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8F5EE"/>
          </a:solidFill>
          <a:ln w="1270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F6D61A43-47FD-C623-01C0-25B62AAAFBF5}"/>
              </a:ext>
            </a:extLst>
          </p:cNvPr>
          <p:cNvSpPr/>
          <p:nvPr/>
        </p:nvSpPr>
        <p:spPr>
          <a:xfrm>
            <a:off x="7159752" y="2267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OBSERVE + UPDATE</a:t>
            </a:r>
            <a:endParaRPr lang="en-US" sz="14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9889610D-3DBB-B752-3313-436D889B20A4}"/>
              </a:ext>
            </a:extLst>
          </p:cNvPr>
          <p:cNvSpPr/>
          <p:nvPr/>
        </p:nvSpPr>
        <p:spPr>
          <a:xfrm>
            <a:off x="9125712" y="2514600"/>
            <a:ext cx="17373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2AA8E116-5565-A210-15CB-E1000DF8299C}"/>
              </a:ext>
            </a:extLst>
          </p:cNvPr>
          <p:cNvSpPr/>
          <p:nvPr/>
        </p:nvSpPr>
        <p:spPr>
          <a:xfrm>
            <a:off x="93726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8F5EE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B8CAC23-9556-5788-3F74-DB8B17FFCC91}"/>
              </a:ext>
            </a:extLst>
          </p:cNvPr>
          <p:cNvSpPr/>
          <p:nvPr/>
        </p:nvSpPr>
        <p:spPr>
          <a:xfrm>
            <a:off x="94457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Posterior belief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16">
                <a:extLst>
                  <a:ext uri="{FF2B5EF4-FFF2-40B4-BE49-F238E27FC236}">
                    <a16:creationId xmlns:a16="http://schemas.microsoft.com/office/drawing/2014/main" id="{3DD2C8DB-1529-71B6-B9E5-8B197E33AC32}"/>
                  </a:ext>
                </a:extLst>
              </p:cNvPr>
              <p:cNvSpPr/>
              <p:nvPr/>
            </p:nvSpPr>
            <p:spPr>
              <a:xfrm>
                <a:off x="1115568" y="3401568"/>
                <a:ext cx="731520" cy="4771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" name="Text 16">
                <a:extLst>
                  <a:ext uri="{FF2B5EF4-FFF2-40B4-BE49-F238E27FC236}">
                    <a16:creationId xmlns:a16="http://schemas.microsoft.com/office/drawing/2014/main" id="{3DD2C8DB-1529-71B6-B9E5-8B197E33A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68" y="3401568"/>
                <a:ext cx="731520" cy="477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17">
                <a:extLst>
                  <a:ext uri="{FF2B5EF4-FFF2-40B4-BE49-F238E27FC236}">
                    <a16:creationId xmlns:a16="http://schemas.microsoft.com/office/drawing/2014/main" id="{B2DD460A-4C09-1341-67AB-B6B960F28229}"/>
                  </a:ext>
                </a:extLst>
              </p:cNvPr>
              <p:cNvSpPr/>
              <p:nvPr/>
            </p:nvSpPr>
            <p:spPr>
              <a:xfrm>
                <a:off x="4516264" y="3408785"/>
                <a:ext cx="2269455" cy="4771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2" name="Text 17">
                <a:extLst>
                  <a:ext uri="{FF2B5EF4-FFF2-40B4-BE49-F238E27FC236}">
                    <a16:creationId xmlns:a16="http://schemas.microsoft.com/office/drawing/2014/main" id="{B2DD460A-4C09-1341-67AB-B6B960F28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64" y="3408785"/>
                <a:ext cx="2269455" cy="4771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 18">
            <a:extLst>
              <a:ext uri="{FF2B5EF4-FFF2-40B4-BE49-F238E27FC236}">
                <a16:creationId xmlns:a16="http://schemas.microsoft.com/office/drawing/2014/main" id="{83E93569-0CAA-0712-3BFE-2FF989893CB2}"/>
              </a:ext>
            </a:extLst>
          </p:cNvPr>
          <p:cNvSpPr/>
          <p:nvPr/>
        </p:nvSpPr>
        <p:spPr>
          <a:xfrm>
            <a:off x="7342632" y="33649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A36B"/>
                </a:solidFill>
              </a:rPr>
              <a:t>× likelihood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FA36B"/>
                </a:solidFill>
              </a:rPr>
              <a:t>then normalize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19">
                <a:extLst>
                  <a:ext uri="{FF2B5EF4-FFF2-40B4-BE49-F238E27FC236}">
                    <a16:creationId xmlns:a16="http://schemas.microsoft.com/office/drawing/2014/main" id="{9D950A75-20BE-CDAD-034C-2C91FA82C4D8}"/>
                  </a:ext>
                </a:extLst>
              </p:cNvPr>
              <p:cNvSpPr/>
              <p:nvPr/>
            </p:nvSpPr>
            <p:spPr>
              <a:xfrm>
                <a:off x="9765792" y="3401568"/>
                <a:ext cx="731520" cy="4771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9" name="Text 19">
                <a:extLst>
                  <a:ext uri="{FF2B5EF4-FFF2-40B4-BE49-F238E27FC236}">
                    <a16:creationId xmlns:a16="http://schemas.microsoft.com/office/drawing/2014/main" id="{9D950A75-20BE-CDAD-034C-2C91FA82C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792" y="3401568"/>
                <a:ext cx="731520" cy="4771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 21">
            <a:extLst>
              <a:ext uri="{FF2B5EF4-FFF2-40B4-BE49-F238E27FC236}">
                <a16:creationId xmlns:a16="http://schemas.microsoft.com/office/drawing/2014/main" id="{0A36FB1E-C3FB-785E-2CDB-70EDA25E124A}"/>
              </a:ext>
            </a:extLst>
          </p:cNvPr>
          <p:cNvSpPr/>
          <p:nvPr/>
        </p:nvSpPr>
        <p:spPr>
          <a:xfrm>
            <a:off x="489204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9E"/>
                </a:solidFill>
              </a:rPr>
              <a:t>REPEAT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0399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9E90-A5DD-7AAC-034D-514FC0A7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0A74C1-FACD-A466-B9E7-6BD28FA9F735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89CEA8-BC33-BD9C-60EC-692B8E3497E9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4AD16-C766-2EB6-D347-2EA049B43D61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2DEFB-70CE-4CFE-03E6-0E16B9C877B6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belief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3253F-622F-8C7C-8D5F-5A12CBD544D5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Belief means a probability distribution over the hidden state.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77A3F99F-F818-107E-7558-DED07227D5A0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belief state is just a probability distribution—same idea as L18.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9F76D40-CAAD-9E77-0619-4D07DAC77555}"/>
              </a:ext>
            </a:extLst>
          </p:cNvPr>
          <p:cNvSpPr/>
          <p:nvPr/>
        </p:nvSpPr>
        <p:spPr>
          <a:xfrm>
            <a:off x="841248" y="1849100"/>
            <a:ext cx="4709160" cy="2560320"/>
          </a:xfrm>
          <a:prstGeom prst="roundRect">
            <a:avLst>
              <a:gd name="adj" fmla="val 2143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5276E65-1028-6A0B-CAAA-0B2B50A24586}"/>
              </a:ext>
            </a:extLst>
          </p:cNvPr>
          <p:cNvSpPr/>
          <p:nvPr/>
        </p:nvSpPr>
        <p:spPr>
          <a:xfrm>
            <a:off x="1005840" y="1967972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time 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CCCDB8C9-F926-E76D-37D4-4726AFF06E55}"/>
                  </a:ext>
                </a:extLst>
              </p:cNvPr>
              <p:cNvSpPr/>
              <p:nvPr/>
            </p:nvSpPr>
            <p:spPr>
              <a:xfrm>
                <a:off x="1005840" y="2288012"/>
                <a:ext cx="4379976" cy="114098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= [0.80, 0.20]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CCCDB8C9-F926-E76D-37D4-4726AFF06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288012"/>
                <a:ext cx="4379976" cy="1140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5">
            <a:extLst>
              <a:ext uri="{FF2B5EF4-FFF2-40B4-BE49-F238E27FC236}">
                <a16:creationId xmlns:a16="http://schemas.microsoft.com/office/drawing/2014/main" id="{1B255197-E56F-AB16-FB5B-2D7D253F6C6F}"/>
              </a:ext>
            </a:extLst>
          </p:cNvPr>
          <p:cNvSpPr/>
          <p:nvPr/>
        </p:nvSpPr>
        <p:spPr>
          <a:xfrm>
            <a:off x="6327648" y="2169140"/>
            <a:ext cx="777240" cy="33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Healthy</a:t>
            </a:r>
            <a:endParaRPr lang="en-US" sz="14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ACD62E67-E9D1-A153-AC6E-5FFE57B0068B}"/>
              </a:ext>
            </a:extLst>
          </p:cNvPr>
          <p:cNvSpPr/>
          <p:nvPr/>
        </p:nvSpPr>
        <p:spPr>
          <a:xfrm>
            <a:off x="7196328" y="2187428"/>
            <a:ext cx="3566160" cy="339416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AE65BFB7-03EF-C8B3-DF2F-621753948CFC}"/>
              </a:ext>
            </a:extLst>
          </p:cNvPr>
          <p:cNvSpPr/>
          <p:nvPr/>
        </p:nvSpPr>
        <p:spPr>
          <a:xfrm>
            <a:off x="7196328" y="2187428"/>
            <a:ext cx="2852928" cy="339416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726F1729-BB4E-84D6-101B-2113ABDE6C83}"/>
              </a:ext>
            </a:extLst>
          </p:cNvPr>
          <p:cNvSpPr/>
          <p:nvPr/>
        </p:nvSpPr>
        <p:spPr>
          <a:xfrm>
            <a:off x="10872216" y="2169140"/>
            <a:ext cx="502920" cy="33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13F"/>
                </a:solidFill>
              </a:rPr>
              <a:t>0.8</a:t>
            </a:r>
            <a:endParaRPr lang="en-US" sz="14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FD434264-3F80-C2F1-FB62-09CBCC930E34}"/>
              </a:ext>
            </a:extLst>
          </p:cNvPr>
          <p:cNvSpPr/>
          <p:nvPr/>
        </p:nvSpPr>
        <p:spPr>
          <a:xfrm>
            <a:off x="6327648" y="2644628"/>
            <a:ext cx="777240" cy="33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</a:rPr>
              <a:t>Degraded</a:t>
            </a:r>
            <a:endParaRPr lang="en-US" sz="14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C5B1E9EF-D4EE-F42C-7996-86A35C475DED}"/>
              </a:ext>
            </a:extLst>
          </p:cNvPr>
          <p:cNvSpPr/>
          <p:nvPr/>
        </p:nvSpPr>
        <p:spPr>
          <a:xfrm>
            <a:off x="7196328" y="2662916"/>
            <a:ext cx="3566160" cy="339416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346C8466-4D3E-1FF3-8009-0E2B9C00C674}"/>
              </a:ext>
            </a:extLst>
          </p:cNvPr>
          <p:cNvSpPr/>
          <p:nvPr/>
        </p:nvSpPr>
        <p:spPr>
          <a:xfrm>
            <a:off x="7196328" y="2662916"/>
            <a:ext cx="713232" cy="339416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71B56C66-62C1-B366-6E2A-4A7C711AB59F}"/>
              </a:ext>
            </a:extLst>
          </p:cNvPr>
          <p:cNvSpPr/>
          <p:nvPr/>
        </p:nvSpPr>
        <p:spPr>
          <a:xfrm>
            <a:off x="10872216" y="2644628"/>
            <a:ext cx="502920" cy="33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313F"/>
                </a:solidFill>
              </a:rPr>
              <a:t>0.2</a:t>
            </a:r>
            <a:endParaRPr lang="en-US" sz="14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852EDD3-1B71-2E40-505A-8249592D8FB2}"/>
              </a:ext>
            </a:extLst>
          </p:cNvPr>
          <p:cNvSpPr/>
          <p:nvPr/>
        </p:nvSpPr>
        <p:spPr>
          <a:xfrm>
            <a:off x="6327648" y="3449300"/>
            <a:ext cx="43434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</a:rPr>
              <a:t>We do not know the state with certainty.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</a:rPr>
              <a:t>We maintain a belief about it.</a:t>
            </a:r>
            <a:endParaRPr lang="en-US" sz="16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F983243-4888-CCE1-BC7B-0A7FB2C25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394" y="3126660"/>
            <a:ext cx="1725318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6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52C4-FAE9-1A49-958F-318ABFC3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1BC20-2450-13BE-121C-DD5E01E6FA75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9A0797-8DD3-63A6-0444-C30F48701850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9DC007-95B2-F2FB-70E6-4B9F9CA85573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AD962-F610-B218-D2A5-23429877AEED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model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72D497-835D-4F7B-72FC-FAAA8D70CE7C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This is exactly the model from L22.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A6855738-FA7F-843D-5C81-34BD2A6A4028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= current hidden state. Columns = next hidden state.</a:t>
            </a:r>
            <a:endParaRPr lang="en-US" sz="1600" dirty="0"/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8F9C27D4-F5A8-2028-C6C3-5D879C55E403}"/>
              </a:ext>
            </a:extLst>
          </p:cNvPr>
          <p:cNvSpPr/>
          <p:nvPr/>
        </p:nvSpPr>
        <p:spPr>
          <a:xfrm>
            <a:off x="6230112" y="1419715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BA53011-5695-3E5D-3E77-6282FC7765FB}"/>
              </a:ext>
            </a:extLst>
          </p:cNvPr>
          <p:cNvSpPr/>
          <p:nvPr/>
        </p:nvSpPr>
        <p:spPr>
          <a:xfrm>
            <a:off x="6394704" y="1538587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one entry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22">
                <a:extLst>
                  <a:ext uri="{FF2B5EF4-FFF2-40B4-BE49-F238E27FC236}">
                    <a16:creationId xmlns:a16="http://schemas.microsoft.com/office/drawing/2014/main" id="{0B74F26D-FA50-257D-7AAE-EB7AD2646CCC}"/>
                  </a:ext>
                </a:extLst>
              </p:cNvPr>
              <p:cNvSpPr/>
              <p:nvPr/>
            </p:nvSpPr>
            <p:spPr>
              <a:xfrm>
                <a:off x="6394704" y="1858627"/>
                <a:ext cx="4700016" cy="16002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𝐷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ₜ₊₁ | 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𝐻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ₜ) = 0.15</m:t>
                      </m:r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If the system is Healthy now, it has a 15% probability of being Degraded next step.</a:t>
                </a:r>
                <a:endParaRPr lang="en-US" sz="1600" dirty="0"/>
              </a:p>
            </p:txBody>
          </p:sp>
        </mc:Choice>
        <mc:Fallback xmlns="">
          <p:sp>
            <p:nvSpPr>
              <p:cNvPr id="61" name="Text 22">
                <a:extLst>
                  <a:ext uri="{FF2B5EF4-FFF2-40B4-BE49-F238E27FC236}">
                    <a16:creationId xmlns:a16="http://schemas.microsoft.com/office/drawing/2014/main" id="{0B74F26D-FA50-257D-7AAE-EB7AD2646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704" y="1858627"/>
                <a:ext cx="4700016" cy="1600200"/>
              </a:xfrm>
              <a:prstGeom prst="rect">
                <a:avLst/>
              </a:prstGeom>
              <a:blipFill>
                <a:blip r:embed="rId3"/>
                <a:stretch>
                  <a:fillRect l="-2594" r="-3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83C2DF3D-14C6-9BE6-4996-99664932C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325650"/>
                  </p:ext>
                </p:extLst>
              </p:nvPr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dirty="0"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1" i="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ₜ₊₁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ₜ₊₁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1" i="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2400" b="1" i="1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ₜ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𝟖𝟓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24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ₜ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83C2DF3D-14C6-9BE6-4996-99664932CA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325650"/>
                  </p:ext>
                </p:extLst>
              </p:nvPr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dirty="0"/>
                        </a:p>
                      </a:txBody>
                      <a:tcPr>
                        <a:solidFill>
                          <a:srgbClr val="082B5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292" t="-909" r="-101779" b="-2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8292" t="-909" r="-1779" b="-20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17" t="-100000" r="-260092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292" t="-100000" r="-101779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8292" t="-100000" r="-1779" b="-100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17" t="-201818" r="-260092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8292" t="-201818" r="-10177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78292" t="-201818" r="-177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045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A623-F849-5E91-63FC-940B813A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8DAA36-493F-C6FF-3509-0180B68BEA69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8EFEEB-9AE6-DA00-7A58-6B3B18EAF2EB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63D3F-F195-F900-5553-1A4C5289116B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12B89-7393-E41C-63EA-2CDB8001A350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model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40AC11-E14D-D5DA-B09E-E2B10F4CA16C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The observation is noisy evidence about the hidden state.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EA62D314-7724-4631-65AC-1746766787B4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L19 returns: likelihood is not the posterior.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26D165AF-9A36-F33E-2977-3C10F37BA9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181002"/>
                  </p:ext>
                </p:extLst>
              </p:nvPr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sz="11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𝐀𝐥𝐞𝐫𝐭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𝐍𝐨𝐫𝐦𝐚𝐥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𝐇𝐞𝐚𝐥𝐭𝐡𝐲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𝟗𝟎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𝐃𝐞𝐠𝐫𝐚𝐝𝐞𝐝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26D165AF-9A36-F33E-2977-3C10F37BA9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3181002"/>
                  </p:ext>
                </p:extLst>
              </p:nvPr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sz="11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909" r="-101779" b="-2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909" r="-1779" b="-20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7" t="-100000" r="-260092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100000" r="-101779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100000" r="-1779" b="-100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7" t="-201818" r="-260092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201818" r="-10177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201818" r="-177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20">
            <a:extLst>
              <a:ext uri="{FF2B5EF4-FFF2-40B4-BE49-F238E27FC236}">
                <a16:creationId xmlns:a16="http://schemas.microsoft.com/office/drawing/2014/main" id="{F86FF4FB-29D0-7953-C939-CCD93CF9067E}"/>
              </a:ext>
            </a:extLst>
          </p:cNvPr>
          <p:cNvSpPr/>
          <p:nvPr/>
        </p:nvSpPr>
        <p:spPr>
          <a:xfrm>
            <a:off x="6339844" y="1535357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22">
                <a:extLst>
                  <a:ext uri="{FF2B5EF4-FFF2-40B4-BE49-F238E27FC236}">
                    <a16:creationId xmlns:a16="http://schemas.microsoft.com/office/drawing/2014/main" id="{0C74C27B-BCCE-D388-D502-9609E6EFC9BF}"/>
                  </a:ext>
                </a:extLst>
              </p:cNvPr>
              <p:cNvSpPr/>
              <p:nvPr/>
            </p:nvSpPr>
            <p:spPr>
              <a:xfrm>
                <a:off x="6504436" y="1974269"/>
                <a:ext cx="4700016" cy="16002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Alert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| </m:t>
                      </m:r>
                      <m:r>
                        <m:rPr>
                          <m:nor/>
                        </m:rPr>
                        <a:rPr lang="en-US" sz="16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Degraded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= 0.70</m:t>
                      </m:r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An alert is much more likely if the system is Degraded—but alerts can still occur when Healthy.</a:t>
                </a:r>
                <a:endParaRPr lang="en-US" sz="1600" dirty="0"/>
              </a:p>
            </p:txBody>
          </p:sp>
        </mc:Choice>
        <mc:Fallback xmlns="">
          <p:sp>
            <p:nvSpPr>
              <p:cNvPr id="8" name="Text 22">
                <a:extLst>
                  <a:ext uri="{FF2B5EF4-FFF2-40B4-BE49-F238E27FC236}">
                    <a16:creationId xmlns:a16="http://schemas.microsoft.com/office/drawing/2014/main" id="{0C74C27B-BCCE-D388-D502-9609E6EFC9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436" y="1974269"/>
                <a:ext cx="4700016" cy="1600200"/>
              </a:xfrm>
              <a:prstGeom prst="rect">
                <a:avLst/>
              </a:prstGeom>
              <a:blipFill>
                <a:blip r:embed="rId4"/>
                <a:stretch>
                  <a:fillRect l="-25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23">
            <a:extLst>
              <a:ext uri="{FF2B5EF4-FFF2-40B4-BE49-F238E27FC236}">
                <a16:creationId xmlns:a16="http://schemas.microsoft.com/office/drawing/2014/main" id="{D9237B39-6B1D-B7A1-59B6-FDA84C334042}"/>
              </a:ext>
            </a:extLst>
          </p:cNvPr>
          <p:cNvSpPr/>
          <p:nvPr/>
        </p:nvSpPr>
        <p:spPr>
          <a:xfrm>
            <a:off x="1828800" y="4069080"/>
            <a:ext cx="8458200" cy="658368"/>
          </a:xfrm>
          <a:prstGeom prst="roundRect">
            <a:avLst/>
          </a:prstGeom>
          <a:solidFill>
            <a:srgbClr val="FBECEC"/>
          </a:solidFill>
          <a:ln w="10160">
            <a:solidFill>
              <a:srgbClr val="ECC2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24">
                <a:extLst>
                  <a:ext uri="{FF2B5EF4-FFF2-40B4-BE49-F238E27FC236}">
                    <a16:creationId xmlns:a16="http://schemas.microsoft.com/office/drawing/2014/main" id="{0CBCCFE2-A47B-1027-99E7-E421A4690B02}"/>
                  </a:ext>
                </a:extLst>
              </p:cNvPr>
              <p:cNvSpPr/>
              <p:nvPr/>
            </p:nvSpPr>
            <p:spPr>
              <a:xfrm>
                <a:off x="2057400" y="4251960"/>
                <a:ext cx="80010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Alert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Degraded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)  ≠  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Degraded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Alert</m:t>
                      </m:r>
                      <m:r>
                        <a:rPr lang="en-US" sz="2000" b="1" i="1" dirty="0" smtClean="0">
                          <a:solidFill>
                            <a:srgbClr val="D65B5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 24">
                <a:extLst>
                  <a:ext uri="{FF2B5EF4-FFF2-40B4-BE49-F238E27FC236}">
                    <a16:creationId xmlns:a16="http://schemas.microsoft.com/office/drawing/2014/main" id="{0CBCCFE2-A47B-1027-99E7-E421A4690B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251960"/>
                <a:ext cx="8001000" cy="256032"/>
              </a:xfrm>
              <a:prstGeom prst="rect">
                <a:avLst/>
              </a:prstGeom>
              <a:blipFill>
                <a:blip r:embed="rId5"/>
                <a:stretch>
                  <a:fillRect t="-40476" b="-690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85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4862-644E-BDB8-4FF4-B96D958A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69300D-8DF5-D156-057A-6B0728FC67D6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71A31-9330-58C3-D20E-A26504547010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AE0CB-C573-97F7-8665-18AED0308E4D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E28E51-7670-EB4C-AF84-2B7896A53089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Try: read the observation model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DA719-D5D5-05BC-0290-0893FE31EA98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Interpret the sensor table before we update the belief.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C0C1373F-8291-DD6D-12C9-E5D81A97BDDF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interpretation, not Bayes arithmetic yet.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C21043C5-DBFA-92DD-1D58-10036608E9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sz="11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𝐀𝐥𝐞𝐫𝐭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𝐍𝐨𝐫𝐦𝐚𝐥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dirty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𝐇𝐞𝐚𝐥𝐭𝐡𝐲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𝟗𝟎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1" i="0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𝐃𝐞𝐠𝐫𝐚𝐝𝐞𝐝</m:t>
                                </m:r>
                              </m:oMath>
                            </m:oMathPara>
                          </a14:m>
                          <a:endParaRPr sz="14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1" i="1" dirty="0" smtClean="0">
                                    <a:solidFill>
                                      <a:srgbClr val="132033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3" name="Table 62">
                <a:extLst>
                  <a:ext uri="{FF2B5EF4-FFF2-40B4-BE49-F238E27FC236}">
                    <a16:creationId xmlns:a16="http://schemas.microsoft.com/office/drawing/2014/main" id="{C21043C5-DBFA-92DD-1D58-10036608E93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97280" y="1600200"/>
              <a:ext cx="4754878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1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1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70560">
                    <a:tc>
                      <a:txBody>
                        <a:bodyPr/>
                        <a:lstStyle/>
                        <a:p>
                          <a:pPr algn="ctr"/>
                          <a:endParaRPr sz="1100" i="0" dirty="0"/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909" r="-101779" b="-20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909" r="-1779" b="-20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7" t="-100000" r="-260092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100000" r="-101779" b="-100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100000" r="-1779" b="-1009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17" t="-201818" r="-260092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8292" t="-201818" r="-101779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78292" t="-201818" r="-1779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hape 20">
            <a:extLst>
              <a:ext uri="{FF2B5EF4-FFF2-40B4-BE49-F238E27FC236}">
                <a16:creationId xmlns:a16="http://schemas.microsoft.com/office/drawing/2014/main" id="{6A8D2EDF-CCDA-CB6D-731A-505CE1B868D7}"/>
              </a:ext>
            </a:extLst>
          </p:cNvPr>
          <p:cNvSpPr/>
          <p:nvPr/>
        </p:nvSpPr>
        <p:spPr>
          <a:xfrm>
            <a:off x="6339844" y="1535357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22">
            <a:extLst>
              <a:ext uri="{FF2B5EF4-FFF2-40B4-BE49-F238E27FC236}">
                <a16:creationId xmlns:a16="http://schemas.microsoft.com/office/drawing/2014/main" id="{329B0103-F2B6-5A14-F810-535593457607}"/>
              </a:ext>
            </a:extLst>
          </p:cNvPr>
          <p:cNvSpPr/>
          <p:nvPr/>
        </p:nvSpPr>
        <p:spPr>
          <a:xfrm>
            <a:off x="6339844" y="1600200"/>
            <a:ext cx="4864608" cy="19742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P(Alert | Healthy)?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P(Normal | Degraded)?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observation provides stronger evidence for Degraded?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an Alert guarantee that the system is Degraded?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15530-2B83-672B-7060-015CC1554FF1}"/>
              </a:ext>
            </a:extLst>
          </p:cNvPr>
          <p:cNvSpPr txBox="1"/>
          <p:nvPr/>
        </p:nvSpPr>
        <p:spPr>
          <a:xfrm>
            <a:off x="7444091" y="2638435"/>
            <a:ext cx="824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Alert</a:t>
            </a:r>
            <a:endParaRPr lang="en-US" dirty="0">
              <a:solidFill>
                <a:srgbClr val="00B05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CDBB6-EF46-C8BA-619D-228D952E64A6}"/>
              </a:ext>
            </a:extLst>
          </p:cNvPr>
          <p:cNvSpPr txBox="1"/>
          <p:nvPr/>
        </p:nvSpPr>
        <p:spPr>
          <a:xfrm>
            <a:off x="9133554" y="2135587"/>
            <a:ext cx="62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30</a:t>
            </a:r>
            <a:r>
              <a:rPr lang="en-US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95863-A169-8301-5F7A-1A1805E2A1AC}"/>
              </a:ext>
            </a:extLst>
          </p:cNvPr>
          <p:cNvSpPr txBox="1"/>
          <p:nvPr/>
        </p:nvSpPr>
        <p:spPr>
          <a:xfrm>
            <a:off x="8728605" y="1894860"/>
            <a:ext cx="62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  <a:r>
              <a:rPr lang="en-US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5C6CB-14E4-4DD4-D32D-8E477D9C1441}"/>
              </a:ext>
            </a:extLst>
          </p:cNvPr>
          <p:cNvSpPr txBox="1"/>
          <p:nvPr/>
        </p:nvSpPr>
        <p:spPr>
          <a:xfrm>
            <a:off x="11120845" y="2899902"/>
            <a:ext cx="628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No!</a:t>
            </a:r>
            <a:endParaRPr lang="en-US" dirty="0">
              <a:solidFill>
                <a:srgbClr val="00B05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37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94ED-89A7-4EAF-63AA-78935955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E364B4-C983-239C-358B-CE7E49AA79EA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CF1F7-8ABF-752A-BFCD-6182159CF76E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29BA0-FD86-B030-7DA3-A69BCFDAD6A5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A2687-01B5-D5E5-2A77-82BF77895B81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Predict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1B9A5-FE0E-3EA4-C098-2402A7AB9F1B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Start from the current belief before the next sensor reading arrives.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EC39AF4-71BD-1DA5-A1CD-095C08AF7F24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uses only the transition model.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094CA5A-60B8-C1BE-8C46-5866C07595D6}"/>
              </a:ext>
            </a:extLst>
          </p:cNvPr>
          <p:cNvSpPr/>
          <p:nvPr/>
        </p:nvSpPr>
        <p:spPr>
          <a:xfrm>
            <a:off x="975360" y="1587490"/>
            <a:ext cx="4251960" cy="2103120"/>
          </a:xfrm>
          <a:prstGeom prst="roundRect">
            <a:avLst>
              <a:gd name="adj" fmla="val 2609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FDAD50D-8AE1-16CF-09C4-FC6D84485042}"/>
              </a:ext>
            </a:extLst>
          </p:cNvPr>
          <p:cNvSpPr/>
          <p:nvPr/>
        </p:nvSpPr>
        <p:spPr>
          <a:xfrm>
            <a:off x="1139952" y="1706362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belief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42A84629-C6A1-99B5-E8CB-3E828C7A21A7}"/>
                  </a:ext>
                </a:extLst>
              </p:cNvPr>
              <p:cNvSpPr/>
              <p:nvPr/>
            </p:nvSpPr>
            <p:spPr>
              <a:xfrm>
                <a:off x="1139952" y="2026402"/>
                <a:ext cx="3922776" cy="155448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= [0.80, 0.20]</m:t>
                      </m:r>
                    </m:oMath>
                  </m:oMathPara>
                </a14:m>
                <a:endParaRPr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Healthy 0.80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Degraded 0.20</a:t>
                </a:r>
                <a:endParaRPr lang="en-US" sz="2000" dirty="0"/>
              </a:p>
            </p:txBody>
          </p:sp>
        </mc:Choice>
        <mc:Fallback xmlns="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42A84629-C6A1-99B5-E8CB-3E828C7A2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952" y="2026402"/>
                <a:ext cx="3922776" cy="1554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5">
            <a:extLst>
              <a:ext uri="{FF2B5EF4-FFF2-40B4-BE49-F238E27FC236}">
                <a16:creationId xmlns:a16="http://schemas.microsoft.com/office/drawing/2014/main" id="{0B9540AB-A363-9A1F-7673-B88355F56606}"/>
              </a:ext>
            </a:extLst>
          </p:cNvPr>
          <p:cNvSpPr/>
          <p:nvPr/>
        </p:nvSpPr>
        <p:spPr>
          <a:xfrm>
            <a:off x="5455920" y="2639050"/>
            <a:ext cx="1097280" cy="0"/>
          </a:xfrm>
          <a:prstGeom prst="line">
            <a:avLst/>
          </a:prstGeom>
          <a:noFill/>
          <a:ln w="2540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284BA8C-4924-35ED-356A-983B5BFD3ABE}"/>
              </a:ext>
            </a:extLst>
          </p:cNvPr>
          <p:cNvSpPr/>
          <p:nvPr/>
        </p:nvSpPr>
        <p:spPr>
          <a:xfrm>
            <a:off x="6781800" y="1587490"/>
            <a:ext cx="4251960" cy="2103120"/>
          </a:xfrm>
          <a:prstGeom prst="roundRect">
            <a:avLst>
              <a:gd name="adj" fmla="val 2609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E9F60DD-35E6-B0E1-1445-D4A419B630AC}"/>
              </a:ext>
            </a:extLst>
          </p:cNvPr>
          <p:cNvSpPr/>
          <p:nvPr/>
        </p:nvSpPr>
        <p:spPr>
          <a:xfrm>
            <a:off x="6946392" y="1706362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</a:t>
            </a:r>
            <a:endParaRPr lang="en-US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9141CD0-43BC-BCA6-DC89-E8B84E2BEAE6}"/>
              </a:ext>
            </a:extLst>
          </p:cNvPr>
          <p:cNvSpPr/>
          <p:nvPr/>
        </p:nvSpPr>
        <p:spPr>
          <a:xfrm>
            <a:off x="6946392" y="2026402"/>
            <a:ext cx="392277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 believe at time t+1 </a:t>
            </a:r>
            <a:b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seeing the next observation?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4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0BD14-3B1C-683A-417F-0C29191C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2868D0-6BC6-95A1-D442-FD44E314A556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F51DD-3D11-F128-0E8D-6A3EE0772AB7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73D8E2-6D26-96A8-5007-E772DB99FE8D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F25F2-558F-3C7D-2DCF-2964DAB6808A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the next belief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EF511-93D7-2278-2A8D-081FF788AAE5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Everything on this slide is just L22.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4EE20B9F-06D6-77BC-F4BE-32EEDF4E1CA3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superscript “−” means predicted belief before the new observation.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2DE948E-6C4D-0BAB-0F35-409AB0D1E584}"/>
              </a:ext>
            </a:extLst>
          </p:cNvPr>
          <p:cNvSpPr/>
          <p:nvPr/>
        </p:nvSpPr>
        <p:spPr>
          <a:xfrm>
            <a:off x="914400" y="1881764"/>
            <a:ext cx="10332720" cy="724276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5C0E4E-A54F-2A87-8539-329FCB1CF584}"/>
              </a:ext>
            </a:extLst>
          </p:cNvPr>
          <p:cNvSpPr/>
          <p:nvPr/>
        </p:nvSpPr>
        <p:spPr>
          <a:xfrm>
            <a:off x="1234440" y="1984054"/>
            <a:ext cx="9692640" cy="200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A36B"/>
                </a:solidFill>
              </a:rPr>
              <a:t>Healthy:  (0.80)(0.85) + (0.20)(0.30) = 0.74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1A9CBDB-1BC7-E2D4-33EA-6C5A353026BF}"/>
              </a:ext>
            </a:extLst>
          </p:cNvPr>
          <p:cNvSpPr/>
          <p:nvPr/>
        </p:nvSpPr>
        <p:spPr>
          <a:xfrm>
            <a:off x="1234440" y="2313238"/>
            <a:ext cx="9692640" cy="200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65B55"/>
                </a:solidFill>
              </a:rPr>
              <a:t>Degraded: (0.80)(0.15) + (0.20)(0.70) = 0.26</a:t>
            </a:r>
            <a:endParaRPr lang="en-US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1819C950-9068-FBC6-EFE6-2F7C974F89B3}"/>
              </a:ext>
            </a:extLst>
          </p:cNvPr>
          <p:cNvSpPr/>
          <p:nvPr/>
        </p:nvSpPr>
        <p:spPr>
          <a:xfrm>
            <a:off x="2941320" y="2941430"/>
            <a:ext cx="6309360" cy="100464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B09A503-E91A-506C-95CD-DE6120A26EE8}"/>
              </a:ext>
            </a:extLst>
          </p:cNvPr>
          <p:cNvSpPr/>
          <p:nvPr/>
        </p:nvSpPr>
        <p:spPr>
          <a:xfrm>
            <a:off x="3105912" y="2989278"/>
            <a:ext cx="5980176" cy="23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belief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2F1B08C9-B254-DE3B-E495-862590DAB782}"/>
                  </a:ext>
                </a:extLst>
              </p:cNvPr>
              <p:cNvSpPr/>
              <p:nvPr/>
            </p:nvSpPr>
            <p:spPr>
              <a:xfrm>
                <a:off x="3105912" y="3334022"/>
                <a:ext cx="5980176" cy="50232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1800" b="0" i="1" dirty="0" smtClean="0">
                              <a:solidFill>
                                <a:srgbClr val="22313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solidFill>
                                <a:srgbClr val="22313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22313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dirty="0" smtClean="0">
                              <a:solidFill>
                                <a:srgbClr val="22313F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1800" b="0" i="1" dirty="0" smtClean="0">
                              <a:solidFill>
                                <a:srgbClr val="22313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1800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= [0.74, 0.26]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2F1B08C9-B254-DE3B-E495-862590DAB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912" y="3334022"/>
                <a:ext cx="5980176" cy="502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8">
            <a:extLst>
              <a:ext uri="{FF2B5EF4-FFF2-40B4-BE49-F238E27FC236}">
                <a16:creationId xmlns:a16="http://schemas.microsoft.com/office/drawing/2014/main" id="{36878BE4-8D8E-868B-52AD-FDBFD033382E}"/>
              </a:ext>
            </a:extLst>
          </p:cNvPr>
          <p:cNvSpPr/>
          <p:nvPr/>
        </p:nvSpPr>
        <p:spPr>
          <a:xfrm>
            <a:off x="3657600" y="4251960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3F"/>
                </a:solidFill>
              </a:rPr>
              <a:t>Healthy</a:t>
            </a:r>
            <a:endParaRPr lang="en-US" sz="12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1EE1C9D9-DBC2-B804-5C58-D67FC8BA6152}"/>
              </a:ext>
            </a:extLst>
          </p:cNvPr>
          <p:cNvSpPr/>
          <p:nvPr/>
        </p:nvSpPr>
        <p:spPr>
          <a:xfrm>
            <a:off x="4526280" y="4270248"/>
            <a:ext cx="3474720" cy="30175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360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FECCA6F6-D2FF-5D04-FBBC-10A5760A8682}"/>
              </a:ext>
            </a:extLst>
          </p:cNvPr>
          <p:cNvSpPr/>
          <p:nvPr/>
        </p:nvSpPr>
        <p:spPr>
          <a:xfrm>
            <a:off x="4526280" y="4270248"/>
            <a:ext cx="2571293" cy="30175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pPr algn="ctr"/>
            <a:endParaRPr lang="en-US" sz="36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E87FFF99-4C51-5337-C8CD-3EF5BD22A606}"/>
              </a:ext>
            </a:extLst>
          </p:cNvPr>
          <p:cNvSpPr/>
          <p:nvPr/>
        </p:nvSpPr>
        <p:spPr>
          <a:xfrm>
            <a:off x="8110728" y="425196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13F"/>
                </a:solidFill>
              </a:rPr>
              <a:t>0.74</a:t>
            </a:r>
            <a:endParaRPr lang="en-US" sz="11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0F2518A4-D036-7D73-6547-D0A9456BD19B}"/>
              </a:ext>
            </a:extLst>
          </p:cNvPr>
          <p:cNvSpPr/>
          <p:nvPr/>
        </p:nvSpPr>
        <p:spPr>
          <a:xfrm>
            <a:off x="3657600" y="4727448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13F"/>
                </a:solidFill>
              </a:rPr>
              <a:t>Degraded</a:t>
            </a:r>
            <a:endParaRPr lang="en-US" sz="12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5F43ABED-A85C-4BC7-B124-00CCFFFF2352}"/>
              </a:ext>
            </a:extLst>
          </p:cNvPr>
          <p:cNvSpPr/>
          <p:nvPr/>
        </p:nvSpPr>
        <p:spPr>
          <a:xfrm>
            <a:off x="4526280" y="4745736"/>
            <a:ext cx="3474720" cy="30175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360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623D37F4-8302-F8A6-E713-119ABCE1438D}"/>
              </a:ext>
            </a:extLst>
          </p:cNvPr>
          <p:cNvSpPr/>
          <p:nvPr/>
        </p:nvSpPr>
        <p:spPr>
          <a:xfrm>
            <a:off x="4526280" y="4745736"/>
            <a:ext cx="903427" cy="301752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pPr algn="ctr"/>
            <a:endParaRPr lang="en-US" sz="360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D947947B-965A-1671-F4EA-5C095AA7212F}"/>
              </a:ext>
            </a:extLst>
          </p:cNvPr>
          <p:cNvSpPr/>
          <p:nvPr/>
        </p:nvSpPr>
        <p:spPr>
          <a:xfrm>
            <a:off x="8110728" y="4727448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13F"/>
                </a:solidFill>
              </a:rPr>
              <a:t>0.26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0131DB3-B9D6-A81E-338B-A16D79C54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71" y="4107315"/>
            <a:ext cx="3133770" cy="132996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959139C-E3A9-F004-A438-4E6A2474C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578" y="4075451"/>
            <a:ext cx="3111563" cy="132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FB69A9D-8D92-F97A-E739-B3A8D31D905D}"/>
                  </a:ext>
                </a:extLst>
              </p:cNvPr>
              <p:cNvSpPr txBox="1"/>
              <p:nvPr/>
            </p:nvSpPr>
            <p:spPr>
              <a:xfrm>
                <a:off x="3105912" y="1250864"/>
                <a:ext cx="61014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= [0.80, 0.20]</m:t>
                      </m:r>
                    </m:oMath>
                  </m:oMathPara>
                </a14:m>
                <a:endParaRPr lang="en-US" sz="2000" dirty="0">
                  <a:solidFill>
                    <a:srgbClr val="22313F"/>
                  </a:solidFill>
                  <a:ea typeface="Aptos" pitchFamily="34" charset="-122"/>
                  <a:cs typeface="Aptos" pitchFamily="34" charset="-12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FB69A9D-8D92-F97A-E739-B3A8D31D9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912" y="1250864"/>
                <a:ext cx="6101442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2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7D2B-E44A-6727-33DB-3889E3BE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75709-1D95-FBF5-B88C-4FE8C9D5DF7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103500-1E2A-7C98-E5EE-F11B8224B5F4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7F03A-0D78-8CCC-E70E-57C5425C037C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5F83B-A3CE-8790-F396-81E5EBF317F7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 the prediction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F13FA-748C-B66C-6662-2369AC69A902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Time changes our belief even before new evidence arrives.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6D72B153-98DC-CDDA-D51B-3AAA655FD41B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uses only the transition model.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0F5D943-993C-1768-E1CF-1A6A3DAA5B34}"/>
              </a:ext>
            </a:extLst>
          </p:cNvPr>
          <p:cNvSpPr/>
          <p:nvPr/>
        </p:nvSpPr>
        <p:spPr>
          <a:xfrm>
            <a:off x="705394" y="1508760"/>
            <a:ext cx="77724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13F"/>
                </a:solidFill>
              </a:rPr>
              <a:t>Healthy at t</a:t>
            </a:r>
            <a:endParaRPr lang="en-US" sz="10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B08F96D-F7FD-581B-DB6D-852FAF5EF9D5}"/>
              </a:ext>
            </a:extLst>
          </p:cNvPr>
          <p:cNvSpPr/>
          <p:nvPr/>
        </p:nvSpPr>
        <p:spPr>
          <a:xfrm>
            <a:off x="1574074" y="1527048"/>
            <a:ext cx="3108960" cy="30008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3A8504D-12C7-D6B3-499F-556270C16F3C}"/>
              </a:ext>
            </a:extLst>
          </p:cNvPr>
          <p:cNvSpPr/>
          <p:nvPr/>
        </p:nvSpPr>
        <p:spPr>
          <a:xfrm>
            <a:off x="1574074" y="1527048"/>
            <a:ext cx="2487168" cy="30008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13674FB-B70E-5E0C-BD95-202AC064EBAC}"/>
              </a:ext>
            </a:extLst>
          </p:cNvPr>
          <p:cNvSpPr/>
          <p:nvPr/>
        </p:nvSpPr>
        <p:spPr>
          <a:xfrm>
            <a:off x="4792762" y="1508760"/>
            <a:ext cx="50292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0.8</a:t>
            </a:r>
            <a:endParaRPr lang="en-US" sz="10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AC75286A-9AC1-750F-D7E6-68869C11788D}"/>
              </a:ext>
            </a:extLst>
          </p:cNvPr>
          <p:cNvSpPr/>
          <p:nvPr/>
        </p:nvSpPr>
        <p:spPr>
          <a:xfrm>
            <a:off x="705394" y="1984248"/>
            <a:ext cx="77724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13F"/>
                </a:solidFill>
              </a:rPr>
              <a:t>Degraded at t</a:t>
            </a:r>
            <a:endParaRPr lang="en-US" sz="10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D5BFF211-E23B-E66F-0CEA-98FABFEB0D98}"/>
              </a:ext>
            </a:extLst>
          </p:cNvPr>
          <p:cNvSpPr/>
          <p:nvPr/>
        </p:nvSpPr>
        <p:spPr>
          <a:xfrm>
            <a:off x="1574074" y="2002536"/>
            <a:ext cx="3108960" cy="30008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A7DCD37-4FB0-83FC-0BB9-5A9BF29C25C5}"/>
              </a:ext>
            </a:extLst>
          </p:cNvPr>
          <p:cNvSpPr/>
          <p:nvPr/>
        </p:nvSpPr>
        <p:spPr>
          <a:xfrm>
            <a:off x="1574074" y="2002536"/>
            <a:ext cx="621792" cy="300082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73431E0-1D50-1256-EF78-403E83369CBC}"/>
              </a:ext>
            </a:extLst>
          </p:cNvPr>
          <p:cNvSpPr/>
          <p:nvPr/>
        </p:nvSpPr>
        <p:spPr>
          <a:xfrm>
            <a:off x="4792762" y="1984248"/>
            <a:ext cx="50292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0.2</a:t>
            </a:r>
            <a:endParaRPr lang="en-US" sz="10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F82C6C33-3203-06F7-ED86-CD5B393568AB}"/>
              </a:ext>
            </a:extLst>
          </p:cNvPr>
          <p:cNvSpPr/>
          <p:nvPr/>
        </p:nvSpPr>
        <p:spPr>
          <a:xfrm>
            <a:off x="5303520" y="1874520"/>
            <a:ext cx="1188720" cy="0"/>
          </a:xfrm>
          <a:prstGeom prst="line">
            <a:avLst/>
          </a:prstGeom>
          <a:noFill/>
          <a:ln w="2540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28FFBDD-93AE-D3FC-720E-D64B7063E52E}"/>
              </a:ext>
            </a:extLst>
          </p:cNvPr>
          <p:cNvSpPr/>
          <p:nvPr/>
        </p:nvSpPr>
        <p:spPr>
          <a:xfrm>
            <a:off x="6640288" y="1508760"/>
            <a:ext cx="915749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13F"/>
                </a:solidFill>
              </a:rPr>
              <a:t>Healthy at t+1</a:t>
            </a:r>
            <a:endParaRPr lang="en-US" sz="1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C59EC9DB-9DD7-30A4-3F07-0AB6CBAFCCD9}"/>
              </a:ext>
            </a:extLst>
          </p:cNvPr>
          <p:cNvSpPr/>
          <p:nvPr/>
        </p:nvSpPr>
        <p:spPr>
          <a:xfrm>
            <a:off x="7568839" y="1527048"/>
            <a:ext cx="3108960" cy="30008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1042B43A-E8DE-F8DD-0A3C-F13C99D8DC74}"/>
              </a:ext>
            </a:extLst>
          </p:cNvPr>
          <p:cNvSpPr/>
          <p:nvPr/>
        </p:nvSpPr>
        <p:spPr>
          <a:xfrm>
            <a:off x="7568839" y="1527048"/>
            <a:ext cx="2300630" cy="30008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516A8C36-0011-F329-A698-F81B70C27F12}"/>
              </a:ext>
            </a:extLst>
          </p:cNvPr>
          <p:cNvSpPr/>
          <p:nvPr/>
        </p:nvSpPr>
        <p:spPr>
          <a:xfrm>
            <a:off x="10787527" y="1508760"/>
            <a:ext cx="50292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0.74</a:t>
            </a:r>
            <a:endParaRPr lang="en-US" sz="10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95068E6D-9D3C-FC9D-4333-3375A358C0F2}"/>
              </a:ext>
            </a:extLst>
          </p:cNvPr>
          <p:cNvSpPr/>
          <p:nvPr/>
        </p:nvSpPr>
        <p:spPr>
          <a:xfrm>
            <a:off x="6640288" y="1984248"/>
            <a:ext cx="915749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313F"/>
                </a:solidFill>
              </a:rPr>
              <a:t>Degraded at t+1</a:t>
            </a:r>
            <a:endParaRPr lang="en-US" sz="10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F7A2611F-5781-A887-0228-4EBA5DC2607B}"/>
              </a:ext>
            </a:extLst>
          </p:cNvPr>
          <p:cNvSpPr/>
          <p:nvPr/>
        </p:nvSpPr>
        <p:spPr>
          <a:xfrm>
            <a:off x="7568839" y="2002536"/>
            <a:ext cx="3108960" cy="300082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7CAEE731-088E-D201-A0EA-72480A11D06D}"/>
              </a:ext>
            </a:extLst>
          </p:cNvPr>
          <p:cNvSpPr/>
          <p:nvPr/>
        </p:nvSpPr>
        <p:spPr>
          <a:xfrm>
            <a:off x="7568839" y="2002536"/>
            <a:ext cx="808330" cy="300082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BCF43B01-4240-6BA0-F729-2CA4C52CA7D9}"/>
              </a:ext>
            </a:extLst>
          </p:cNvPr>
          <p:cNvSpPr/>
          <p:nvPr/>
        </p:nvSpPr>
        <p:spPr>
          <a:xfrm>
            <a:off x="10787527" y="1984248"/>
            <a:ext cx="502920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313F"/>
                </a:solidFill>
              </a:rPr>
              <a:t>0.26</a:t>
            </a:r>
            <a:endParaRPr lang="en-US" sz="10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556AF4BC-C6A3-723D-A0CF-6B5281E02145}"/>
              </a:ext>
            </a:extLst>
          </p:cNvPr>
          <p:cNvSpPr/>
          <p:nvPr/>
        </p:nvSpPr>
        <p:spPr>
          <a:xfrm>
            <a:off x="2103120" y="3291840"/>
            <a:ext cx="7955280" cy="1234440"/>
          </a:xfrm>
          <a:prstGeom prst="roundRect">
            <a:avLst>
              <a:gd name="adj" fmla="val 4444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3F01DD55-A491-33D7-F72B-6F83DA971939}"/>
              </a:ext>
            </a:extLst>
          </p:cNvPr>
          <p:cNvSpPr/>
          <p:nvPr/>
        </p:nvSpPr>
        <p:spPr>
          <a:xfrm>
            <a:off x="2267712" y="3410712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did Degraded increase?</a:t>
            </a:r>
            <a:endParaRPr lang="en-US" sz="1400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DF710F60-DCAE-9C3E-360C-CB9662B0C3DA}"/>
              </a:ext>
            </a:extLst>
          </p:cNvPr>
          <p:cNvSpPr/>
          <p:nvPr/>
        </p:nvSpPr>
        <p:spPr>
          <a:xfrm>
            <a:off x="2267712" y="3730752"/>
            <a:ext cx="762609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transition model allows a Healthy system to degrade and a Degraded system to persist. </a:t>
            </a:r>
            <a:b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predicted belief accounts for both pathways.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5226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BCF4-CB16-D2D6-3A27-2DE9991F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F5D9F6-76AF-1535-97FE-E60FBAA0096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8C66A-DF36-8216-2E86-114C074A41D2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90870-0B6A-2667-754B-F6A7CDC21549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8D8D5-CC91-EE7F-8481-78652E81E896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Observe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807FA-1318-F5A9-EDC9-BA634619D637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Now a sensor reading arrives.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7CB592F8-4F1B-BD4F-610A-9C2DBC5F0C2C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direction first. Then calculate the size of the update.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43AC2CB-28BA-779A-6BC4-6F30A09C1DC6}"/>
              </a:ext>
            </a:extLst>
          </p:cNvPr>
          <p:cNvSpPr/>
          <p:nvPr/>
        </p:nvSpPr>
        <p:spPr>
          <a:xfrm>
            <a:off x="1328057" y="1710763"/>
            <a:ext cx="4251960" cy="2148840"/>
          </a:xfrm>
          <a:prstGeom prst="roundRect">
            <a:avLst>
              <a:gd name="adj" fmla="val 2553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1DA07C1-5738-E1A9-DB68-26341F7CD7EC}"/>
              </a:ext>
            </a:extLst>
          </p:cNvPr>
          <p:cNvSpPr/>
          <p:nvPr/>
        </p:nvSpPr>
        <p:spPr>
          <a:xfrm>
            <a:off x="1492649" y="1829635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belief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85E23B5-E195-D2D1-67A5-F8B6D8B22602}"/>
              </a:ext>
            </a:extLst>
          </p:cNvPr>
          <p:cNvSpPr/>
          <p:nvPr/>
        </p:nvSpPr>
        <p:spPr>
          <a:xfrm>
            <a:off x="1492649" y="2149675"/>
            <a:ext cx="3922776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0.74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Degraded 0.26</a:t>
            </a:r>
            <a:endParaRPr lang="en-US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577CF1E-4FFE-41E7-CE9E-7F525F2D02AB}"/>
              </a:ext>
            </a:extLst>
          </p:cNvPr>
          <p:cNvSpPr/>
          <p:nvPr/>
        </p:nvSpPr>
        <p:spPr>
          <a:xfrm>
            <a:off x="5808617" y="24148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A43"/>
                </a:solidFill>
              </a:rPr>
              <a:t>+</a:t>
            </a:r>
            <a:endParaRPr lang="en-US" sz="36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8291D8E2-9FBE-5A6D-8D12-904B048AA557}"/>
              </a:ext>
            </a:extLst>
          </p:cNvPr>
          <p:cNvSpPr/>
          <p:nvPr/>
        </p:nvSpPr>
        <p:spPr>
          <a:xfrm>
            <a:off x="6448697" y="1710763"/>
            <a:ext cx="4389120" cy="2148840"/>
          </a:xfrm>
          <a:prstGeom prst="roundRect">
            <a:avLst>
              <a:gd name="adj" fmla="val 2553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E1CE73AA-0570-D842-2AF6-63A4A74FEB75}"/>
              </a:ext>
            </a:extLst>
          </p:cNvPr>
          <p:cNvSpPr/>
          <p:nvPr/>
        </p:nvSpPr>
        <p:spPr>
          <a:xfrm>
            <a:off x="6613289" y="1829635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evidence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300EB9BC-BEF6-09DE-4C44-73651D0404BE}"/>
                  </a:ext>
                </a:extLst>
              </p:cNvPr>
              <p:cNvSpPr/>
              <p:nvPr/>
            </p:nvSpPr>
            <p:spPr>
              <a:xfrm>
                <a:off x="6613289" y="2149675"/>
                <a:ext cx="4059936" cy="16002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22313F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𝐸</m:t>
                    </m:r>
                    <m:r>
                      <a:rPr lang="en-US" i="1" dirty="0" smtClean="0">
                        <a:solidFill>
                          <a:srgbClr val="22313F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ₜ₊₁ = </m:t>
                    </m:r>
                  </m:oMath>
                </a14:m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Alert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300EB9BC-BEF6-09DE-4C44-73651D040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289" y="2149675"/>
                <a:ext cx="4059936" cy="1600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9">
            <a:extLst>
              <a:ext uri="{FF2B5EF4-FFF2-40B4-BE49-F238E27FC236}">
                <a16:creationId xmlns:a16="http://schemas.microsoft.com/office/drawing/2014/main" id="{3F603496-FCF0-BEDC-B7FF-0CE79DEE6700}"/>
              </a:ext>
            </a:extLst>
          </p:cNvPr>
          <p:cNvSpPr/>
          <p:nvPr/>
        </p:nvSpPr>
        <p:spPr>
          <a:xfrm>
            <a:off x="2834640" y="4204064"/>
            <a:ext cx="6492240" cy="685800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054FDE5-AA3A-735D-115B-74B9A47CC447}"/>
              </a:ext>
            </a:extLst>
          </p:cNvPr>
          <p:cNvSpPr/>
          <p:nvPr/>
        </p:nvSpPr>
        <p:spPr>
          <a:xfrm>
            <a:off x="3063240" y="44052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313F"/>
                </a:solidFill>
              </a:rPr>
              <a:t>Before calculating: </a:t>
            </a:r>
            <a:br>
              <a:rPr lang="en-US" b="1" dirty="0">
                <a:solidFill>
                  <a:srgbClr val="22313F"/>
                </a:solidFill>
              </a:rPr>
            </a:br>
            <a:r>
              <a:rPr lang="en-US" b="1" dirty="0">
                <a:solidFill>
                  <a:srgbClr val="22313F"/>
                </a:solidFill>
              </a:rPr>
              <a:t>should belief in Degraded increase or decrease?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D94D597-BA03-DB4C-2D34-A95CF8FB7AB0}"/>
                  </a:ext>
                </a:extLst>
              </p:cNvPr>
              <p:cNvSpPr txBox="1"/>
              <p:nvPr/>
            </p:nvSpPr>
            <p:spPr>
              <a:xfrm>
                <a:off x="5508172" y="2948100"/>
                <a:ext cx="61022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18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1800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Alert</m:t>
                      </m:r>
                      <m:r>
                        <a:rPr lang="en-US" sz="18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| </m:t>
                      </m:r>
                      <m:r>
                        <a:rPr lang="en-US" sz="18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𝐻</m:t>
                      </m:r>
                      <m:r>
                        <a:rPr lang="en-US" sz="18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)=0.10</m:t>
                      </m:r>
                    </m:oMath>
                  </m:oMathPara>
                </a14:m>
                <a:endParaRPr/>
              </a:p>
              <a:p>
                <a:pPr marL="0" indent="0" algn="ctr">
                  <a:buNone/>
                </a:pPr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D94D597-BA03-DB4C-2D34-A95CF8FB7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72" y="2948100"/>
                <a:ext cx="6102220" cy="646331"/>
              </a:xfrm>
              <a:prstGeom prst="rect">
                <a:avLst/>
              </a:prstGeom>
              <a:blipFill>
                <a:blip r:embed="rId4"/>
                <a:stretch>
                  <a:fillRect t="-660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039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B185-59C1-974B-AFBF-AD10B93E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0F3DEF-BD5F-88EB-CD3B-9CC9D4E241B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799B21-22C2-0AC1-023A-AE24D865011A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2E9DA-8946-BDF1-3A85-017AA530C56E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76A2A-CA6B-5424-2FF9-9BEE9718B521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Bayes return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8C2CCC-4B84-694C-01AE-F0829D13BC50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Use the predicted belief as the prior for the sensor update.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34B02DD1-18D7-D18A-7B2D-322BF8C3F398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“prior” in this Bayes update is the belief predicted from the transition model.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ED7E926-E6A2-4F2E-5410-41DC3DE6B1DA}"/>
              </a:ext>
            </a:extLst>
          </p:cNvPr>
          <p:cNvSpPr/>
          <p:nvPr/>
        </p:nvSpPr>
        <p:spPr>
          <a:xfrm>
            <a:off x="1191644" y="1366118"/>
            <a:ext cx="9808713" cy="1572136"/>
          </a:xfrm>
          <a:prstGeom prst="roundRect">
            <a:avLst>
              <a:gd name="adj" fmla="val 1818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BA6F0B3-73CA-627A-6AD9-CB708AB3E826}"/>
              </a:ext>
            </a:extLst>
          </p:cNvPr>
          <p:cNvSpPr/>
          <p:nvPr/>
        </p:nvSpPr>
        <p:spPr>
          <a:xfrm>
            <a:off x="1531176" y="1484989"/>
            <a:ext cx="9129648" cy="25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L19 pattern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92F0A1A-3270-BC60-C74B-4D7738D48A7D}"/>
              </a:ext>
            </a:extLst>
          </p:cNvPr>
          <p:cNvSpPr/>
          <p:nvPr/>
        </p:nvSpPr>
        <p:spPr>
          <a:xfrm>
            <a:off x="1531023" y="1643748"/>
            <a:ext cx="9129648" cy="12862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∝ Likelihood × Prior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normalize.</a:t>
            </a:r>
            <a:endParaRPr lang="en-US" sz="20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837240F2-97DF-FD1A-24ED-781CEF7BC053}"/>
              </a:ext>
            </a:extLst>
          </p:cNvPr>
          <p:cNvSpPr/>
          <p:nvPr/>
        </p:nvSpPr>
        <p:spPr>
          <a:xfrm>
            <a:off x="1191643" y="3463305"/>
            <a:ext cx="9808713" cy="1572136"/>
          </a:xfrm>
          <a:prstGeom prst="roundRect">
            <a:avLst>
              <a:gd name="adj" fmla="val 1818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C0A5DCE-D1AA-4235-3203-0AAE788563B9}"/>
              </a:ext>
            </a:extLst>
          </p:cNvPr>
          <p:cNvSpPr/>
          <p:nvPr/>
        </p:nvSpPr>
        <p:spPr>
          <a:xfrm>
            <a:off x="1531176" y="3582176"/>
            <a:ext cx="9129648" cy="250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HMM observation update</a:t>
            </a:r>
            <a:endParaRPr lang="en-US" sz="16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DB67DA7F-BC18-1684-9751-97F8B45D7767}"/>
              </a:ext>
            </a:extLst>
          </p:cNvPr>
          <p:cNvSpPr/>
          <p:nvPr/>
        </p:nvSpPr>
        <p:spPr>
          <a:xfrm>
            <a:off x="1531176" y="3840013"/>
            <a:ext cx="9129648" cy="12862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belief ∝ Observation likelihood × Predicted belief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normalize.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627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41A2-6165-BA03-ED7E-95D4ADF0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324703-CE94-8801-6B34-BA9D81BAC51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763297-23FD-D2ED-3D0E-0E551A0CDFC0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DF8A8-2EC5-0197-E803-217B232FC7E4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A2374-3AC8-6282-AE73-1F61D6AC695C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Reweight by the observation likelihood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6321E3-51DE-D24E-E5F0-5753079C3C86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How compatible is the Alert with each possible hidden state?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E4A248FA-4441-6E5C-570E-BE28AB78D73A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evidence-weighted values, not yet a probability distribution.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E9A497-486F-C9A4-2921-3436D3BCC827}"/>
              </a:ext>
            </a:extLst>
          </p:cNvPr>
          <p:cNvSpPr/>
          <p:nvPr/>
        </p:nvSpPr>
        <p:spPr>
          <a:xfrm>
            <a:off x="822960" y="1325880"/>
            <a:ext cx="2468880" cy="658368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90A34C6-8C0E-77A0-D116-2E3F5FA9F2A8}"/>
              </a:ext>
            </a:extLst>
          </p:cNvPr>
          <p:cNvSpPr/>
          <p:nvPr/>
        </p:nvSpPr>
        <p:spPr>
          <a:xfrm>
            <a:off x="868680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State</a:t>
            </a:r>
            <a:endParaRPr lang="en-US" sz="1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0AC36D0F-9D8C-0F24-1CB8-C9B3C6FA5FBF}"/>
              </a:ext>
            </a:extLst>
          </p:cNvPr>
          <p:cNvSpPr/>
          <p:nvPr/>
        </p:nvSpPr>
        <p:spPr>
          <a:xfrm>
            <a:off x="3291840" y="1325880"/>
            <a:ext cx="2468880" cy="658368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446348D-9D21-854B-F636-652CDD016F16}"/>
              </a:ext>
            </a:extLst>
          </p:cNvPr>
          <p:cNvSpPr/>
          <p:nvPr/>
        </p:nvSpPr>
        <p:spPr>
          <a:xfrm>
            <a:off x="3337560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Predicted belief</a:t>
            </a:r>
            <a:endParaRPr lang="en-US" sz="16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902D92C-F797-ED75-F88B-AF46B83B8CD6}"/>
              </a:ext>
            </a:extLst>
          </p:cNvPr>
          <p:cNvSpPr/>
          <p:nvPr/>
        </p:nvSpPr>
        <p:spPr>
          <a:xfrm>
            <a:off x="5760720" y="1325880"/>
            <a:ext cx="2468880" cy="658368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1BD8DBF-5316-9F91-4307-4BE4B7455BA5}"/>
              </a:ext>
            </a:extLst>
          </p:cNvPr>
          <p:cNvSpPr/>
          <p:nvPr/>
        </p:nvSpPr>
        <p:spPr>
          <a:xfrm>
            <a:off x="5806440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P(Alert | state)</a:t>
            </a:r>
            <a:endParaRPr lang="en-US" sz="16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EA2B6904-6C22-5527-DBAF-AE216C27CDB9}"/>
              </a:ext>
            </a:extLst>
          </p:cNvPr>
          <p:cNvSpPr/>
          <p:nvPr/>
        </p:nvSpPr>
        <p:spPr>
          <a:xfrm>
            <a:off x="8229600" y="1325880"/>
            <a:ext cx="2468880" cy="658368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4394AE0-F0D0-5824-19C6-8DD6BF396492}"/>
              </a:ext>
            </a:extLst>
          </p:cNvPr>
          <p:cNvSpPr/>
          <p:nvPr/>
        </p:nvSpPr>
        <p:spPr>
          <a:xfrm>
            <a:off x="8275320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Weight</a:t>
            </a:r>
            <a:endParaRPr lang="en-US" sz="16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FB0FDE3-A1DF-AB80-B6A4-E332EF1E0174}"/>
              </a:ext>
            </a:extLst>
          </p:cNvPr>
          <p:cNvSpPr/>
          <p:nvPr/>
        </p:nvSpPr>
        <p:spPr>
          <a:xfrm>
            <a:off x="822960" y="1984248"/>
            <a:ext cx="2468880" cy="804672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38D8769-0E4B-84C3-C3AC-5E0CA746C5E9}"/>
              </a:ext>
            </a:extLst>
          </p:cNvPr>
          <p:cNvSpPr/>
          <p:nvPr/>
        </p:nvSpPr>
        <p:spPr>
          <a:xfrm>
            <a:off x="86868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Healthy</a:t>
            </a:r>
            <a:endParaRPr lang="en-US" sz="2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5BB20BE6-6E2E-7451-BE69-95ED818FC2E5}"/>
              </a:ext>
            </a:extLst>
          </p:cNvPr>
          <p:cNvSpPr/>
          <p:nvPr/>
        </p:nvSpPr>
        <p:spPr>
          <a:xfrm>
            <a:off x="3291840" y="1984248"/>
            <a:ext cx="2468880" cy="804672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70561AF5-3C4D-7AB2-16EB-46816E9911B6}"/>
              </a:ext>
            </a:extLst>
          </p:cNvPr>
          <p:cNvSpPr/>
          <p:nvPr/>
        </p:nvSpPr>
        <p:spPr>
          <a:xfrm>
            <a:off x="333756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0.74</a:t>
            </a:r>
            <a:endParaRPr lang="en-US" sz="20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518DBFE5-E4D3-6139-103B-DFA8A524AABD}"/>
              </a:ext>
            </a:extLst>
          </p:cNvPr>
          <p:cNvSpPr/>
          <p:nvPr/>
        </p:nvSpPr>
        <p:spPr>
          <a:xfrm>
            <a:off x="5760720" y="1984248"/>
            <a:ext cx="2468880" cy="804672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A39CFC44-4C4B-C0DC-F241-CCE90FC97B16}"/>
              </a:ext>
            </a:extLst>
          </p:cNvPr>
          <p:cNvSpPr/>
          <p:nvPr/>
        </p:nvSpPr>
        <p:spPr>
          <a:xfrm>
            <a:off x="580644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0.10</a:t>
            </a:r>
            <a:endParaRPr lang="en-US" sz="20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C655AFE3-115E-74EF-DF26-DEB3EC24479C}"/>
              </a:ext>
            </a:extLst>
          </p:cNvPr>
          <p:cNvSpPr/>
          <p:nvPr/>
        </p:nvSpPr>
        <p:spPr>
          <a:xfrm>
            <a:off x="8229600" y="1984248"/>
            <a:ext cx="2468880" cy="804672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C9E37286-EF01-75C8-111D-0B0B3CA8A518}"/>
              </a:ext>
            </a:extLst>
          </p:cNvPr>
          <p:cNvSpPr/>
          <p:nvPr/>
        </p:nvSpPr>
        <p:spPr>
          <a:xfrm>
            <a:off x="827532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A36B"/>
                </a:solidFill>
              </a:rPr>
              <a:t>0.074</a:t>
            </a:r>
            <a:endParaRPr lang="en-US" sz="20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8A540026-B050-F029-DE73-2FE001B5DA44}"/>
              </a:ext>
            </a:extLst>
          </p:cNvPr>
          <p:cNvSpPr/>
          <p:nvPr/>
        </p:nvSpPr>
        <p:spPr>
          <a:xfrm>
            <a:off x="822960" y="2788920"/>
            <a:ext cx="2468880" cy="804672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DFA4DF4F-C5AC-F66F-1FFB-B77BB93C17E4}"/>
              </a:ext>
            </a:extLst>
          </p:cNvPr>
          <p:cNvSpPr/>
          <p:nvPr/>
        </p:nvSpPr>
        <p:spPr>
          <a:xfrm>
            <a:off x="868680" y="3044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Degraded</a:t>
            </a:r>
            <a:endParaRPr lang="en-US" sz="20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1FA749B2-7281-139E-F3BE-A5270BC0D5B6}"/>
              </a:ext>
            </a:extLst>
          </p:cNvPr>
          <p:cNvSpPr/>
          <p:nvPr/>
        </p:nvSpPr>
        <p:spPr>
          <a:xfrm>
            <a:off x="3291840" y="2788920"/>
            <a:ext cx="2468880" cy="804672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8F25C737-16AF-1DCF-F1DC-0A34275EAEF7}"/>
              </a:ext>
            </a:extLst>
          </p:cNvPr>
          <p:cNvSpPr/>
          <p:nvPr/>
        </p:nvSpPr>
        <p:spPr>
          <a:xfrm>
            <a:off x="3337560" y="3044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0.26</a:t>
            </a:r>
            <a:endParaRPr lang="en-US" sz="200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05F84556-BC10-C694-9ABE-B569C454A238}"/>
              </a:ext>
            </a:extLst>
          </p:cNvPr>
          <p:cNvSpPr/>
          <p:nvPr/>
        </p:nvSpPr>
        <p:spPr>
          <a:xfrm>
            <a:off x="5760720" y="2788920"/>
            <a:ext cx="2468880" cy="804672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96AC1336-5037-F259-3017-0F449BD30F52}"/>
              </a:ext>
            </a:extLst>
          </p:cNvPr>
          <p:cNvSpPr/>
          <p:nvPr/>
        </p:nvSpPr>
        <p:spPr>
          <a:xfrm>
            <a:off x="5806440" y="3044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0.70</a:t>
            </a:r>
            <a:endParaRPr lang="en-US" sz="2000" dirty="0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1F4A0EDB-3CB9-B6B8-14D9-A956ED3057CC}"/>
              </a:ext>
            </a:extLst>
          </p:cNvPr>
          <p:cNvSpPr/>
          <p:nvPr/>
        </p:nvSpPr>
        <p:spPr>
          <a:xfrm>
            <a:off x="8229600" y="2788920"/>
            <a:ext cx="2468880" cy="804672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45CE3624-BD1B-5FD6-60E2-175EAEBD134C}"/>
              </a:ext>
            </a:extLst>
          </p:cNvPr>
          <p:cNvSpPr/>
          <p:nvPr/>
        </p:nvSpPr>
        <p:spPr>
          <a:xfrm>
            <a:off x="8275320" y="30449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5B55"/>
                </a:solidFill>
              </a:rPr>
              <a:t>0.182</a:t>
            </a:r>
            <a:endParaRPr lang="en-US" sz="2000" dirty="0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BAFD6990-FED8-4B87-77CF-DF5C4788CAF3}"/>
              </a:ext>
            </a:extLst>
          </p:cNvPr>
          <p:cNvSpPr/>
          <p:nvPr/>
        </p:nvSpPr>
        <p:spPr>
          <a:xfrm>
            <a:off x="1234440" y="4181203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A36B"/>
                </a:solidFill>
              </a:rPr>
              <a:t>0.74 × 0.10 = 0.074</a:t>
            </a:r>
            <a:endParaRPr lang="en-US" sz="2400" dirty="0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78302BA1-98D1-9BFC-A1E3-E5E581660644}"/>
              </a:ext>
            </a:extLst>
          </p:cNvPr>
          <p:cNvSpPr/>
          <p:nvPr/>
        </p:nvSpPr>
        <p:spPr>
          <a:xfrm>
            <a:off x="6629400" y="4181203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5B55"/>
                </a:solidFill>
              </a:rPr>
              <a:t>0.26 × 0.70 = 0.182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645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F01A-E4C6-9316-5E03-9AA9E98B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15AA95-4250-1B96-2D33-97A2BAE6A4BD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1312E-DD73-0F28-91DA-F0DD1B472DA9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9B38A-2E57-C729-8CD6-C14C72F77863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FE73C-0B7C-C2A7-BCDC-DECFF0027434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 the weights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D4616-6EB3-B5EF-8B48-A8DF896935FD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Turn the evidence-weighted values back into a probability distribution.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93E08E44-EA5C-BC4F-5625-F3F625EAC990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a probability distribution?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84175BF-41D3-29F9-7BE2-AF5953ED4662}"/>
              </a:ext>
            </a:extLst>
          </p:cNvPr>
          <p:cNvSpPr/>
          <p:nvPr/>
        </p:nvSpPr>
        <p:spPr>
          <a:xfrm>
            <a:off x="1828800" y="13716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</a:rPr>
              <a:t>Total weight = 0.074 + 0.182 = 0.256</a:t>
            </a:r>
            <a:endParaRPr 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0297DF5-CB22-0422-CFB8-E75C4E6DC330}"/>
              </a:ext>
            </a:extLst>
          </p:cNvPr>
          <p:cNvSpPr/>
          <p:nvPr/>
        </p:nvSpPr>
        <p:spPr>
          <a:xfrm>
            <a:off x="1120140" y="2148840"/>
            <a:ext cx="4389120" cy="1965960"/>
          </a:xfrm>
          <a:prstGeom prst="roundRect">
            <a:avLst>
              <a:gd name="adj" fmla="val 2791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00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A074685-DE56-E140-CFBF-20427DEA1AA7}"/>
              </a:ext>
            </a:extLst>
          </p:cNvPr>
          <p:cNvSpPr/>
          <p:nvPr/>
        </p:nvSpPr>
        <p:spPr>
          <a:xfrm>
            <a:off x="1284732" y="226771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A3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Healthy posterior</a:t>
            </a: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1BAE44D-B961-F9D3-5E1D-6CBF1A9A1D96}"/>
              </a:ext>
            </a:extLst>
          </p:cNvPr>
          <p:cNvSpPr/>
          <p:nvPr/>
        </p:nvSpPr>
        <p:spPr>
          <a:xfrm>
            <a:off x="1284732" y="2587752"/>
            <a:ext cx="405993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0.074 / 0.256 ≈ 0.289</a:t>
            </a:r>
            <a:endParaRPr lang="en-US" sz="20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6FB35C64-EA14-E6E0-D751-18F0E802694F}"/>
              </a:ext>
            </a:extLst>
          </p:cNvPr>
          <p:cNvSpPr/>
          <p:nvPr/>
        </p:nvSpPr>
        <p:spPr>
          <a:xfrm>
            <a:off x="6423660" y="2148840"/>
            <a:ext cx="4389120" cy="1965960"/>
          </a:xfrm>
          <a:prstGeom prst="roundRect">
            <a:avLst>
              <a:gd name="adj" fmla="val 2791"/>
            </a:avLst>
          </a:prstGeom>
          <a:solidFill>
            <a:srgbClr val="FBECEC"/>
          </a:solidFill>
          <a:ln w="10160">
            <a:solidFill>
              <a:srgbClr val="EAC1BD"/>
            </a:solidFill>
            <a:prstDash val="solid"/>
          </a:ln>
        </p:spPr>
        <p:txBody>
          <a:bodyPr/>
          <a:lstStyle/>
          <a:p>
            <a:pPr algn="ctr"/>
            <a:endParaRPr lang="en-US" sz="200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202472D-6167-7E54-6BE2-2E32BEBB05AA}"/>
              </a:ext>
            </a:extLst>
          </p:cNvPr>
          <p:cNvSpPr/>
          <p:nvPr/>
        </p:nvSpPr>
        <p:spPr>
          <a:xfrm>
            <a:off x="6588252" y="226771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5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Degraded posterior</a:t>
            </a:r>
            <a:endParaRPr lang="en-US" sz="14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72AA503-B898-B99B-C973-11213748EA8E}"/>
              </a:ext>
            </a:extLst>
          </p:cNvPr>
          <p:cNvSpPr/>
          <p:nvPr/>
        </p:nvSpPr>
        <p:spPr>
          <a:xfrm>
            <a:off x="6588252" y="2587752"/>
            <a:ext cx="405993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0.182 / 0.256 ≈ 0.711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A33A2561-77E9-1B11-0CD6-6D9E7D585088}"/>
                  </a:ext>
                </a:extLst>
              </p:cNvPr>
              <p:cNvSpPr/>
              <p:nvPr/>
            </p:nvSpPr>
            <p:spPr>
              <a:xfrm>
                <a:off x="2148840" y="4709160"/>
                <a:ext cx="79552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A2A43"/>
                    </a:solidFill>
                  </a:rPr>
                  <a:t>Updated belief: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ₜ₊₁ ≈ [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𝟐𝟖𝟗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𝟕𝟏𝟏</m:t>
                    </m:r>
                    <m:r>
                      <a:rPr lang="en-US" b="1" i="1" dirty="0" smtClean="0">
                        <a:solidFill>
                          <a:srgbClr val="0A2A43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A33A2561-77E9-1B11-0CD6-6D9E7D585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840" y="4709160"/>
                <a:ext cx="7955280" cy="347472"/>
              </a:xfrm>
              <a:prstGeom prst="rect">
                <a:avLst/>
              </a:prstGeom>
              <a:blipFill>
                <a:blip r:embed="rId3"/>
                <a:stretch>
                  <a:fillRect t="-10526" b="-3157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082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6EB9-840E-AA21-CFEB-8F79D680E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D8ADB-AA8E-16DD-068B-16EF477F1F8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F6083-CFDD-1809-34F8-6DA002270C39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72C57-BB1E-7A5E-E4CD-73388E5914F9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781C4-FC06-A1EC-316E-7499658A9E22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operation is doing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334A39-C88E-6562-D2D5-EE499BEE63F6}"/>
              </a:ext>
            </a:extLst>
          </p:cNvPr>
          <p:cNvSpPr txBox="1"/>
          <p:nvPr/>
        </p:nvSpPr>
        <p:spPr>
          <a:xfrm>
            <a:off x="566928" y="850392"/>
            <a:ext cx="106070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400" dirty="0">
                <a:solidFill>
                  <a:srgbClr val="68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question behind each step to debug your reasoning.</a:t>
            </a:r>
            <a:endParaRPr lang="en-US" sz="1400" dirty="0"/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55CE0A1-CCDA-67C8-EFEB-36AD51ACFB66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= sum pathways. Observe = multiply likelihood. Normalize = restore a distribution.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AF7F641-225F-8AD3-2283-A805C55A804C}"/>
              </a:ext>
            </a:extLst>
          </p:cNvPr>
          <p:cNvSpPr/>
          <p:nvPr/>
        </p:nvSpPr>
        <p:spPr>
          <a:xfrm>
            <a:off x="777240" y="1325880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B985167-4C23-0CD0-2767-9E7EC87D1F92}"/>
              </a:ext>
            </a:extLst>
          </p:cNvPr>
          <p:cNvSpPr/>
          <p:nvPr/>
        </p:nvSpPr>
        <p:spPr>
          <a:xfrm>
            <a:off x="941832" y="14447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</a:t>
            </a:r>
            <a:endParaRPr lang="en-US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7920D739-F422-2053-3ADC-3889B91DE284}"/>
              </a:ext>
            </a:extLst>
          </p:cNvPr>
          <p:cNvSpPr/>
          <p:nvPr/>
        </p:nvSpPr>
        <p:spPr>
          <a:xfrm>
            <a:off x="941832" y="1764792"/>
            <a:ext cx="31455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might the hidden state have become?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transition model.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over the possible previous states.</a:t>
            </a:r>
            <a:endParaRPr lang="en-US" sz="16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E5DEEAD9-224E-381D-DD69-0A8E9F25780F}"/>
              </a:ext>
            </a:extLst>
          </p:cNvPr>
          <p:cNvSpPr/>
          <p:nvPr/>
        </p:nvSpPr>
        <p:spPr>
          <a:xfrm>
            <a:off x="4361688" y="1325880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93297EE-E036-5CF4-F3E6-B49DE6D1A465}"/>
              </a:ext>
            </a:extLst>
          </p:cNvPr>
          <p:cNvSpPr/>
          <p:nvPr/>
        </p:nvSpPr>
        <p:spPr>
          <a:xfrm>
            <a:off x="4526280" y="14447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OBSERVE / REWEIGHT</a:t>
            </a:r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BA393C-9446-7D63-18F5-A4537993FF8A}"/>
              </a:ext>
            </a:extLst>
          </p:cNvPr>
          <p:cNvSpPr/>
          <p:nvPr/>
        </p:nvSpPr>
        <p:spPr>
          <a:xfrm>
            <a:off x="4526280" y="1764792"/>
            <a:ext cx="31455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compatible is the new reading with each possible state?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observation likelihood.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Multiply.</a:t>
            </a:r>
            <a:endParaRPr lang="en-US" sz="16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B9551B8F-B6FD-D12F-46F9-D4C73CD868E6}"/>
              </a:ext>
            </a:extLst>
          </p:cNvPr>
          <p:cNvSpPr/>
          <p:nvPr/>
        </p:nvSpPr>
        <p:spPr>
          <a:xfrm>
            <a:off x="7946136" y="1325880"/>
            <a:ext cx="3474720" cy="3291840"/>
          </a:xfrm>
          <a:prstGeom prst="roundRect">
            <a:avLst>
              <a:gd name="adj" fmla="val 1667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A6A883B6-4204-074C-0910-5E44533D313D}"/>
              </a:ext>
            </a:extLst>
          </p:cNvPr>
          <p:cNvSpPr/>
          <p:nvPr/>
        </p:nvSpPr>
        <p:spPr>
          <a:xfrm>
            <a:off x="8110728" y="14447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</a:t>
            </a:r>
            <a:endParaRPr lang="en-US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DDC824D0-48A3-5D20-068E-879C06754FBC}"/>
              </a:ext>
            </a:extLst>
          </p:cNvPr>
          <p:cNvSpPr/>
          <p:nvPr/>
        </p:nvSpPr>
        <p:spPr>
          <a:xfrm>
            <a:off x="8110728" y="1764792"/>
            <a:ext cx="31455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evidence-weighted values into a probability distribution.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by the total weight.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13791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3E77-F0B4-C518-3A5C-1C595C05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651CE-B68E-DB19-F864-34DDA84F3252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1C2350-8CF2-D0FB-6B4F-BFF05141955C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B0729-BB5D-3B66-E115-A5CD3D1A1E80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572AB-8AED-25C1-690E-FBF0DC6CDE15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→ Interpret → Compare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23B56E-1785-4391-CE26-132AB02E91F2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The number matters only if we can explain what changed and why.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D92872B-1737-0850-20D2-6611E9C81DF2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observation changes belief according to how diagnostic that observation is.</a:t>
            </a: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FD2D6FD-B932-66F6-8740-248624EBC247}"/>
              </a:ext>
            </a:extLst>
          </p:cNvPr>
          <p:cNvSpPr/>
          <p:nvPr/>
        </p:nvSpPr>
        <p:spPr>
          <a:xfrm>
            <a:off x="582386" y="1538478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</a:rPr>
              <a:t>Predicted H</a:t>
            </a:r>
            <a:endParaRPr lang="en-US" sz="1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20A33DE-6510-98D6-2CEF-43815EEBD68F}"/>
              </a:ext>
            </a:extLst>
          </p:cNvPr>
          <p:cNvSpPr/>
          <p:nvPr/>
        </p:nvSpPr>
        <p:spPr>
          <a:xfrm>
            <a:off x="1451066" y="1556766"/>
            <a:ext cx="3108960" cy="338328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2B2BD451-7F33-9897-511E-19DAAA1E4F47}"/>
              </a:ext>
            </a:extLst>
          </p:cNvPr>
          <p:cNvSpPr/>
          <p:nvPr/>
        </p:nvSpPr>
        <p:spPr>
          <a:xfrm>
            <a:off x="1451066" y="1556766"/>
            <a:ext cx="2300630" cy="338328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17A45569-5C51-6EDE-F9C5-89E50BDDDA1D}"/>
              </a:ext>
            </a:extLst>
          </p:cNvPr>
          <p:cNvSpPr/>
          <p:nvPr/>
        </p:nvSpPr>
        <p:spPr>
          <a:xfrm>
            <a:off x="4669754" y="1538478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13F"/>
                </a:solidFill>
              </a:rPr>
              <a:t>0.74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21D583A-637F-2977-A757-5C8145C6FB04}"/>
              </a:ext>
            </a:extLst>
          </p:cNvPr>
          <p:cNvSpPr/>
          <p:nvPr/>
        </p:nvSpPr>
        <p:spPr>
          <a:xfrm>
            <a:off x="582386" y="201396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</a:rPr>
              <a:t>Predicted D</a:t>
            </a:r>
            <a:endParaRPr lang="en-US" sz="12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9BEA232-0E81-58DA-AC6D-411ACC8F84C2}"/>
              </a:ext>
            </a:extLst>
          </p:cNvPr>
          <p:cNvSpPr/>
          <p:nvPr/>
        </p:nvSpPr>
        <p:spPr>
          <a:xfrm>
            <a:off x="1451066" y="2032254"/>
            <a:ext cx="3108960" cy="338328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518827B0-BCE9-A983-8B9F-A40834DE69CB}"/>
              </a:ext>
            </a:extLst>
          </p:cNvPr>
          <p:cNvSpPr/>
          <p:nvPr/>
        </p:nvSpPr>
        <p:spPr>
          <a:xfrm>
            <a:off x="1451066" y="2032254"/>
            <a:ext cx="808330" cy="338328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09F26385-188D-8314-E162-E7C2013F8C50}"/>
              </a:ext>
            </a:extLst>
          </p:cNvPr>
          <p:cNvSpPr/>
          <p:nvPr/>
        </p:nvSpPr>
        <p:spPr>
          <a:xfrm>
            <a:off x="4669754" y="201396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13F"/>
                </a:solidFill>
              </a:rPr>
              <a:t>0.26</a:t>
            </a:r>
            <a:endParaRPr lang="en-US" sz="1200" dirty="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5241714E-9278-6974-A3AC-838EAEE15162}"/>
              </a:ext>
            </a:extLst>
          </p:cNvPr>
          <p:cNvSpPr/>
          <p:nvPr/>
        </p:nvSpPr>
        <p:spPr>
          <a:xfrm>
            <a:off x="5325295" y="1967592"/>
            <a:ext cx="1097280" cy="0"/>
          </a:xfrm>
          <a:prstGeom prst="line">
            <a:avLst/>
          </a:prstGeom>
          <a:noFill/>
          <a:ln w="2540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60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EB60BC5-A514-02A5-CCE9-1C84D332B768}"/>
              </a:ext>
            </a:extLst>
          </p:cNvPr>
          <p:cNvSpPr/>
          <p:nvPr/>
        </p:nvSpPr>
        <p:spPr>
          <a:xfrm>
            <a:off x="6815546" y="1538478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</a:rPr>
              <a:t>Posterior H</a:t>
            </a:r>
            <a:endParaRPr lang="en-US" sz="12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D745E868-7267-8031-CC98-CFC83373AA84}"/>
              </a:ext>
            </a:extLst>
          </p:cNvPr>
          <p:cNvSpPr/>
          <p:nvPr/>
        </p:nvSpPr>
        <p:spPr>
          <a:xfrm>
            <a:off x="7684226" y="1556766"/>
            <a:ext cx="3108960" cy="338328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BFE9D680-B2CD-91D9-2C81-9A9796AE140D}"/>
              </a:ext>
            </a:extLst>
          </p:cNvPr>
          <p:cNvSpPr/>
          <p:nvPr/>
        </p:nvSpPr>
        <p:spPr>
          <a:xfrm>
            <a:off x="7684226" y="1556766"/>
            <a:ext cx="898489" cy="338328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C2D181E5-59A2-B8AD-61D8-76B3F5C15884}"/>
              </a:ext>
            </a:extLst>
          </p:cNvPr>
          <p:cNvSpPr/>
          <p:nvPr/>
        </p:nvSpPr>
        <p:spPr>
          <a:xfrm>
            <a:off x="10902914" y="1538478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13F"/>
                </a:solidFill>
              </a:rPr>
              <a:t>0.289</a:t>
            </a:r>
            <a:endParaRPr lang="en-US" sz="12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8637EB42-9B01-D0F6-FF22-0906575C82A9}"/>
              </a:ext>
            </a:extLst>
          </p:cNvPr>
          <p:cNvSpPr/>
          <p:nvPr/>
        </p:nvSpPr>
        <p:spPr>
          <a:xfrm>
            <a:off x="6815546" y="201396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</a:rPr>
              <a:t>Posterior D</a:t>
            </a:r>
            <a:endParaRPr lang="en-US" sz="12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A908E456-8EDB-4924-E654-5C4171408DFD}"/>
              </a:ext>
            </a:extLst>
          </p:cNvPr>
          <p:cNvSpPr/>
          <p:nvPr/>
        </p:nvSpPr>
        <p:spPr>
          <a:xfrm>
            <a:off x="7684226" y="2032254"/>
            <a:ext cx="3108960" cy="338328"/>
          </a:xfrm>
          <a:prstGeom prst="rect">
            <a:avLst/>
          </a:prstGeom>
          <a:solidFill>
            <a:srgbClr val="E3E9EE"/>
          </a:solidFill>
          <a:ln w="12700">
            <a:solidFill>
              <a:srgbClr val="E3E9EE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1F91B0C6-72F0-CB4A-2F82-9B62F716DEEA}"/>
              </a:ext>
            </a:extLst>
          </p:cNvPr>
          <p:cNvSpPr/>
          <p:nvPr/>
        </p:nvSpPr>
        <p:spPr>
          <a:xfrm>
            <a:off x="7684226" y="2032254"/>
            <a:ext cx="2210471" cy="338328"/>
          </a:xfrm>
          <a:prstGeom prst="rect">
            <a:avLst/>
          </a:prstGeom>
          <a:solidFill>
            <a:srgbClr val="D65B55"/>
          </a:solidFill>
          <a:ln w="12700">
            <a:solidFill>
              <a:srgbClr val="D65B55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5A40A183-4477-8A0D-1112-858901E3EFD5}"/>
              </a:ext>
            </a:extLst>
          </p:cNvPr>
          <p:cNvSpPr/>
          <p:nvPr/>
        </p:nvSpPr>
        <p:spPr>
          <a:xfrm>
            <a:off x="10902914" y="2013966"/>
            <a:ext cx="502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313F"/>
                </a:solidFill>
              </a:rPr>
              <a:t>0.711</a:t>
            </a:r>
            <a:endParaRPr lang="en-US" sz="12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3685CEF9-70D4-1C4E-511C-7DE5D8021B80}"/>
              </a:ext>
            </a:extLst>
          </p:cNvPr>
          <p:cNvSpPr/>
          <p:nvPr/>
        </p:nvSpPr>
        <p:spPr>
          <a:xfrm>
            <a:off x="1005840" y="3362706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6722D1CA-0AB9-D3EA-3AC2-C43059651BAB}"/>
              </a:ext>
            </a:extLst>
          </p:cNvPr>
          <p:cNvSpPr/>
          <p:nvPr/>
        </p:nvSpPr>
        <p:spPr>
          <a:xfrm>
            <a:off x="1170432" y="348157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</a:t>
            </a:r>
            <a:endParaRPr lang="en-US" sz="16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2B4E7A63-6E47-1E6E-B46F-DFCC547519F6}"/>
              </a:ext>
            </a:extLst>
          </p:cNvPr>
          <p:cNvSpPr/>
          <p:nvPr/>
        </p:nvSpPr>
        <p:spPr>
          <a:xfrm>
            <a:off x="1170432" y="3801618"/>
            <a:ext cx="287121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P(Dₜ₊₁ | Alert) ≈ 0.711</a:t>
            </a:r>
            <a:endParaRPr lang="en-US" sz="1400" dirty="0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61D4F75D-278D-4166-581A-1FC696C6E279}"/>
              </a:ext>
            </a:extLst>
          </p:cNvPr>
          <p:cNvSpPr/>
          <p:nvPr/>
        </p:nvSpPr>
        <p:spPr>
          <a:xfrm>
            <a:off x="4480560" y="3362706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F4E42F78-1241-24CA-B9DD-38C43F281D1A}"/>
              </a:ext>
            </a:extLst>
          </p:cNvPr>
          <p:cNvSpPr/>
          <p:nvPr/>
        </p:nvSpPr>
        <p:spPr>
          <a:xfrm>
            <a:off x="4645152" y="348157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FC7A4CF1-21F7-F6F8-5B6E-7A78F475B022}"/>
              </a:ext>
            </a:extLst>
          </p:cNvPr>
          <p:cNvSpPr/>
          <p:nvPr/>
        </p:nvSpPr>
        <p:spPr>
          <a:xfrm>
            <a:off x="4645152" y="3801618"/>
            <a:ext cx="287121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alert, the system is believed to be Degraded with </a:t>
            </a:r>
            <a:b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71% probability.</a:t>
            </a:r>
            <a:endParaRPr lang="en-US" sz="1400" dirty="0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3CBD02E7-AE4A-CAD0-A3F7-24F47ED000C0}"/>
              </a:ext>
            </a:extLst>
          </p:cNvPr>
          <p:cNvSpPr/>
          <p:nvPr/>
        </p:nvSpPr>
        <p:spPr>
          <a:xfrm>
            <a:off x="7955280" y="3362706"/>
            <a:ext cx="3200400" cy="1554480"/>
          </a:xfrm>
          <a:prstGeom prst="roundRect">
            <a:avLst>
              <a:gd name="adj" fmla="val 3529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FA2B605B-80C4-45A4-4867-7DA7607D8672}"/>
              </a:ext>
            </a:extLst>
          </p:cNvPr>
          <p:cNvSpPr/>
          <p:nvPr/>
        </p:nvSpPr>
        <p:spPr>
          <a:xfrm>
            <a:off x="8119872" y="3481578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1600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286D03B4-EB02-1A80-3894-EF57200A3D6F}"/>
              </a:ext>
            </a:extLst>
          </p:cNvPr>
          <p:cNvSpPr/>
          <p:nvPr/>
        </p:nvSpPr>
        <p:spPr>
          <a:xfrm>
            <a:off x="8119872" y="3801618"/>
            <a:ext cx="287121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Belief in Degraded rose from 0.26 to 0.711 because Alert strongly favors 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0696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BA70-05DB-8DDC-86B0-431A57AB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EF7C95-402F-67D8-0DBA-42811C8FA3A6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759FB4-64B2-95B8-0E3B-3C02D38BE334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5A637-8016-696A-F72D-C708819E694E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CF28EF-94CA-F5A4-44FE-E9CD41A8FF12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Try: complete one filtering step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E618F-77DF-B47B-2821-BD32D7A3A761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Work in pairs. Show all three stages.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46C0830-4B84-4187-426D-DCACDBAD3F31}"/>
              </a:ext>
            </a:extLst>
          </p:cNvPr>
          <p:cNvSpPr/>
          <p:nvPr/>
        </p:nvSpPr>
        <p:spPr>
          <a:xfrm>
            <a:off x="685800" y="1567542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DDA249B-43F9-490F-8E31-2E9FB833E38B}"/>
              </a:ext>
            </a:extLst>
          </p:cNvPr>
          <p:cNvSpPr/>
          <p:nvPr/>
        </p:nvSpPr>
        <p:spPr>
          <a:xfrm>
            <a:off x="850392" y="1686414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belief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7D9140BE-7B00-62F1-26DD-0FFA14DF6FA3}"/>
                  </a:ext>
                </a:extLst>
              </p:cNvPr>
              <p:cNvSpPr/>
              <p:nvPr/>
            </p:nvSpPr>
            <p:spPr>
              <a:xfrm>
                <a:off x="850392" y="2006454"/>
                <a:ext cx="2962656" cy="68580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sz="20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= [0.60, 0.40]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7D9140BE-7B00-62F1-26DD-0FFA14DF6F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" y="2006454"/>
                <a:ext cx="2962656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5">
            <a:extLst>
              <a:ext uri="{FF2B5EF4-FFF2-40B4-BE49-F238E27FC236}">
                <a16:creationId xmlns:a16="http://schemas.microsoft.com/office/drawing/2014/main" id="{5E53D6F8-42A1-F1A6-7699-92C3943B327C}"/>
              </a:ext>
            </a:extLst>
          </p:cNvPr>
          <p:cNvSpPr/>
          <p:nvPr/>
        </p:nvSpPr>
        <p:spPr>
          <a:xfrm>
            <a:off x="685800" y="3167741"/>
            <a:ext cx="3291840" cy="1645921"/>
          </a:xfrm>
          <a:prstGeom prst="rect">
            <a:avLst/>
          </a:prstGeom>
          <a:solidFill>
            <a:srgbClr val="FFFFFF"/>
          </a:solidFill>
          <a:ln w="8890">
            <a:solidFill>
              <a:srgbClr val="CBD5DE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BA3E0706-2906-3AAE-EE00-8EB22101CA17}"/>
              </a:ext>
            </a:extLst>
          </p:cNvPr>
          <p:cNvSpPr/>
          <p:nvPr/>
        </p:nvSpPr>
        <p:spPr>
          <a:xfrm>
            <a:off x="685800" y="3167742"/>
            <a:ext cx="1097280" cy="54864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0CC0FE34-ECE2-8D7B-4456-13910160498E}"/>
              </a:ext>
            </a:extLst>
          </p:cNvPr>
          <p:cNvSpPr/>
          <p:nvPr/>
        </p:nvSpPr>
        <p:spPr>
          <a:xfrm>
            <a:off x="1783080" y="3167742"/>
            <a:ext cx="1097280" cy="54864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6A0EB90E-2E75-70BC-D698-9535694BD343}"/>
              </a:ext>
            </a:extLst>
          </p:cNvPr>
          <p:cNvSpPr/>
          <p:nvPr/>
        </p:nvSpPr>
        <p:spPr>
          <a:xfrm>
            <a:off x="1783080" y="324089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 next</a:t>
            </a:r>
            <a:endParaRPr lang="en-US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7A030175-C322-3970-CED4-2AF8494617F0}"/>
              </a:ext>
            </a:extLst>
          </p:cNvPr>
          <p:cNvSpPr/>
          <p:nvPr/>
        </p:nvSpPr>
        <p:spPr>
          <a:xfrm>
            <a:off x="2880360" y="3167742"/>
            <a:ext cx="1097280" cy="54864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8B36017A-C5DC-52D0-3F42-BD0288C374F9}"/>
              </a:ext>
            </a:extLst>
          </p:cNvPr>
          <p:cNvSpPr/>
          <p:nvPr/>
        </p:nvSpPr>
        <p:spPr>
          <a:xfrm>
            <a:off x="2880360" y="324089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 next</a:t>
            </a:r>
            <a:endParaRPr lang="en-US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4F80CDFC-4EBD-3F74-78CA-A6D011E5EEF5}"/>
              </a:ext>
            </a:extLst>
          </p:cNvPr>
          <p:cNvSpPr/>
          <p:nvPr/>
        </p:nvSpPr>
        <p:spPr>
          <a:xfrm>
            <a:off x="685800" y="3716382"/>
            <a:ext cx="1097280" cy="54864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83E2B9C2-A535-2580-DC40-1E0B2EBB3422}"/>
              </a:ext>
            </a:extLst>
          </p:cNvPr>
          <p:cNvSpPr/>
          <p:nvPr/>
        </p:nvSpPr>
        <p:spPr>
          <a:xfrm>
            <a:off x="704088" y="3789534"/>
            <a:ext cx="1060704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H</a:t>
            </a:r>
            <a:endParaRPr lang="en-US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B06F4DE1-6EB1-461A-82FF-6FFDC26B0990}"/>
              </a:ext>
            </a:extLst>
          </p:cNvPr>
          <p:cNvSpPr/>
          <p:nvPr/>
        </p:nvSpPr>
        <p:spPr>
          <a:xfrm>
            <a:off x="1783080" y="3716382"/>
            <a:ext cx="1097280" cy="54864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656A30A8-9F4E-F495-5439-2A342FF1836A}"/>
              </a:ext>
            </a:extLst>
          </p:cNvPr>
          <p:cNvSpPr/>
          <p:nvPr/>
        </p:nvSpPr>
        <p:spPr>
          <a:xfrm>
            <a:off x="1783080" y="378953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313F"/>
                </a:solidFill>
              </a:rPr>
              <a:t>0.80</a:t>
            </a:r>
            <a:endParaRPr lang="en-US" sz="20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AE27A294-5545-D8B1-ADE3-7EA66256DEFE}"/>
              </a:ext>
            </a:extLst>
          </p:cNvPr>
          <p:cNvSpPr/>
          <p:nvPr/>
        </p:nvSpPr>
        <p:spPr>
          <a:xfrm>
            <a:off x="2880360" y="3716382"/>
            <a:ext cx="1097280" cy="54864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E9CF266A-E366-EAE8-11A0-3138E11FE332}"/>
              </a:ext>
            </a:extLst>
          </p:cNvPr>
          <p:cNvSpPr/>
          <p:nvPr/>
        </p:nvSpPr>
        <p:spPr>
          <a:xfrm>
            <a:off x="2880360" y="378953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313F"/>
                </a:solidFill>
              </a:rPr>
              <a:t>0.20</a:t>
            </a:r>
            <a:endParaRPr lang="en-US" sz="2000" dirty="0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B411A054-64B6-5A32-8C76-6FE47BDE8158}"/>
              </a:ext>
            </a:extLst>
          </p:cNvPr>
          <p:cNvSpPr/>
          <p:nvPr/>
        </p:nvSpPr>
        <p:spPr>
          <a:xfrm>
            <a:off x="685800" y="4265022"/>
            <a:ext cx="1097280" cy="54864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C6598A39-C7E7-49EF-57B3-BBB02F4678D0}"/>
              </a:ext>
            </a:extLst>
          </p:cNvPr>
          <p:cNvSpPr/>
          <p:nvPr/>
        </p:nvSpPr>
        <p:spPr>
          <a:xfrm>
            <a:off x="704088" y="4338174"/>
            <a:ext cx="1060704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</a:t>
            </a:r>
            <a:endParaRPr lang="en-US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EA256BEF-110B-1D25-FCF4-42C44D67ADDA}"/>
              </a:ext>
            </a:extLst>
          </p:cNvPr>
          <p:cNvSpPr/>
          <p:nvPr/>
        </p:nvSpPr>
        <p:spPr>
          <a:xfrm>
            <a:off x="1783080" y="4265022"/>
            <a:ext cx="1097280" cy="54864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3E115785-66DE-393A-4F48-5BDA92BDCCFC}"/>
              </a:ext>
            </a:extLst>
          </p:cNvPr>
          <p:cNvSpPr/>
          <p:nvPr/>
        </p:nvSpPr>
        <p:spPr>
          <a:xfrm>
            <a:off x="1783080" y="433817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313F"/>
                </a:solidFill>
              </a:rPr>
              <a:t>0.25</a:t>
            </a:r>
            <a:endParaRPr lang="en-US" sz="200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D92AEE6A-2D7F-C9C4-E9F6-5BAA6996770B}"/>
              </a:ext>
            </a:extLst>
          </p:cNvPr>
          <p:cNvSpPr/>
          <p:nvPr/>
        </p:nvSpPr>
        <p:spPr>
          <a:xfrm>
            <a:off x="2880360" y="4265022"/>
            <a:ext cx="1097280" cy="54864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800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1218EE7E-382D-B105-C333-526294B70C2D}"/>
              </a:ext>
            </a:extLst>
          </p:cNvPr>
          <p:cNvSpPr/>
          <p:nvPr/>
        </p:nvSpPr>
        <p:spPr>
          <a:xfrm>
            <a:off x="2880360" y="4338174"/>
            <a:ext cx="1097280" cy="3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313F"/>
                </a:solidFill>
              </a:rPr>
              <a:t>0.75</a:t>
            </a:r>
            <a:endParaRPr lang="en-US" sz="2000" dirty="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28D1318C-EDFA-8E69-B928-F3E40C4F1AE5}"/>
              </a:ext>
            </a:extLst>
          </p:cNvPr>
          <p:cNvSpPr/>
          <p:nvPr/>
        </p:nvSpPr>
        <p:spPr>
          <a:xfrm>
            <a:off x="4343400" y="1567542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79" name="Text 24">
            <a:extLst>
              <a:ext uri="{FF2B5EF4-FFF2-40B4-BE49-F238E27FC236}">
                <a16:creationId xmlns:a16="http://schemas.microsoft.com/office/drawing/2014/main" id="{5EECF6F0-BBF6-C382-B4C1-0ACE11195750}"/>
              </a:ext>
            </a:extLst>
          </p:cNvPr>
          <p:cNvSpPr/>
          <p:nvPr/>
        </p:nvSpPr>
        <p:spPr>
          <a:xfrm>
            <a:off x="4507992" y="168641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model</a:t>
            </a:r>
            <a:endParaRPr lang="en-US" dirty="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D00222BA-998A-B84E-B9DD-8FE758DA9A3F}"/>
              </a:ext>
            </a:extLst>
          </p:cNvPr>
          <p:cNvSpPr/>
          <p:nvPr/>
        </p:nvSpPr>
        <p:spPr>
          <a:xfrm>
            <a:off x="4507992" y="2006454"/>
            <a:ext cx="309981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P(Warning | H) = 0.20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P(Warning | D) = 0.80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Observed: Warning</a:t>
            </a:r>
            <a:endParaRPr lang="en-US" dirty="0"/>
          </a:p>
        </p:txBody>
      </p:sp>
      <p:sp>
        <p:nvSpPr>
          <p:cNvPr id="83" name="Shape 26">
            <a:extLst>
              <a:ext uri="{FF2B5EF4-FFF2-40B4-BE49-F238E27FC236}">
                <a16:creationId xmlns:a16="http://schemas.microsoft.com/office/drawing/2014/main" id="{784971D5-5D96-ECE4-202C-91E07115B959}"/>
              </a:ext>
            </a:extLst>
          </p:cNvPr>
          <p:cNvSpPr/>
          <p:nvPr/>
        </p:nvSpPr>
        <p:spPr>
          <a:xfrm>
            <a:off x="8138160" y="1567542"/>
            <a:ext cx="3337560" cy="3246120"/>
          </a:xfrm>
          <a:prstGeom prst="roundRect">
            <a:avLst>
              <a:gd name="adj" fmla="val 1690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D45359DC-3661-9DF3-35E6-434860503430}"/>
              </a:ext>
            </a:extLst>
          </p:cNvPr>
          <p:cNvSpPr/>
          <p:nvPr/>
        </p:nvSpPr>
        <p:spPr>
          <a:xfrm>
            <a:off x="8302752" y="168641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tasks</a:t>
            </a:r>
            <a:endParaRPr lang="en-US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C18FC779-9D5B-D1DA-D25C-25370F83AF4E}"/>
              </a:ext>
            </a:extLst>
          </p:cNvPr>
          <p:cNvSpPr/>
          <p:nvPr/>
        </p:nvSpPr>
        <p:spPr>
          <a:xfrm>
            <a:off x="8302752" y="2006454"/>
            <a:ext cx="300837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Predict the next belief.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Reweight by Warning.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Normalize.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Interpret the final P(D).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018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3DB4-FC2D-C64B-27E7-EE9DD3526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C25245-BB3E-BB01-B329-EE5DD473A7D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424BC-D7B1-6192-DF44-4624AA7DB87C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B4BD7-2BF9-CD12-0818-B999EB863C48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31C0F-987A-52BE-BD7D-1555BF2ED3C9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Try: complete one filtering step (solution)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9302D-7773-BF37-448F-2865F812FF2C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Use the same Predict → Observe → Normalize structure every time.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0FA3984-9799-38E2-374B-1D28FB40742B}"/>
              </a:ext>
            </a:extLst>
          </p:cNvPr>
          <p:cNvSpPr/>
          <p:nvPr/>
        </p:nvSpPr>
        <p:spPr>
          <a:xfrm>
            <a:off x="704088" y="3858984"/>
            <a:ext cx="3383280" cy="1765157"/>
          </a:xfrm>
          <a:prstGeom prst="roundRect">
            <a:avLst>
              <a:gd name="adj" fmla="val 1622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81F9BBC-C0D8-FF51-F770-A0D4F7FFBC99}"/>
              </a:ext>
            </a:extLst>
          </p:cNvPr>
          <p:cNvSpPr/>
          <p:nvPr/>
        </p:nvSpPr>
        <p:spPr>
          <a:xfrm>
            <a:off x="868680" y="3969883"/>
            <a:ext cx="3054096" cy="10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Predict</a:t>
            </a:r>
            <a:endParaRPr lang="en-US" sz="1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A9BF56C-B975-A374-0A6D-8EEFD38A87B1}"/>
              </a:ext>
            </a:extLst>
          </p:cNvPr>
          <p:cNvSpPr/>
          <p:nvPr/>
        </p:nvSpPr>
        <p:spPr>
          <a:xfrm>
            <a:off x="868680" y="4267136"/>
            <a:ext cx="3054096" cy="1258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(.60)(.80)+(.40)(.25)=.58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 (.60)(.20)+(.40)(.75)=.42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Predicted: [.58, .42]</a:t>
            </a:r>
            <a:endParaRPr lang="en-US" sz="14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A88AD6B6-165B-92C4-155D-D3C0A21ED28C}"/>
              </a:ext>
            </a:extLst>
          </p:cNvPr>
          <p:cNvSpPr/>
          <p:nvPr/>
        </p:nvSpPr>
        <p:spPr>
          <a:xfrm>
            <a:off x="4334256" y="3858984"/>
            <a:ext cx="3383280" cy="1765157"/>
          </a:xfrm>
          <a:prstGeom prst="roundRect">
            <a:avLst>
              <a:gd name="adj" fmla="val 1622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41535CF-3F0C-DD59-5E6F-C5E83FC4A504}"/>
              </a:ext>
            </a:extLst>
          </p:cNvPr>
          <p:cNvSpPr/>
          <p:nvPr/>
        </p:nvSpPr>
        <p:spPr>
          <a:xfrm>
            <a:off x="4498848" y="3969883"/>
            <a:ext cx="3054096" cy="10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Reweight</a:t>
            </a:r>
            <a:endParaRPr lang="en-US" sz="14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5D52F72-29EA-9FDB-1B40-BD125759A13C}"/>
              </a:ext>
            </a:extLst>
          </p:cNvPr>
          <p:cNvSpPr/>
          <p:nvPr/>
        </p:nvSpPr>
        <p:spPr>
          <a:xfrm>
            <a:off x="4498848" y="4267136"/>
            <a:ext cx="3054096" cy="1258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(.58)(.20)=.116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 (.42)(.80)=.336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= .452</a:t>
            </a:r>
            <a:endParaRPr lang="en-US" sz="14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0DD66F80-9468-9AA7-65FA-1A3201947E30}"/>
              </a:ext>
            </a:extLst>
          </p:cNvPr>
          <p:cNvSpPr/>
          <p:nvPr/>
        </p:nvSpPr>
        <p:spPr>
          <a:xfrm>
            <a:off x="7964424" y="3858984"/>
            <a:ext cx="3383280" cy="1765157"/>
          </a:xfrm>
          <a:prstGeom prst="roundRect">
            <a:avLst>
              <a:gd name="adj" fmla="val 1622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31EDC22-AF24-DD85-E5DA-FA5616D83710}"/>
              </a:ext>
            </a:extLst>
          </p:cNvPr>
          <p:cNvSpPr/>
          <p:nvPr/>
        </p:nvSpPr>
        <p:spPr>
          <a:xfrm>
            <a:off x="8129016" y="3969883"/>
            <a:ext cx="3054096" cy="106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Normalize + interpret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1A447CF-3CE5-9D45-8396-1525D3DAACA6}"/>
              </a:ext>
            </a:extLst>
          </p:cNvPr>
          <p:cNvSpPr/>
          <p:nvPr/>
        </p:nvSpPr>
        <p:spPr>
          <a:xfrm>
            <a:off x="8129016" y="4267136"/>
            <a:ext cx="3054096" cy="1258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H: .116/.452 ≈ .257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 .336/.452 ≈ .743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Warning shifts belief strongly toward Degraded.</a:t>
            </a:r>
            <a:endParaRPr lang="en-US" sz="1400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1BB8149D-D3B2-E588-B976-26CFC49FA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48" y="1204492"/>
            <a:ext cx="8014095" cy="2428651"/>
          </a:xfrm>
          <a:prstGeom prst="rect">
            <a:avLst/>
          </a:prstGeom>
        </p:spPr>
      </p:pic>
      <p:sp>
        <p:nvSpPr>
          <p:cNvPr id="109" name="Rounded Rectangle 14">
            <a:extLst>
              <a:ext uri="{FF2B5EF4-FFF2-40B4-BE49-F238E27FC236}">
                <a16:creationId xmlns:a16="http://schemas.microsoft.com/office/drawing/2014/main" id="{D4B2281A-5141-90AD-8642-64EDDC4D6D5A}"/>
              </a:ext>
            </a:extLst>
          </p:cNvPr>
          <p:cNvSpPr/>
          <p:nvPr/>
        </p:nvSpPr>
        <p:spPr>
          <a:xfrm>
            <a:off x="975360" y="5814061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observation did not create the prior belief; it corrected the prediction produced by the transition model.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48360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1918-BE26-BB3C-95D7-76804D41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952FC-BA80-0460-D4B2-3EA89E1D4E9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6DC134-D01C-D240-D96A-BD953071B511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E7DB6-4D30-1853-A91D-A55A9DB2D182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CBFDF-FC25-2B4C-BA5E-A82A6745F484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accumulates through time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3C8385-5E99-97A8-2943-8A9C78C2E482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Filtering repeats as the hidden process evolves and new readings arrive.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2197544-6B4B-3EFD-E489-C048684B54D3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posterior becomes the starting belief for the next prediction.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BA1976C-EA1A-92DE-6986-FE8DDFDAB201}"/>
              </a:ext>
            </a:extLst>
          </p:cNvPr>
          <p:cNvSpPr/>
          <p:nvPr/>
        </p:nvSpPr>
        <p:spPr>
          <a:xfrm>
            <a:off x="1371600" y="170742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310E27F-BAA7-EB8D-7DBA-13264DC1925E}"/>
              </a:ext>
            </a:extLst>
          </p:cNvPr>
          <p:cNvSpPr/>
          <p:nvPr/>
        </p:nvSpPr>
        <p:spPr>
          <a:xfrm>
            <a:off x="1371600" y="179886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baseline="-250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8EA8158-DCF4-319F-F582-642D8D11B092}"/>
              </a:ext>
            </a:extLst>
          </p:cNvPr>
          <p:cNvSpPr/>
          <p:nvPr/>
        </p:nvSpPr>
        <p:spPr>
          <a:xfrm>
            <a:off x="1371600" y="326190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D7DF759-DD24-B30E-29FA-8C6AB03E72BB}"/>
              </a:ext>
            </a:extLst>
          </p:cNvPr>
          <p:cNvSpPr/>
          <p:nvPr/>
        </p:nvSpPr>
        <p:spPr>
          <a:xfrm>
            <a:off x="1371600" y="335334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baseline="-250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21BE4634-AC21-F254-962C-1B3ACE9E07BD}"/>
              </a:ext>
            </a:extLst>
          </p:cNvPr>
          <p:cNvSpPr/>
          <p:nvPr/>
        </p:nvSpPr>
        <p:spPr>
          <a:xfrm>
            <a:off x="1737360" y="2146336"/>
            <a:ext cx="0" cy="1078992"/>
          </a:xfrm>
          <a:prstGeom prst="line">
            <a:avLst/>
          </a:prstGeom>
          <a:noFill/>
          <a:ln w="1651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3C1C9255-8F83-F15C-D8E4-9AD7A9D4D221}"/>
              </a:ext>
            </a:extLst>
          </p:cNvPr>
          <p:cNvSpPr/>
          <p:nvPr/>
        </p:nvSpPr>
        <p:spPr>
          <a:xfrm>
            <a:off x="2130552" y="1908592"/>
            <a:ext cx="1993392" cy="0"/>
          </a:xfrm>
          <a:prstGeom prst="line">
            <a:avLst/>
          </a:prstGeom>
          <a:noFill/>
          <a:ln w="1778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6E1C6096-988A-618F-2A30-CDDCED6515F4}"/>
              </a:ext>
            </a:extLst>
          </p:cNvPr>
          <p:cNvSpPr/>
          <p:nvPr/>
        </p:nvSpPr>
        <p:spPr>
          <a:xfrm>
            <a:off x="4160520" y="170742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EDD6849D-98FD-7B10-E6D4-3F79E7500837}"/>
              </a:ext>
            </a:extLst>
          </p:cNvPr>
          <p:cNvSpPr/>
          <p:nvPr/>
        </p:nvSpPr>
        <p:spPr>
          <a:xfrm>
            <a:off x="4160520" y="179886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baseline="-250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B1DFDC15-72FB-729E-9BAD-FC641A20C8F0}"/>
              </a:ext>
            </a:extLst>
          </p:cNvPr>
          <p:cNvSpPr/>
          <p:nvPr/>
        </p:nvSpPr>
        <p:spPr>
          <a:xfrm>
            <a:off x="4160520" y="326190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EDAC93D8-43AA-2968-9C99-65EE7BC3DADD}"/>
              </a:ext>
            </a:extLst>
          </p:cNvPr>
          <p:cNvSpPr/>
          <p:nvPr/>
        </p:nvSpPr>
        <p:spPr>
          <a:xfrm>
            <a:off x="4160520" y="335334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baseline="-250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2022124F-5817-468D-ACF3-E909FB563695}"/>
              </a:ext>
            </a:extLst>
          </p:cNvPr>
          <p:cNvSpPr/>
          <p:nvPr/>
        </p:nvSpPr>
        <p:spPr>
          <a:xfrm>
            <a:off x="4526280" y="2146336"/>
            <a:ext cx="0" cy="1078992"/>
          </a:xfrm>
          <a:prstGeom prst="line">
            <a:avLst/>
          </a:prstGeom>
          <a:noFill/>
          <a:ln w="1651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38E42CBE-589A-6998-59E9-8DC70623F2CA}"/>
              </a:ext>
            </a:extLst>
          </p:cNvPr>
          <p:cNvSpPr/>
          <p:nvPr/>
        </p:nvSpPr>
        <p:spPr>
          <a:xfrm>
            <a:off x="4919472" y="1908592"/>
            <a:ext cx="1993392" cy="0"/>
          </a:xfrm>
          <a:prstGeom prst="line">
            <a:avLst/>
          </a:prstGeom>
          <a:noFill/>
          <a:ln w="1778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28288732-1B3F-F184-8030-4F0E18CF068C}"/>
              </a:ext>
            </a:extLst>
          </p:cNvPr>
          <p:cNvSpPr/>
          <p:nvPr/>
        </p:nvSpPr>
        <p:spPr>
          <a:xfrm>
            <a:off x="6949440" y="170742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01E89386-8D77-09CB-1D09-69A70705C80A}"/>
              </a:ext>
            </a:extLst>
          </p:cNvPr>
          <p:cNvSpPr/>
          <p:nvPr/>
        </p:nvSpPr>
        <p:spPr>
          <a:xfrm>
            <a:off x="6949440" y="179886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baseline="-25000" dirty="0"/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C5B3CC50-900F-EABA-328A-F1F11A99FFFD}"/>
              </a:ext>
            </a:extLst>
          </p:cNvPr>
          <p:cNvSpPr/>
          <p:nvPr/>
        </p:nvSpPr>
        <p:spPr>
          <a:xfrm>
            <a:off x="6949440" y="326190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2" name="Text 17">
            <a:extLst>
              <a:ext uri="{FF2B5EF4-FFF2-40B4-BE49-F238E27FC236}">
                <a16:creationId xmlns:a16="http://schemas.microsoft.com/office/drawing/2014/main" id="{DDCC5138-EE38-3B5E-5ACD-598C2323A262}"/>
              </a:ext>
            </a:extLst>
          </p:cNvPr>
          <p:cNvSpPr/>
          <p:nvPr/>
        </p:nvSpPr>
        <p:spPr>
          <a:xfrm>
            <a:off x="6949440" y="335334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baseline="-25000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FF0D8532-1B8D-EC92-FF89-E7D6957B791D}"/>
              </a:ext>
            </a:extLst>
          </p:cNvPr>
          <p:cNvSpPr/>
          <p:nvPr/>
        </p:nvSpPr>
        <p:spPr>
          <a:xfrm>
            <a:off x="7315200" y="2146336"/>
            <a:ext cx="0" cy="1078992"/>
          </a:xfrm>
          <a:prstGeom prst="line">
            <a:avLst/>
          </a:prstGeom>
          <a:noFill/>
          <a:ln w="1651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45C46DC2-87A5-3B3F-951A-5EAED6313E4E}"/>
              </a:ext>
            </a:extLst>
          </p:cNvPr>
          <p:cNvSpPr/>
          <p:nvPr/>
        </p:nvSpPr>
        <p:spPr>
          <a:xfrm>
            <a:off x="7708392" y="1908592"/>
            <a:ext cx="1993392" cy="0"/>
          </a:xfrm>
          <a:prstGeom prst="line">
            <a:avLst/>
          </a:prstGeom>
          <a:noFill/>
          <a:ln w="1778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71" name="Shape 20">
            <a:extLst>
              <a:ext uri="{FF2B5EF4-FFF2-40B4-BE49-F238E27FC236}">
                <a16:creationId xmlns:a16="http://schemas.microsoft.com/office/drawing/2014/main" id="{535A04CC-F976-1CDC-B15D-5352DB12E64B}"/>
              </a:ext>
            </a:extLst>
          </p:cNvPr>
          <p:cNvSpPr/>
          <p:nvPr/>
        </p:nvSpPr>
        <p:spPr>
          <a:xfrm>
            <a:off x="9738360" y="170742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68C4097D-BCF7-C3FF-5B32-E6245DE3B670}"/>
              </a:ext>
            </a:extLst>
          </p:cNvPr>
          <p:cNvSpPr/>
          <p:nvPr/>
        </p:nvSpPr>
        <p:spPr>
          <a:xfrm>
            <a:off x="9738360" y="179886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baseline="-25000" dirty="0"/>
          </a:p>
        </p:txBody>
      </p:sp>
      <p:sp>
        <p:nvSpPr>
          <p:cNvPr id="75" name="Shape 22">
            <a:extLst>
              <a:ext uri="{FF2B5EF4-FFF2-40B4-BE49-F238E27FC236}">
                <a16:creationId xmlns:a16="http://schemas.microsoft.com/office/drawing/2014/main" id="{445979EE-A4C7-A3AD-C8D8-5EE387914C89}"/>
              </a:ext>
            </a:extLst>
          </p:cNvPr>
          <p:cNvSpPr/>
          <p:nvPr/>
        </p:nvSpPr>
        <p:spPr>
          <a:xfrm>
            <a:off x="9738360" y="3261904"/>
            <a:ext cx="731520" cy="411480"/>
          </a:xfrm>
          <a:prstGeom prst="roundRect">
            <a:avLst>
              <a:gd name="adj" fmla="val 11111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7ACFA7EA-BAC8-A669-F7D4-54779AFC46B3}"/>
              </a:ext>
            </a:extLst>
          </p:cNvPr>
          <p:cNvSpPr/>
          <p:nvPr/>
        </p:nvSpPr>
        <p:spPr>
          <a:xfrm>
            <a:off x="9738360" y="3353344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baseline="-25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baseline="-25000" dirty="0"/>
          </a:p>
        </p:txBody>
      </p:sp>
      <p:sp>
        <p:nvSpPr>
          <p:cNvPr id="79" name="Shape 24">
            <a:extLst>
              <a:ext uri="{FF2B5EF4-FFF2-40B4-BE49-F238E27FC236}">
                <a16:creationId xmlns:a16="http://schemas.microsoft.com/office/drawing/2014/main" id="{667BEAD1-A1D4-D8C3-C76C-7C0D7DED39B7}"/>
              </a:ext>
            </a:extLst>
          </p:cNvPr>
          <p:cNvSpPr/>
          <p:nvPr/>
        </p:nvSpPr>
        <p:spPr>
          <a:xfrm>
            <a:off x="10104120" y="2146336"/>
            <a:ext cx="0" cy="1078992"/>
          </a:xfrm>
          <a:prstGeom prst="line">
            <a:avLst/>
          </a:prstGeom>
          <a:noFill/>
          <a:ln w="1651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306C951C-D055-806F-90AB-9BE962AB4005}"/>
              </a:ext>
            </a:extLst>
          </p:cNvPr>
          <p:cNvSpPr/>
          <p:nvPr/>
        </p:nvSpPr>
        <p:spPr>
          <a:xfrm>
            <a:off x="2304288" y="1433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514"/>
                </a:solidFill>
              </a:rPr>
              <a:t>Predict</a:t>
            </a:r>
            <a:endParaRPr lang="en-US" sz="2000" dirty="0"/>
          </a:p>
        </p:txBody>
      </p:sp>
      <p:sp>
        <p:nvSpPr>
          <p:cNvPr id="83" name="Text 26">
            <a:extLst>
              <a:ext uri="{FF2B5EF4-FFF2-40B4-BE49-F238E27FC236}">
                <a16:creationId xmlns:a16="http://schemas.microsoft.com/office/drawing/2014/main" id="{B295D177-46CE-F9F1-B58C-B6C984F1A11A}"/>
              </a:ext>
            </a:extLst>
          </p:cNvPr>
          <p:cNvSpPr/>
          <p:nvPr/>
        </p:nvSpPr>
        <p:spPr>
          <a:xfrm>
            <a:off x="5093208" y="1433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514"/>
                </a:solidFill>
              </a:rPr>
              <a:t>Predict</a:t>
            </a:r>
            <a:endParaRPr lang="en-US" sz="2000" dirty="0"/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72625FB8-C863-A6FF-8F31-6F8360D7F64A}"/>
              </a:ext>
            </a:extLst>
          </p:cNvPr>
          <p:cNvSpPr/>
          <p:nvPr/>
        </p:nvSpPr>
        <p:spPr>
          <a:xfrm>
            <a:off x="7882128" y="1433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514"/>
                </a:solidFill>
              </a:rPr>
              <a:t>Predict</a:t>
            </a:r>
            <a:endParaRPr lang="en-US" sz="2000" dirty="0"/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6F99D2C6-0C62-BE52-1804-F788A1B8B359}"/>
              </a:ext>
            </a:extLst>
          </p:cNvPr>
          <p:cNvSpPr/>
          <p:nvPr/>
        </p:nvSpPr>
        <p:spPr>
          <a:xfrm>
            <a:off x="2514600" y="3783657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1BD"/>
                </a:solidFill>
              </a:rPr>
              <a:t>Observe / update at each time step</a:t>
            </a:r>
            <a:endParaRPr lang="en-US" sz="1600" dirty="0"/>
          </a:p>
        </p:txBody>
      </p:sp>
      <p:sp>
        <p:nvSpPr>
          <p:cNvPr id="101" name="Shape 29">
            <a:extLst>
              <a:ext uri="{FF2B5EF4-FFF2-40B4-BE49-F238E27FC236}">
                <a16:creationId xmlns:a16="http://schemas.microsoft.com/office/drawing/2014/main" id="{E03D8F47-1A0E-9F6C-C839-407F3D3A8F4B}"/>
              </a:ext>
            </a:extLst>
          </p:cNvPr>
          <p:cNvSpPr/>
          <p:nvPr/>
        </p:nvSpPr>
        <p:spPr>
          <a:xfrm>
            <a:off x="1965960" y="4359729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03" name="Text 30">
            <a:extLst>
              <a:ext uri="{FF2B5EF4-FFF2-40B4-BE49-F238E27FC236}">
                <a16:creationId xmlns:a16="http://schemas.microsoft.com/office/drawing/2014/main" id="{C306689A-4B24-0624-F082-E7E108771CA6}"/>
              </a:ext>
            </a:extLst>
          </p:cNvPr>
          <p:cNvSpPr/>
          <p:nvPr/>
        </p:nvSpPr>
        <p:spPr>
          <a:xfrm>
            <a:off x="2130552" y="4478601"/>
            <a:ext cx="7808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over time?</a:t>
            </a:r>
            <a:endParaRPr lang="en-US" sz="1600" dirty="0"/>
          </a:p>
        </p:txBody>
      </p:sp>
      <p:sp>
        <p:nvSpPr>
          <p:cNvPr id="105" name="Text 31">
            <a:extLst>
              <a:ext uri="{FF2B5EF4-FFF2-40B4-BE49-F238E27FC236}">
                <a16:creationId xmlns:a16="http://schemas.microsoft.com/office/drawing/2014/main" id="{2A21D3BA-252B-9157-BB47-B0613A60ED03}"/>
              </a:ext>
            </a:extLst>
          </p:cNvPr>
          <p:cNvSpPr/>
          <p:nvPr/>
        </p:nvSpPr>
        <p:spPr>
          <a:xfrm>
            <a:off x="2130552" y="4798641"/>
            <a:ext cx="7808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Passage of time can move/spread belief; observations can sharpen or redirect it.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90186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C4A51-F004-8454-A9C0-84827693D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745DA7-B60E-3581-C97E-51A763B2DACC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08C085-19FD-4C45-16ED-0ACDAD493F8A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620C4-BD3C-7F8A-602E-A14212C22C90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099C6-11A7-0496-450B-70CDE90B366A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matters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DBB698-D0FE-E9C3-D6FD-4530952D06D9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Different evidence histories can produce different current beliefs.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FCABC455-32F8-1C0A-B646-E0C1C6E01769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interpreted in the context of the transition dynamics and all prior evidence.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BA732C2-B0EC-C79D-F4B6-E978C0FD388D}"/>
              </a:ext>
            </a:extLst>
          </p:cNvPr>
          <p:cNvSpPr/>
          <p:nvPr/>
        </p:nvSpPr>
        <p:spPr>
          <a:xfrm>
            <a:off x="777240" y="133459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FBECEC"/>
          </a:solidFill>
          <a:ln w="10160">
            <a:solidFill>
              <a:srgbClr val="E9BFBC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C3D70EC-9851-1120-4FAA-DD6A6CF3B3D6}"/>
              </a:ext>
            </a:extLst>
          </p:cNvPr>
          <p:cNvSpPr/>
          <p:nvPr/>
        </p:nvSpPr>
        <p:spPr>
          <a:xfrm>
            <a:off x="941832" y="145346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5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A</a:t>
            </a:r>
            <a:endParaRPr lang="en-US" sz="20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61A725D-B402-FD30-C21D-041FE1A9CD48}"/>
              </a:ext>
            </a:extLst>
          </p:cNvPr>
          <p:cNvSpPr/>
          <p:nvPr/>
        </p:nvSpPr>
        <p:spPr>
          <a:xfrm>
            <a:off x="941832" y="1773502"/>
            <a:ext cx="47000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→ Alert → Normal</a:t>
            </a:r>
            <a:endParaRPr lang="en-US" sz="18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BE44759-F55D-A064-F903-BC83A0BC9815}"/>
              </a:ext>
            </a:extLst>
          </p:cNvPr>
          <p:cNvSpPr/>
          <p:nvPr/>
        </p:nvSpPr>
        <p:spPr>
          <a:xfrm>
            <a:off x="6355080" y="133459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9FFA84B9-E067-1103-F523-685C6BB0709E}"/>
              </a:ext>
            </a:extLst>
          </p:cNvPr>
          <p:cNvSpPr/>
          <p:nvPr/>
        </p:nvSpPr>
        <p:spPr>
          <a:xfrm>
            <a:off x="6519672" y="145346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A3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B</a:t>
            </a:r>
            <a:endParaRPr lang="en-US" sz="2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DAD7BD35-B213-57ED-5B85-A4EF389D765A}"/>
              </a:ext>
            </a:extLst>
          </p:cNvPr>
          <p:cNvSpPr/>
          <p:nvPr/>
        </p:nvSpPr>
        <p:spPr>
          <a:xfrm>
            <a:off x="6519672" y="1773502"/>
            <a:ext cx="47000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→ Normal → Alert</a:t>
            </a:r>
            <a:endParaRPr lang="en-US" sz="18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94EA3265-C150-E0FD-D126-0F9FC4FBF162}"/>
              </a:ext>
            </a:extLst>
          </p:cNvPr>
          <p:cNvSpPr/>
          <p:nvPr/>
        </p:nvSpPr>
        <p:spPr>
          <a:xfrm>
            <a:off x="1371600" y="371203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</a:rPr>
              <a:t>Which sequence should generally leave greater belief in Degraded?</a:t>
            </a:r>
            <a:endParaRPr lang="en-US" sz="16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886B3DB-6FE6-BD23-47E4-2B4EEDB5BA52}"/>
              </a:ext>
            </a:extLst>
          </p:cNvPr>
          <p:cNvSpPr/>
          <p:nvPr/>
        </p:nvSpPr>
        <p:spPr>
          <a:xfrm>
            <a:off x="1965960" y="432467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87785"/>
                </a:solidFill>
              </a:rPr>
              <a:t>Do not calculate. Predict and justify using recency + accumulated evidence.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56196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90D9-8D3D-A52B-E146-0856E9D3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B825C-6CE8-9569-922F-31E7EEF0FD31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7C9AF-F1FD-B742-8F06-63A6F20B8223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30CFD-CDFC-810D-9218-08985FDF903D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22EA5-D100-27E6-DEB2-B220F3FF0E48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different HMM questions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D8B23-D723-27CF-5838-0A7ECC263D7E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Same model, different inference goals.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2B0C025-DBE2-6CF9-D992-38E738A7F8E0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precise about the question before choosing an inference method.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52FB6DF-93BC-BB70-504B-8730B0FA483B}"/>
              </a:ext>
            </a:extLst>
          </p:cNvPr>
          <p:cNvSpPr/>
          <p:nvPr/>
        </p:nvSpPr>
        <p:spPr>
          <a:xfrm>
            <a:off x="731520" y="128016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FD8037F-1432-3311-DE16-BEBEA1FE8880}"/>
              </a:ext>
            </a:extLst>
          </p:cNvPr>
          <p:cNvSpPr/>
          <p:nvPr/>
        </p:nvSpPr>
        <p:spPr>
          <a:xfrm>
            <a:off x="896112" y="13990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A3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FILTERING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733ED41E-EDA9-D989-022E-843C84B82CA2}"/>
                  </a:ext>
                </a:extLst>
              </p:cNvPr>
              <p:cNvSpPr/>
              <p:nvPr/>
            </p:nvSpPr>
            <p:spPr>
              <a:xfrm>
                <a:off x="896112" y="1719072"/>
                <a:ext cx="3191256" cy="292608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What is the hidden state now, given evidence so far?</a:t>
                </a:r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𝑋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 | 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𝑒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₁:</m:t>
                      </m:r>
                      <m:r>
                        <a:rPr lang="en-US" sz="1600" i="1" baseline="-2500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𝑡</m:t>
                      </m:r>
                      <m:r>
                        <a:rPr lang="en-US" sz="1600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:endParaRPr lang="en-US" sz="1600" dirty="0"/>
              </a:p>
              <a:p>
                <a:pPr marL="0" indent="0" algn="ctr">
                  <a:buNone/>
                </a:pPr>
                <a:r>
                  <a:rPr lang="en-US" sz="1600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This lesson: MASTER</a:t>
                </a:r>
                <a:endParaRPr lang="en-US" sz="1600" dirty="0"/>
              </a:p>
            </p:txBody>
          </p:sp>
        </mc:Choice>
        <mc:Fallback xmlns="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733ED41E-EDA9-D989-022E-843C84B82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1719072"/>
                <a:ext cx="3191256" cy="2926080"/>
              </a:xfrm>
              <a:prstGeom prst="rect">
                <a:avLst/>
              </a:prstGeom>
              <a:blipFill>
                <a:blip r:embed="rId3"/>
                <a:stretch>
                  <a:fillRect l="-1908" r="-32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5">
            <a:extLst>
              <a:ext uri="{FF2B5EF4-FFF2-40B4-BE49-F238E27FC236}">
                <a16:creationId xmlns:a16="http://schemas.microsoft.com/office/drawing/2014/main" id="{097C1BDE-68D3-BC71-24E4-FB3271169E27}"/>
              </a:ext>
            </a:extLst>
          </p:cNvPr>
          <p:cNvSpPr/>
          <p:nvPr/>
        </p:nvSpPr>
        <p:spPr>
          <a:xfrm>
            <a:off x="4343400" y="128016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C8DF3DC-42DE-0525-FFBA-2946D110AB7D}"/>
              </a:ext>
            </a:extLst>
          </p:cNvPr>
          <p:cNvSpPr/>
          <p:nvPr/>
        </p:nvSpPr>
        <p:spPr>
          <a:xfrm>
            <a:off x="4507992" y="13990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1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1AF1863-4735-3B8A-1623-DF54B862802A}"/>
              </a:ext>
            </a:extLst>
          </p:cNvPr>
          <p:cNvSpPr/>
          <p:nvPr/>
        </p:nvSpPr>
        <p:spPr>
          <a:xfrm>
            <a:off x="4507992" y="1719072"/>
            <a:ext cx="3191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current evidence, what might the hidden state be later?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Propagate the current posterior without a new observation.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conceptually</a:t>
            </a:r>
            <a:endParaRPr lang="en-US" sz="16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895E1CE2-3410-76E5-5F7E-6ACD16695CA6}"/>
              </a:ext>
            </a:extLst>
          </p:cNvPr>
          <p:cNvSpPr/>
          <p:nvPr/>
        </p:nvSpPr>
        <p:spPr>
          <a:xfrm>
            <a:off x="7955280" y="1280160"/>
            <a:ext cx="3520440" cy="3474720"/>
          </a:xfrm>
          <a:prstGeom prst="roundRect">
            <a:avLst>
              <a:gd name="adj" fmla="val 1579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2AB6AFEF-C877-AF3D-111D-716B0E5E9710}"/>
              </a:ext>
            </a:extLst>
          </p:cNvPr>
          <p:cNvSpPr/>
          <p:nvPr/>
        </p:nvSpPr>
        <p:spPr>
          <a:xfrm>
            <a:off x="8119872" y="13990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A5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MOST-LIKELY SEQUENCE</a:t>
            </a:r>
            <a:endParaRPr lang="en-US" sz="16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CFF2FE4C-0EF2-5B8A-50EE-AE1E29657C1D}"/>
              </a:ext>
            </a:extLst>
          </p:cNvPr>
          <p:cNvSpPr/>
          <p:nvPr/>
        </p:nvSpPr>
        <p:spPr>
          <a:xfrm>
            <a:off x="8119872" y="1719072"/>
            <a:ext cx="319125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hidden-state path most likely explains the observations?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problem from filtering.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exposure only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5677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2AAE-45E2-F78F-0E71-55A549C5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8CD0B1-AE16-A36E-ECF3-22720B137FDA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2CA88-8357-BA36-049E-27DA12C72569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C04D6-F1B0-E892-9D82-084340CE33DD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1F2B65-01B8-895C-CB16-84626D95AB4B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HMM methods (conceptual only)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FA309-02B3-E923-E9F6-B5F66DEC8407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Know what problem each method addresses; execution is not required.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9519EF6A-BE1C-C4B1-8BC6-3DD8324611A2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Filtering is exact for our small classroom HMMs; advanced methods become useful as models grow.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DED0F4E-9339-3F5A-6836-5212EBC5E69D}"/>
              </a:ext>
            </a:extLst>
          </p:cNvPr>
          <p:cNvSpPr/>
          <p:nvPr/>
        </p:nvSpPr>
        <p:spPr>
          <a:xfrm>
            <a:off x="914400" y="1371600"/>
            <a:ext cx="4709160" cy="3474720"/>
          </a:xfrm>
          <a:prstGeom prst="roundRect">
            <a:avLst>
              <a:gd name="adj" fmla="val 1579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6B2CA6A-64D4-9159-82EA-1805F48B5590}"/>
              </a:ext>
            </a:extLst>
          </p:cNvPr>
          <p:cNvSpPr/>
          <p:nvPr/>
        </p:nvSpPr>
        <p:spPr>
          <a:xfrm>
            <a:off x="1078992" y="1490472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Viterbi algorithm</a:t>
            </a:r>
            <a:endParaRPr lang="en-US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F49F6C4-DF13-818D-C0E3-30870F01814D}"/>
              </a:ext>
            </a:extLst>
          </p:cNvPr>
          <p:cNvSpPr/>
          <p:nvPr/>
        </p:nvSpPr>
        <p:spPr>
          <a:xfrm>
            <a:off x="1078992" y="1810512"/>
            <a:ext cx="437997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most likely hidden-state sequence.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summing over previous states, Viterbi keeps the best predecessor for each state and later reconstructs the best path.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to execute it in this course.</a:t>
            </a:r>
            <a:endParaRPr lang="en-US" sz="16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DF64D739-13F1-A75B-43C0-E2EA98B35053}"/>
              </a:ext>
            </a:extLst>
          </p:cNvPr>
          <p:cNvSpPr/>
          <p:nvPr/>
        </p:nvSpPr>
        <p:spPr>
          <a:xfrm>
            <a:off x="6537960" y="1371600"/>
            <a:ext cx="4709160" cy="3474720"/>
          </a:xfrm>
          <a:prstGeom prst="roundRect">
            <a:avLst>
              <a:gd name="adj" fmla="val 1579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B430D77-DCE3-4895-756B-9ACF3F93D0D0}"/>
              </a:ext>
            </a:extLst>
          </p:cNvPr>
          <p:cNvSpPr/>
          <p:nvPr/>
        </p:nvSpPr>
        <p:spPr>
          <a:xfrm>
            <a:off x="6702552" y="1490472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Particle filtering</a:t>
            </a:r>
            <a:endParaRPr lang="en-US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BE6B137-36B4-5BC2-CBFC-0C630B50D63C}"/>
              </a:ext>
            </a:extLst>
          </p:cNvPr>
          <p:cNvSpPr/>
          <p:nvPr/>
        </p:nvSpPr>
        <p:spPr>
          <a:xfrm>
            <a:off x="6702552" y="1810512"/>
            <a:ext cx="437997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approximate belief when the state space is too large for exact inference.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the belief with many samples (“particles”), move them through the transition model, then reweight/resample using observations.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exposure only.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26356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895D-D36F-5FAE-7DDC-D1ADB477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25DB89-541F-44CB-42F5-78D68653E14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E740FA-9BC4-B152-22E2-2B539B4A0E73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F9EB91-4600-A557-7979-72AB04B5332D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77962-C70A-7B6A-286D-65D091A03EC2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Transfer: robot localization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BC231C-86A9-B1BF-1A95-9363DE793EB9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The same HMM structure appears in many AI systems.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0E482470-A2AD-842A-3B4F-CC8B293A00BD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HMMs are a natural fit when the world changes and sensors are imperfect.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44171A2-BC68-4AF1-8FB6-5DF7956A3CC8}"/>
              </a:ext>
            </a:extLst>
          </p:cNvPr>
          <p:cNvSpPr/>
          <p:nvPr/>
        </p:nvSpPr>
        <p:spPr>
          <a:xfrm>
            <a:off x="685800" y="1491342"/>
            <a:ext cx="3337560" cy="3217817"/>
          </a:xfrm>
          <a:prstGeom prst="roundRect">
            <a:avLst>
              <a:gd name="adj" fmla="val 1644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32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600E742-6139-E746-64B2-02CEA1949F03}"/>
              </a:ext>
            </a:extLst>
          </p:cNvPr>
          <p:cNvSpPr/>
          <p:nvPr/>
        </p:nvSpPr>
        <p:spPr>
          <a:xfrm>
            <a:off x="850392" y="1687928"/>
            <a:ext cx="3008376" cy="23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state</a:t>
            </a:r>
            <a:endParaRPr lang="en-US" sz="2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104CC13-18FC-0F32-E356-DE3C7EE90886}"/>
              </a:ext>
            </a:extLst>
          </p:cNvPr>
          <p:cNvSpPr/>
          <p:nvPr/>
        </p:nvSpPr>
        <p:spPr>
          <a:xfrm>
            <a:off x="850392" y="1889690"/>
            <a:ext cx="3008376" cy="27097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location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cell / room / position is the robot actually in?</a:t>
            </a:r>
            <a:endParaRPr lang="en-US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FCAB7E2F-528B-9C72-C03E-403751CD368C}"/>
              </a:ext>
            </a:extLst>
          </p:cNvPr>
          <p:cNvSpPr/>
          <p:nvPr/>
        </p:nvSpPr>
        <p:spPr>
          <a:xfrm>
            <a:off x="4407408" y="1491342"/>
            <a:ext cx="3337560" cy="3217817"/>
          </a:xfrm>
          <a:prstGeom prst="roundRect">
            <a:avLst>
              <a:gd name="adj" fmla="val 1644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32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194C372-A127-CA8C-E06E-D1E0E7517278}"/>
              </a:ext>
            </a:extLst>
          </p:cNvPr>
          <p:cNvSpPr/>
          <p:nvPr/>
        </p:nvSpPr>
        <p:spPr>
          <a:xfrm>
            <a:off x="4572000" y="1687928"/>
            <a:ext cx="3008376" cy="23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Transition model</a:t>
            </a:r>
            <a:endParaRPr lang="en-US" sz="20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BA710F3-B3D5-A873-5320-0078196AE46D}"/>
              </a:ext>
            </a:extLst>
          </p:cNvPr>
          <p:cNvSpPr/>
          <p:nvPr/>
        </p:nvSpPr>
        <p:spPr>
          <a:xfrm>
            <a:off x="4572000" y="1889690"/>
            <a:ext cx="3008376" cy="27097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uncertainty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might the robot move next, given its current location?</a:t>
            </a:r>
            <a:endParaRPr lang="en-US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01836605-2A75-032F-24C4-BABA7FE95483}"/>
              </a:ext>
            </a:extLst>
          </p:cNvPr>
          <p:cNvSpPr/>
          <p:nvPr/>
        </p:nvSpPr>
        <p:spPr>
          <a:xfrm>
            <a:off x="8129016" y="1491342"/>
            <a:ext cx="3337560" cy="3217817"/>
          </a:xfrm>
          <a:prstGeom prst="roundRect">
            <a:avLst>
              <a:gd name="adj" fmla="val 1644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32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9952B1E-64EC-AD8B-5D34-16FF9DBAA55B}"/>
              </a:ext>
            </a:extLst>
          </p:cNvPr>
          <p:cNvSpPr/>
          <p:nvPr/>
        </p:nvSpPr>
        <p:spPr>
          <a:xfrm>
            <a:off x="8293608" y="1687928"/>
            <a:ext cx="3008376" cy="237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model</a:t>
            </a:r>
            <a:endParaRPr lang="en-US" sz="20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43B0ABCB-8004-EB47-B7E7-8760593D97E5}"/>
              </a:ext>
            </a:extLst>
          </p:cNvPr>
          <p:cNvSpPr/>
          <p:nvPr/>
        </p:nvSpPr>
        <p:spPr>
          <a:xfrm>
            <a:off x="8293608" y="1889690"/>
            <a:ext cx="3008376" cy="27097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Noisy range / doorway sensor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likely is the reading from each possible location?</a:t>
            </a:r>
            <a:endParaRPr lang="en-US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85DB3E63-8D0D-104A-472C-73322D8CFD07}"/>
              </a:ext>
            </a:extLst>
          </p:cNvPr>
          <p:cNvSpPr/>
          <p:nvPr/>
        </p:nvSpPr>
        <p:spPr>
          <a:xfrm>
            <a:off x="1188720" y="4971503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</a:rPr>
              <a:t>Quick check: during PREDICT, which model is used? During OBSERVE, which model is used?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997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E0653-BEEB-55D7-74DF-F44E0679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85E0AC-8C04-C9FF-3A8C-12E3ED335775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0D3F41-D996-4FCE-B2C2-7B335998C8D6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95054-C6EF-B599-4D2C-942450ADD793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8BAA1E-B0D7-4C00-7162-D686D56901EE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the HMM filtering cycle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59AFD-7FD8-4DA5-417E-7BB1F824A4D3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Advance one time step by predicting first, then correcting with evidence.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0AE9650-B63A-1B62-480B-C657F38E3ED1}"/>
              </a:ext>
            </a:extLst>
          </p:cNvPr>
          <p:cNvSpPr/>
          <p:nvPr/>
        </p:nvSpPr>
        <p:spPr>
          <a:xfrm>
            <a:off x="6858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D70545D-6A71-0E3A-9E5E-77C32C360AD2}"/>
              </a:ext>
            </a:extLst>
          </p:cNvPr>
          <p:cNvSpPr/>
          <p:nvPr/>
        </p:nvSpPr>
        <p:spPr>
          <a:xfrm>
            <a:off x="7589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Current belief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DC4381F-3938-1104-21F4-2417381E2BE5}"/>
              </a:ext>
            </a:extLst>
          </p:cNvPr>
          <p:cNvSpPr/>
          <p:nvPr/>
        </p:nvSpPr>
        <p:spPr>
          <a:xfrm>
            <a:off x="2359152" y="2514600"/>
            <a:ext cx="31089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67AF40E-8333-0C29-A965-F44516A23F01}"/>
              </a:ext>
            </a:extLst>
          </p:cNvPr>
          <p:cNvSpPr/>
          <p:nvPr/>
        </p:nvSpPr>
        <p:spPr>
          <a:xfrm>
            <a:off x="27432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FFF6D8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C4405E56-6A2F-B8F3-BBFE-D8DE067D18A8}"/>
              </a:ext>
            </a:extLst>
          </p:cNvPr>
          <p:cNvSpPr/>
          <p:nvPr/>
        </p:nvSpPr>
        <p:spPr>
          <a:xfrm>
            <a:off x="28163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PREDICT</a:t>
            </a:r>
            <a:endParaRPr lang="en-US" sz="14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6AEFE9A-BBDD-BA2C-0AD3-53DE0DAAA5BC}"/>
              </a:ext>
            </a:extLst>
          </p:cNvPr>
          <p:cNvSpPr/>
          <p:nvPr/>
        </p:nvSpPr>
        <p:spPr>
          <a:xfrm>
            <a:off x="4416552" y="2514600"/>
            <a:ext cx="35661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40726BA0-9808-74D5-520A-09415A1A49D8}"/>
              </a:ext>
            </a:extLst>
          </p:cNvPr>
          <p:cNvSpPr/>
          <p:nvPr/>
        </p:nvSpPr>
        <p:spPr>
          <a:xfrm>
            <a:off x="484632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710921CC-1BAD-80C1-4121-4BE9D55EEDB8}"/>
              </a:ext>
            </a:extLst>
          </p:cNvPr>
          <p:cNvSpPr/>
          <p:nvPr/>
        </p:nvSpPr>
        <p:spPr>
          <a:xfrm>
            <a:off x="491947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Predicted belief</a:t>
            </a:r>
            <a:endParaRPr lang="en-US" sz="14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CC146334-60E0-4775-09E7-BD863B16EE90}"/>
              </a:ext>
            </a:extLst>
          </p:cNvPr>
          <p:cNvSpPr/>
          <p:nvPr/>
        </p:nvSpPr>
        <p:spPr>
          <a:xfrm>
            <a:off x="6519672" y="2514600"/>
            <a:ext cx="49377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4FC16717-31D0-5243-099C-46213B07FA9A}"/>
              </a:ext>
            </a:extLst>
          </p:cNvPr>
          <p:cNvSpPr/>
          <p:nvPr/>
        </p:nvSpPr>
        <p:spPr>
          <a:xfrm>
            <a:off x="7086600" y="1920240"/>
            <a:ext cx="1965960" cy="1188720"/>
          </a:xfrm>
          <a:prstGeom prst="roundRect">
            <a:avLst>
              <a:gd name="adj" fmla="val 4615"/>
            </a:avLst>
          </a:prstGeom>
          <a:solidFill>
            <a:srgbClr val="E8F5EE"/>
          </a:solidFill>
          <a:ln w="1270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BDBAEBDF-7004-D434-D2E8-A76930DB9216}"/>
              </a:ext>
            </a:extLst>
          </p:cNvPr>
          <p:cNvSpPr/>
          <p:nvPr/>
        </p:nvSpPr>
        <p:spPr>
          <a:xfrm>
            <a:off x="7159752" y="22677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OBSERVE + UPDATE</a:t>
            </a:r>
            <a:endParaRPr lang="en-US" sz="1400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C682B488-A819-C48C-E383-52CA5193231F}"/>
              </a:ext>
            </a:extLst>
          </p:cNvPr>
          <p:cNvSpPr/>
          <p:nvPr/>
        </p:nvSpPr>
        <p:spPr>
          <a:xfrm>
            <a:off x="9125712" y="2514600"/>
            <a:ext cx="173736" cy="0"/>
          </a:xfrm>
          <a:prstGeom prst="line">
            <a:avLst/>
          </a:prstGeom>
          <a:noFill/>
          <a:ln w="2286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F3B422D3-FBD6-37BD-A376-C49DAB91F443}"/>
              </a:ext>
            </a:extLst>
          </p:cNvPr>
          <p:cNvSpPr/>
          <p:nvPr/>
        </p:nvSpPr>
        <p:spPr>
          <a:xfrm>
            <a:off x="9372600" y="1920240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E8F5EE"/>
          </a:solidFill>
          <a:ln w="12700">
            <a:solidFill>
              <a:srgbClr val="C8D6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254B1A02-0E08-DFFE-5504-7049F0E01A93}"/>
              </a:ext>
            </a:extLst>
          </p:cNvPr>
          <p:cNvSpPr/>
          <p:nvPr/>
        </p:nvSpPr>
        <p:spPr>
          <a:xfrm>
            <a:off x="9445752" y="226771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43"/>
                </a:solidFill>
              </a:rPr>
              <a:t>Posterior belief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16">
                <a:extLst>
                  <a:ext uri="{FF2B5EF4-FFF2-40B4-BE49-F238E27FC236}">
                    <a16:creationId xmlns:a16="http://schemas.microsoft.com/office/drawing/2014/main" id="{C58ADDDB-AAA1-6ACA-C7AF-9CEADBE2F4B8}"/>
                  </a:ext>
                </a:extLst>
              </p:cNvPr>
              <p:cNvSpPr/>
              <p:nvPr/>
            </p:nvSpPr>
            <p:spPr>
              <a:xfrm>
                <a:off x="1115568" y="3401568"/>
                <a:ext cx="7315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</m:t>
                      </m:r>
                    </m:oMath>
                  </m:oMathPara>
                </a14:m>
                <a:endParaRPr sz="2800"/>
              </a:p>
            </p:txBody>
          </p:sp>
        </mc:Choice>
        <mc:Fallback xmlns="">
          <p:sp>
            <p:nvSpPr>
              <p:cNvPr id="58" name="Text 16">
                <a:extLst>
                  <a:ext uri="{FF2B5EF4-FFF2-40B4-BE49-F238E27FC236}">
                    <a16:creationId xmlns:a16="http://schemas.microsoft.com/office/drawing/2014/main" id="{C58ADDDB-AAA1-6ACA-C7AF-9CEADBE2F4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568" y="3401568"/>
                <a:ext cx="731520" cy="320040"/>
              </a:xfrm>
              <a:prstGeom prst="rect">
                <a:avLst/>
              </a:prstGeom>
              <a:blipFill>
                <a:blip r:embed="rId3"/>
                <a:stretch>
                  <a:fillRect b="-18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17">
                <a:extLst>
                  <a:ext uri="{FF2B5EF4-FFF2-40B4-BE49-F238E27FC236}">
                    <a16:creationId xmlns:a16="http://schemas.microsoft.com/office/drawing/2014/main" id="{FB470738-D296-0154-56FF-E068BB662775}"/>
                  </a:ext>
                </a:extLst>
              </p:cNvPr>
              <p:cNvSpPr/>
              <p:nvPr/>
            </p:nvSpPr>
            <p:spPr>
              <a:xfrm>
                <a:off x="4773168" y="3364992"/>
                <a:ext cx="1861675" cy="4206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800" b="1" i="1" dirty="0" smtClean="0">
                              <a:solidFill>
                                <a:srgbClr val="0A2A4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sz="3600" dirty="0"/>
              </a:p>
            </p:txBody>
          </p:sp>
        </mc:Choice>
        <mc:Fallback xmlns="">
          <p:sp>
            <p:nvSpPr>
              <p:cNvPr id="62" name="Text 17">
                <a:extLst>
                  <a:ext uri="{FF2B5EF4-FFF2-40B4-BE49-F238E27FC236}">
                    <a16:creationId xmlns:a16="http://schemas.microsoft.com/office/drawing/2014/main" id="{FB470738-D296-0154-56FF-E068BB6627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68" y="3364992"/>
                <a:ext cx="1861675" cy="4206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 18">
            <a:extLst>
              <a:ext uri="{FF2B5EF4-FFF2-40B4-BE49-F238E27FC236}">
                <a16:creationId xmlns:a16="http://schemas.microsoft.com/office/drawing/2014/main" id="{88423742-1039-688D-9A9D-A00048EAD56D}"/>
              </a:ext>
            </a:extLst>
          </p:cNvPr>
          <p:cNvSpPr/>
          <p:nvPr/>
        </p:nvSpPr>
        <p:spPr>
          <a:xfrm>
            <a:off x="7342632" y="33649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A36B"/>
                </a:solidFill>
              </a:rPr>
              <a:t>× likelihood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FA36B"/>
                </a:solidFill>
              </a:rPr>
              <a:t>then normalize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 19">
                <a:extLst>
                  <a:ext uri="{FF2B5EF4-FFF2-40B4-BE49-F238E27FC236}">
                    <a16:creationId xmlns:a16="http://schemas.microsoft.com/office/drawing/2014/main" id="{DC735693-4567-E888-7FBA-BE3F04AD1814}"/>
                  </a:ext>
                </a:extLst>
              </p:cNvPr>
              <p:cNvSpPr/>
              <p:nvPr/>
            </p:nvSpPr>
            <p:spPr>
              <a:xfrm>
                <a:off x="9765792" y="3401568"/>
                <a:ext cx="7315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8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</m:t>
                      </m:r>
                    </m:oMath>
                  </m:oMathPara>
                </a14:m>
                <a:endParaRPr sz="2800"/>
              </a:p>
            </p:txBody>
          </p:sp>
        </mc:Choice>
        <mc:Fallback xmlns="">
          <p:sp>
            <p:nvSpPr>
              <p:cNvPr id="69" name="Text 19">
                <a:extLst>
                  <a:ext uri="{FF2B5EF4-FFF2-40B4-BE49-F238E27FC236}">
                    <a16:creationId xmlns:a16="http://schemas.microsoft.com/office/drawing/2014/main" id="{DC735693-4567-E888-7FBA-BE3F04AD1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792" y="3401568"/>
                <a:ext cx="731520" cy="320040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 21">
            <a:extLst>
              <a:ext uri="{FF2B5EF4-FFF2-40B4-BE49-F238E27FC236}">
                <a16:creationId xmlns:a16="http://schemas.microsoft.com/office/drawing/2014/main" id="{BEBF9F51-BD2C-C7A0-D915-F652AC05C189}"/>
              </a:ext>
            </a:extLst>
          </p:cNvPr>
          <p:cNvSpPr/>
          <p:nvPr/>
        </p:nvSpPr>
        <p:spPr>
          <a:xfrm>
            <a:off x="489204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8E9E"/>
                </a:solidFill>
              </a:rPr>
              <a:t>REPEAT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99290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A5A2-AEE5-92A4-A685-A00C78E7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A15BBA-B93E-C428-7B5D-BF3FFC3EA768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7774C-654F-71F2-FC7A-C0F015EA9EE7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71689-9DD5-F4D9-321A-8FC0C8FE566E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7BE392-6C19-134E-95AA-2550C278FBAB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Markov model vs. Hidden Markov model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BE82DF-398A-47CE-8C06-28B22781361A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L23 adds evidence correction to L22 state propagation.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A445FF79-0A91-6411-42B3-439FF6B2F119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HMM is a Markov model plus noisy observations.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6C26279-B336-0329-5EE1-87BCAEE12513}"/>
              </a:ext>
            </a:extLst>
          </p:cNvPr>
          <p:cNvSpPr/>
          <p:nvPr/>
        </p:nvSpPr>
        <p:spPr>
          <a:xfrm>
            <a:off x="868680" y="1234440"/>
            <a:ext cx="365760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800B7F4-B615-3294-0DC9-8DB317A5DF14}"/>
              </a:ext>
            </a:extLst>
          </p:cNvPr>
          <p:cNvSpPr/>
          <p:nvPr/>
        </p:nvSpPr>
        <p:spPr>
          <a:xfrm>
            <a:off x="914400" y="142646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</a:t>
            </a:r>
            <a:endParaRPr lang="en-US" sz="20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FD57C5C-8872-6F35-C037-F288CB62628C}"/>
              </a:ext>
            </a:extLst>
          </p:cNvPr>
          <p:cNvSpPr/>
          <p:nvPr/>
        </p:nvSpPr>
        <p:spPr>
          <a:xfrm>
            <a:off x="4526280" y="1234440"/>
            <a:ext cx="365760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C16A09C-B145-8C2D-D3C8-727BB9FB77EC}"/>
              </a:ext>
            </a:extLst>
          </p:cNvPr>
          <p:cNvSpPr/>
          <p:nvPr/>
        </p:nvSpPr>
        <p:spPr>
          <a:xfrm>
            <a:off x="4572000" y="142646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Markov model</a:t>
            </a:r>
            <a:endParaRPr lang="en-US" sz="20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4A89CDF-EB35-4E09-A6AC-A075078C623F}"/>
              </a:ext>
            </a:extLst>
          </p:cNvPr>
          <p:cNvSpPr/>
          <p:nvPr/>
        </p:nvSpPr>
        <p:spPr>
          <a:xfrm>
            <a:off x="8183880" y="1234440"/>
            <a:ext cx="365760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D4B186C4-BFE6-5FD0-434F-A7C622F3CDB0}"/>
              </a:ext>
            </a:extLst>
          </p:cNvPr>
          <p:cNvSpPr/>
          <p:nvPr/>
        </p:nvSpPr>
        <p:spPr>
          <a:xfrm>
            <a:off x="8229600" y="1426464"/>
            <a:ext cx="3566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Hidden Markov model</a:t>
            </a:r>
            <a:endParaRPr lang="en-US" sz="20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7C5A1A0B-EF89-CD8D-A2F3-82AE0F50AB1D}"/>
              </a:ext>
            </a:extLst>
          </p:cNvPr>
          <p:cNvSpPr/>
          <p:nvPr/>
        </p:nvSpPr>
        <p:spPr>
          <a:xfrm>
            <a:off x="868680" y="1874520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DFD485D-3CBA-989B-050B-BDABB48B1A12}"/>
              </a:ext>
            </a:extLst>
          </p:cNvPr>
          <p:cNvSpPr/>
          <p:nvPr/>
        </p:nvSpPr>
        <p:spPr>
          <a:xfrm>
            <a:off x="932688" y="2057400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State evolves</a:t>
            </a:r>
            <a:endParaRPr lang="en-US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2D4DFE74-1DD6-8CEC-17A6-9D4616867508}"/>
              </a:ext>
            </a:extLst>
          </p:cNvPr>
          <p:cNvSpPr/>
          <p:nvPr/>
        </p:nvSpPr>
        <p:spPr>
          <a:xfrm>
            <a:off x="4526280" y="1874520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5FD38234-9D20-469B-3296-134D87A161FA}"/>
              </a:ext>
            </a:extLst>
          </p:cNvPr>
          <p:cNvSpPr/>
          <p:nvPr/>
        </p:nvSpPr>
        <p:spPr>
          <a:xfrm>
            <a:off x="4590288" y="2057400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Yes</a:t>
            </a:r>
            <a:endParaRPr lang="en-US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CA74ECED-88D3-048E-EBE6-9E4F61B27DBA}"/>
              </a:ext>
            </a:extLst>
          </p:cNvPr>
          <p:cNvSpPr/>
          <p:nvPr/>
        </p:nvSpPr>
        <p:spPr>
          <a:xfrm>
            <a:off x="8183880" y="1874520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FC057EB2-1859-5F8D-DCD7-531D0CC9792A}"/>
              </a:ext>
            </a:extLst>
          </p:cNvPr>
          <p:cNvSpPr/>
          <p:nvPr/>
        </p:nvSpPr>
        <p:spPr>
          <a:xfrm>
            <a:off x="8247888" y="2057400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Yes</a:t>
            </a:r>
            <a:endParaRPr lang="en-US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4F9476EE-164D-8FEC-AC5E-88EE76347790}"/>
              </a:ext>
            </a:extLst>
          </p:cNvPr>
          <p:cNvSpPr/>
          <p:nvPr/>
        </p:nvSpPr>
        <p:spPr>
          <a:xfrm>
            <a:off x="868680" y="2532888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65751C0E-27D0-B790-5EA4-751C141D5637}"/>
              </a:ext>
            </a:extLst>
          </p:cNvPr>
          <p:cNvSpPr/>
          <p:nvPr/>
        </p:nvSpPr>
        <p:spPr>
          <a:xfrm>
            <a:off x="932688" y="2715768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Transition model</a:t>
            </a:r>
            <a:endParaRPr lang="en-US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C4BDE85D-39D8-2264-AFED-7C608B67BFFC}"/>
              </a:ext>
            </a:extLst>
          </p:cNvPr>
          <p:cNvSpPr/>
          <p:nvPr/>
        </p:nvSpPr>
        <p:spPr>
          <a:xfrm>
            <a:off x="4526280" y="2532888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A00838DE-0083-BBAE-1F5F-0F1D2DB81C6C}"/>
              </a:ext>
            </a:extLst>
          </p:cNvPr>
          <p:cNvSpPr/>
          <p:nvPr/>
        </p:nvSpPr>
        <p:spPr>
          <a:xfrm>
            <a:off x="4590288" y="2715768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Yes</a:t>
            </a:r>
            <a:endParaRPr lang="en-US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927138EB-9C14-71E1-5A62-E70FB7274554}"/>
              </a:ext>
            </a:extLst>
          </p:cNvPr>
          <p:cNvSpPr/>
          <p:nvPr/>
        </p:nvSpPr>
        <p:spPr>
          <a:xfrm>
            <a:off x="8183880" y="2532888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D1B52AE9-3782-872E-C265-DB9F27568C66}"/>
              </a:ext>
            </a:extLst>
          </p:cNvPr>
          <p:cNvSpPr/>
          <p:nvPr/>
        </p:nvSpPr>
        <p:spPr>
          <a:xfrm>
            <a:off x="8247888" y="2715768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Yes</a:t>
            </a:r>
            <a:endParaRPr lang="en-US" dirty="0"/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FA50DAE2-0E28-C365-57A9-5D889D430A7D}"/>
              </a:ext>
            </a:extLst>
          </p:cNvPr>
          <p:cNvSpPr/>
          <p:nvPr/>
        </p:nvSpPr>
        <p:spPr>
          <a:xfrm>
            <a:off x="868680" y="3191256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2CEABC56-F702-D489-D15A-F59AC77CA137}"/>
              </a:ext>
            </a:extLst>
          </p:cNvPr>
          <p:cNvSpPr/>
          <p:nvPr/>
        </p:nvSpPr>
        <p:spPr>
          <a:xfrm>
            <a:off x="932688" y="3374136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True state directly available</a:t>
            </a:r>
            <a:endParaRPr lang="en-US" dirty="0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6EF5A42B-1F81-CA86-DF8A-A20B97F13381}"/>
              </a:ext>
            </a:extLst>
          </p:cNvPr>
          <p:cNvSpPr/>
          <p:nvPr/>
        </p:nvSpPr>
        <p:spPr>
          <a:xfrm>
            <a:off x="4526280" y="3191256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16379B3-6A51-7E1B-DCCB-EE79CCCAC915}"/>
              </a:ext>
            </a:extLst>
          </p:cNvPr>
          <p:cNvSpPr/>
          <p:nvPr/>
        </p:nvSpPr>
        <p:spPr>
          <a:xfrm>
            <a:off x="4590288" y="3374136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Assumed / represented directly</a:t>
            </a:r>
            <a:endParaRPr lang="en-US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0469AB38-CB99-DD7D-9DDE-B219AB851A94}"/>
              </a:ext>
            </a:extLst>
          </p:cNvPr>
          <p:cNvSpPr/>
          <p:nvPr/>
        </p:nvSpPr>
        <p:spPr>
          <a:xfrm>
            <a:off x="8183880" y="3191256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CAF9CC86-B408-268F-507D-8C5928683C73}"/>
              </a:ext>
            </a:extLst>
          </p:cNvPr>
          <p:cNvSpPr/>
          <p:nvPr/>
        </p:nvSpPr>
        <p:spPr>
          <a:xfrm>
            <a:off x="8247888" y="3374136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No — hidden</a:t>
            </a:r>
            <a:endParaRPr lang="en-US" dirty="0"/>
          </a:p>
        </p:txBody>
      </p:sp>
      <p:sp>
        <p:nvSpPr>
          <p:cNvPr id="67" name="Shape 26">
            <a:extLst>
              <a:ext uri="{FF2B5EF4-FFF2-40B4-BE49-F238E27FC236}">
                <a16:creationId xmlns:a16="http://schemas.microsoft.com/office/drawing/2014/main" id="{A79D8CE9-0123-E508-0D86-A0C589BE4C6E}"/>
              </a:ext>
            </a:extLst>
          </p:cNvPr>
          <p:cNvSpPr/>
          <p:nvPr/>
        </p:nvSpPr>
        <p:spPr>
          <a:xfrm>
            <a:off x="868680" y="3849624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9" name="Text 27">
            <a:extLst>
              <a:ext uri="{FF2B5EF4-FFF2-40B4-BE49-F238E27FC236}">
                <a16:creationId xmlns:a16="http://schemas.microsoft.com/office/drawing/2014/main" id="{88384314-713A-E208-7BEA-C10164E086CA}"/>
              </a:ext>
            </a:extLst>
          </p:cNvPr>
          <p:cNvSpPr/>
          <p:nvPr/>
        </p:nvSpPr>
        <p:spPr>
          <a:xfrm>
            <a:off x="932688" y="4032504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Observation model</a:t>
            </a:r>
            <a:endParaRPr lang="en-US" dirty="0"/>
          </a:p>
        </p:txBody>
      </p:sp>
      <p:sp>
        <p:nvSpPr>
          <p:cNvPr id="71" name="Shape 28">
            <a:extLst>
              <a:ext uri="{FF2B5EF4-FFF2-40B4-BE49-F238E27FC236}">
                <a16:creationId xmlns:a16="http://schemas.microsoft.com/office/drawing/2014/main" id="{59B8A596-A425-C521-0FFA-175B632B797B}"/>
              </a:ext>
            </a:extLst>
          </p:cNvPr>
          <p:cNvSpPr/>
          <p:nvPr/>
        </p:nvSpPr>
        <p:spPr>
          <a:xfrm>
            <a:off x="4526280" y="3849624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73" name="Text 29">
            <a:extLst>
              <a:ext uri="{FF2B5EF4-FFF2-40B4-BE49-F238E27FC236}">
                <a16:creationId xmlns:a16="http://schemas.microsoft.com/office/drawing/2014/main" id="{36CFB87C-A3A8-B82F-9810-4FE15429A32D}"/>
              </a:ext>
            </a:extLst>
          </p:cNvPr>
          <p:cNvSpPr/>
          <p:nvPr/>
        </p:nvSpPr>
        <p:spPr>
          <a:xfrm>
            <a:off x="4590288" y="4032504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No</a:t>
            </a:r>
            <a:endParaRPr lang="en-US" dirty="0"/>
          </a:p>
        </p:txBody>
      </p:sp>
      <p:sp>
        <p:nvSpPr>
          <p:cNvPr id="75" name="Shape 30">
            <a:extLst>
              <a:ext uri="{FF2B5EF4-FFF2-40B4-BE49-F238E27FC236}">
                <a16:creationId xmlns:a16="http://schemas.microsoft.com/office/drawing/2014/main" id="{A93EED4D-FCB8-21BB-8CC9-7E124CBFB128}"/>
              </a:ext>
            </a:extLst>
          </p:cNvPr>
          <p:cNvSpPr/>
          <p:nvPr/>
        </p:nvSpPr>
        <p:spPr>
          <a:xfrm>
            <a:off x="8183880" y="3849624"/>
            <a:ext cx="3657600" cy="658368"/>
          </a:xfrm>
          <a:prstGeom prst="rect">
            <a:avLst/>
          </a:prstGeom>
          <a:solidFill>
            <a:srgbClr val="F3F7FA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77" name="Text 31">
            <a:extLst>
              <a:ext uri="{FF2B5EF4-FFF2-40B4-BE49-F238E27FC236}">
                <a16:creationId xmlns:a16="http://schemas.microsoft.com/office/drawing/2014/main" id="{E631971B-E76A-9B9C-DCD9-97EE0F173083}"/>
              </a:ext>
            </a:extLst>
          </p:cNvPr>
          <p:cNvSpPr/>
          <p:nvPr/>
        </p:nvSpPr>
        <p:spPr>
          <a:xfrm>
            <a:off x="8247888" y="4032504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Yes</a:t>
            </a:r>
            <a:endParaRPr lang="en-US" dirty="0"/>
          </a:p>
        </p:txBody>
      </p:sp>
      <p:sp>
        <p:nvSpPr>
          <p:cNvPr id="79" name="Shape 32">
            <a:extLst>
              <a:ext uri="{FF2B5EF4-FFF2-40B4-BE49-F238E27FC236}">
                <a16:creationId xmlns:a16="http://schemas.microsoft.com/office/drawing/2014/main" id="{84E6917F-1E2F-65DB-468C-F84C9ACFBC20}"/>
              </a:ext>
            </a:extLst>
          </p:cNvPr>
          <p:cNvSpPr/>
          <p:nvPr/>
        </p:nvSpPr>
        <p:spPr>
          <a:xfrm>
            <a:off x="868680" y="4507992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1" name="Text 33">
            <a:extLst>
              <a:ext uri="{FF2B5EF4-FFF2-40B4-BE49-F238E27FC236}">
                <a16:creationId xmlns:a16="http://schemas.microsoft.com/office/drawing/2014/main" id="{39470CAC-8897-C33B-A3ED-DA0E6D4E3368}"/>
              </a:ext>
            </a:extLst>
          </p:cNvPr>
          <p:cNvSpPr/>
          <p:nvPr/>
        </p:nvSpPr>
        <p:spPr>
          <a:xfrm>
            <a:off x="932688" y="4690872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Core operation</a:t>
            </a:r>
            <a:endParaRPr lang="en-US" dirty="0"/>
          </a:p>
        </p:txBody>
      </p:sp>
      <p:sp>
        <p:nvSpPr>
          <p:cNvPr id="83" name="Shape 34">
            <a:extLst>
              <a:ext uri="{FF2B5EF4-FFF2-40B4-BE49-F238E27FC236}">
                <a16:creationId xmlns:a16="http://schemas.microsoft.com/office/drawing/2014/main" id="{AC145850-F1B8-7D60-EACC-ABA8794C9C7E}"/>
              </a:ext>
            </a:extLst>
          </p:cNvPr>
          <p:cNvSpPr/>
          <p:nvPr/>
        </p:nvSpPr>
        <p:spPr>
          <a:xfrm>
            <a:off x="4526280" y="4507992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85" name="Text 35">
            <a:extLst>
              <a:ext uri="{FF2B5EF4-FFF2-40B4-BE49-F238E27FC236}">
                <a16:creationId xmlns:a16="http://schemas.microsoft.com/office/drawing/2014/main" id="{E343BD57-317C-CFE9-CC74-7C410B401C60}"/>
              </a:ext>
            </a:extLst>
          </p:cNvPr>
          <p:cNvSpPr/>
          <p:nvPr/>
        </p:nvSpPr>
        <p:spPr>
          <a:xfrm>
            <a:off x="4590288" y="4690872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Predict</a:t>
            </a:r>
            <a:endParaRPr lang="en-US" dirty="0"/>
          </a:p>
        </p:txBody>
      </p:sp>
      <p:sp>
        <p:nvSpPr>
          <p:cNvPr id="87" name="Shape 36">
            <a:extLst>
              <a:ext uri="{FF2B5EF4-FFF2-40B4-BE49-F238E27FC236}">
                <a16:creationId xmlns:a16="http://schemas.microsoft.com/office/drawing/2014/main" id="{7E0466EE-17C2-AEBC-F700-6D34F5499CE8}"/>
              </a:ext>
            </a:extLst>
          </p:cNvPr>
          <p:cNvSpPr/>
          <p:nvPr/>
        </p:nvSpPr>
        <p:spPr>
          <a:xfrm>
            <a:off x="8183880" y="4507992"/>
            <a:ext cx="3657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39527CDD-090A-2B27-2855-52AADA2B9EF5}"/>
              </a:ext>
            </a:extLst>
          </p:cNvPr>
          <p:cNvSpPr/>
          <p:nvPr/>
        </p:nvSpPr>
        <p:spPr>
          <a:xfrm>
            <a:off x="8247888" y="4690872"/>
            <a:ext cx="3529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</a:rPr>
              <a:t>Predict + correct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2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0C9B-104A-26F6-E0D3-A859CB5C1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B322C6-971B-40E6-A15E-7796F512906F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34637-F562-B880-1314-5F8F87A0C51C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BD892-B86C-A4FF-1E2F-467C37AFCE37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AF0500-84B2-F2B2-F3E8-D4C89ADE3F4D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Culminating problem — predict, then update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CEDA2-B1CD-A8A5-1E29-773D27BFEAED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Use the same diagram and probability tables to calculate two different values.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644E9C88-C2DC-9D37-80E0-37D35B40451B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part, show the probability pathways you use.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C0364EB-F8C0-C6DD-3C94-59B3617F942B}"/>
              </a:ext>
            </a:extLst>
          </p:cNvPr>
          <p:cNvSpPr/>
          <p:nvPr/>
        </p:nvSpPr>
        <p:spPr>
          <a:xfrm>
            <a:off x="896985" y="1517471"/>
            <a:ext cx="713232" cy="393192"/>
          </a:xfrm>
          <a:prstGeom prst="roundRect">
            <a:avLst>
              <a:gd name="adj" fmla="val 11628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5CDDA04-EF32-745E-9C29-E86F84DA446E}"/>
              </a:ext>
            </a:extLst>
          </p:cNvPr>
          <p:cNvSpPr/>
          <p:nvPr/>
        </p:nvSpPr>
        <p:spPr>
          <a:xfrm>
            <a:off x="896985" y="1608911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</a:t>
            </a:r>
            <a:endParaRPr lang="en-US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2D3978C9-645F-697F-3B42-0987CD460423}"/>
              </a:ext>
            </a:extLst>
          </p:cNvPr>
          <p:cNvSpPr/>
          <p:nvPr/>
        </p:nvSpPr>
        <p:spPr>
          <a:xfrm>
            <a:off x="2542905" y="1517471"/>
            <a:ext cx="822960" cy="393192"/>
          </a:xfrm>
          <a:prstGeom prst="roundRect">
            <a:avLst>
              <a:gd name="adj" fmla="val 11628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B4C481A-788D-8DC9-180C-14F978C494B0}"/>
              </a:ext>
            </a:extLst>
          </p:cNvPr>
          <p:cNvSpPr/>
          <p:nvPr/>
        </p:nvSpPr>
        <p:spPr>
          <a:xfrm>
            <a:off x="2542905" y="1608911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231C38A-9F38-6ADE-D4E0-82346155DED1}"/>
              </a:ext>
            </a:extLst>
          </p:cNvPr>
          <p:cNvSpPr/>
          <p:nvPr/>
        </p:nvSpPr>
        <p:spPr>
          <a:xfrm>
            <a:off x="1628505" y="1709495"/>
            <a:ext cx="877824" cy="0"/>
          </a:xfrm>
          <a:prstGeom prst="line">
            <a:avLst/>
          </a:prstGeom>
          <a:noFill/>
          <a:ln w="2032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9C2D2491-B06F-6E25-FDBA-5AF16073BF73}"/>
              </a:ext>
            </a:extLst>
          </p:cNvPr>
          <p:cNvSpPr/>
          <p:nvPr/>
        </p:nvSpPr>
        <p:spPr>
          <a:xfrm>
            <a:off x="2606913" y="2660471"/>
            <a:ext cx="749808" cy="393192"/>
          </a:xfrm>
          <a:prstGeom prst="roundRect">
            <a:avLst>
              <a:gd name="adj" fmla="val 11628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6D26D9D-3239-3BC9-C03F-E34881FF75C9}"/>
              </a:ext>
            </a:extLst>
          </p:cNvPr>
          <p:cNvSpPr/>
          <p:nvPr/>
        </p:nvSpPr>
        <p:spPr>
          <a:xfrm>
            <a:off x="2606913" y="2751911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1A788C04-FB10-94FD-9973-887F70E5844B}"/>
              </a:ext>
            </a:extLst>
          </p:cNvPr>
          <p:cNvSpPr/>
          <p:nvPr/>
        </p:nvSpPr>
        <p:spPr>
          <a:xfrm>
            <a:off x="2954385" y="1938095"/>
            <a:ext cx="0" cy="685800"/>
          </a:xfrm>
          <a:prstGeom prst="line">
            <a:avLst/>
          </a:prstGeom>
          <a:noFill/>
          <a:ln w="1651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BAD70CF0-ED7E-475E-FD9A-46799CB1B9A6}"/>
              </a:ext>
            </a:extLst>
          </p:cNvPr>
          <p:cNvSpPr/>
          <p:nvPr/>
        </p:nvSpPr>
        <p:spPr>
          <a:xfrm>
            <a:off x="714105" y="3346271"/>
            <a:ext cx="3200400" cy="1417318"/>
          </a:xfrm>
          <a:prstGeom prst="roundRect">
            <a:avLst>
              <a:gd name="adj" fmla="val 3636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2C88A10A-11F9-F613-8B97-07F91877D81E}"/>
              </a:ext>
            </a:extLst>
          </p:cNvPr>
          <p:cNvSpPr/>
          <p:nvPr/>
        </p:nvSpPr>
        <p:spPr>
          <a:xfrm>
            <a:off x="878697" y="3465143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belief</a:t>
            </a:r>
            <a:endParaRPr lang="en-US" sz="16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C831F7A7-97CB-0AFD-CBDB-62F4A4F99D29}"/>
              </a:ext>
            </a:extLst>
          </p:cNvPr>
          <p:cNvSpPr/>
          <p:nvPr/>
        </p:nvSpPr>
        <p:spPr>
          <a:xfrm>
            <a:off x="878697" y="3785183"/>
            <a:ext cx="2871216" cy="90193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P(Sₜ)=0.70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P(Fₜ)=0.30</a:t>
            </a:r>
            <a:endParaRPr lang="en-US" sz="16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E7B30C24-F608-DF87-E245-A91D9A06DFA2}"/>
              </a:ext>
            </a:extLst>
          </p:cNvPr>
          <p:cNvSpPr/>
          <p:nvPr/>
        </p:nvSpPr>
        <p:spPr>
          <a:xfrm>
            <a:off x="4438108" y="1143000"/>
            <a:ext cx="32461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DE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A028D5BC-7154-4D0C-D6D4-E9E6468E262F}"/>
              </a:ext>
            </a:extLst>
          </p:cNvPr>
          <p:cNvSpPr/>
          <p:nvPr/>
        </p:nvSpPr>
        <p:spPr>
          <a:xfrm>
            <a:off x="4438108" y="1143000"/>
            <a:ext cx="1082040" cy="60960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4A7F8729-4D48-916C-98C8-676A5700A797}"/>
              </a:ext>
            </a:extLst>
          </p:cNvPr>
          <p:cNvSpPr/>
          <p:nvPr/>
        </p:nvSpPr>
        <p:spPr>
          <a:xfrm>
            <a:off x="5520148" y="1143000"/>
            <a:ext cx="1082040" cy="60960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9EA3002D-4D46-BF00-7A4A-0A7046FA8891}"/>
              </a:ext>
            </a:extLst>
          </p:cNvPr>
          <p:cNvSpPr/>
          <p:nvPr/>
        </p:nvSpPr>
        <p:spPr>
          <a:xfrm>
            <a:off x="5520148" y="1346780"/>
            <a:ext cx="108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S</a:t>
            </a:r>
            <a:r>
              <a:rPr lang="en-US" sz="1600" b="1" dirty="0">
                <a:solidFill>
                  <a:srgbClr val="FFFFFF"/>
                </a:solidFill>
              </a:rPr>
              <a:t>ₜ₊₁</a:t>
            </a:r>
            <a:endParaRPr lang="en-US" sz="160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27EE52E4-F40A-E827-47BD-BA47E611CE56}"/>
              </a:ext>
            </a:extLst>
          </p:cNvPr>
          <p:cNvSpPr/>
          <p:nvPr/>
        </p:nvSpPr>
        <p:spPr>
          <a:xfrm>
            <a:off x="6602188" y="1143000"/>
            <a:ext cx="1082040" cy="60960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0AA1309A-E75E-1E01-CA61-01473E83AE0B}"/>
              </a:ext>
            </a:extLst>
          </p:cNvPr>
          <p:cNvSpPr/>
          <p:nvPr/>
        </p:nvSpPr>
        <p:spPr>
          <a:xfrm>
            <a:off x="6602188" y="1346780"/>
            <a:ext cx="108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F</a:t>
            </a:r>
            <a:r>
              <a:rPr lang="en-US" sz="1600" b="1" dirty="0">
                <a:solidFill>
                  <a:srgbClr val="FFFFFF"/>
                </a:solidFill>
              </a:rPr>
              <a:t>ₜ₊₁</a:t>
            </a:r>
            <a:endParaRPr lang="en-US" sz="1600" dirty="0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C20AA323-7835-50D5-2F05-5DAE2EABCE23}"/>
              </a:ext>
            </a:extLst>
          </p:cNvPr>
          <p:cNvSpPr/>
          <p:nvPr/>
        </p:nvSpPr>
        <p:spPr>
          <a:xfrm>
            <a:off x="4438108" y="1752600"/>
            <a:ext cx="1082040" cy="60960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47661643-3A3C-7AB9-AF99-2C34A1399ACE}"/>
              </a:ext>
            </a:extLst>
          </p:cNvPr>
          <p:cNvSpPr/>
          <p:nvPr/>
        </p:nvSpPr>
        <p:spPr>
          <a:xfrm>
            <a:off x="4456396" y="1956380"/>
            <a:ext cx="104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S</a:t>
            </a:r>
            <a:r>
              <a:rPr lang="en-US" sz="1600" b="1" dirty="0">
                <a:solidFill>
                  <a:srgbClr val="FFFFFF"/>
                </a:solidFill>
              </a:rPr>
              <a:t>ₜ</a:t>
            </a:r>
            <a:endParaRPr lang="en-US" sz="1600" dirty="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C3A3A149-1002-2A9D-8DB8-497E1E50CD28}"/>
              </a:ext>
            </a:extLst>
          </p:cNvPr>
          <p:cNvSpPr/>
          <p:nvPr/>
        </p:nvSpPr>
        <p:spPr>
          <a:xfrm>
            <a:off x="5520148" y="1752600"/>
            <a:ext cx="1082040" cy="60960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EB727354-7C87-E089-9243-0570247884E8}"/>
              </a:ext>
            </a:extLst>
          </p:cNvPr>
          <p:cNvSpPr/>
          <p:nvPr/>
        </p:nvSpPr>
        <p:spPr>
          <a:xfrm>
            <a:off x="5520148" y="18257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0.90</a:t>
            </a:r>
            <a:endParaRPr lang="en-US" sz="2400" dirty="0"/>
          </a:p>
        </p:txBody>
      </p:sp>
      <p:sp>
        <p:nvSpPr>
          <p:cNvPr id="84" name="Shape 23">
            <a:extLst>
              <a:ext uri="{FF2B5EF4-FFF2-40B4-BE49-F238E27FC236}">
                <a16:creationId xmlns:a16="http://schemas.microsoft.com/office/drawing/2014/main" id="{6225D0CE-EC78-9E42-89C1-2ABD116B5E80}"/>
              </a:ext>
            </a:extLst>
          </p:cNvPr>
          <p:cNvSpPr/>
          <p:nvPr/>
        </p:nvSpPr>
        <p:spPr>
          <a:xfrm>
            <a:off x="6602188" y="1752600"/>
            <a:ext cx="1082040" cy="60960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88" name="Text 24">
            <a:extLst>
              <a:ext uri="{FF2B5EF4-FFF2-40B4-BE49-F238E27FC236}">
                <a16:creationId xmlns:a16="http://schemas.microsoft.com/office/drawing/2014/main" id="{6DD88612-E198-8B6C-6C8B-0B2AB7F3ABEB}"/>
              </a:ext>
            </a:extLst>
          </p:cNvPr>
          <p:cNvSpPr/>
          <p:nvPr/>
        </p:nvSpPr>
        <p:spPr>
          <a:xfrm>
            <a:off x="6602188" y="18257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0.10</a:t>
            </a:r>
            <a:endParaRPr lang="en-US" sz="2400" dirty="0"/>
          </a:p>
        </p:txBody>
      </p:sp>
      <p:sp>
        <p:nvSpPr>
          <p:cNvPr id="91" name="Shape 25">
            <a:extLst>
              <a:ext uri="{FF2B5EF4-FFF2-40B4-BE49-F238E27FC236}">
                <a16:creationId xmlns:a16="http://schemas.microsoft.com/office/drawing/2014/main" id="{3CBD35E5-240C-D917-054E-3229479FB10C}"/>
              </a:ext>
            </a:extLst>
          </p:cNvPr>
          <p:cNvSpPr/>
          <p:nvPr/>
        </p:nvSpPr>
        <p:spPr>
          <a:xfrm>
            <a:off x="4438108" y="2362200"/>
            <a:ext cx="1082040" cy="60960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3" name="Text 26">
            <a:extLst>
              <a:ext uri="{FF2B5EF4-FFF2-40B4-BE49-F238E27FC236}">
                <a16:creationId xmlns:a16="http://schemas.microsoft.com/office/drawing/2014/main" id="{68921EE2-AD93-CE13-DE09-5648A779BC99}"/>
              </a:ext>
            </a:extLst>
          </p:cNvPr>
          <p:cNvSpPr/>
          <p:nvPr/>
        </p:nvSpPr>
        <p:spPr>
          <a:xfrm>
            <a:off x="4456396" y="2565980"/>
            <a:ext cx="104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F</a:t>
            </a:r>
            <a:r>
              <a:rPr lang="en-US" sz="1600" b="1" dirty="0">
                <a:solidFill>
                  <a:srgbClr val="FFFFFF"/>
                </a:solidFill>
              </a:rPr>
              <a:t>ₜ</a:t>
            </a:r>
            <a:endParaRPr lang="en-US" sz="1600" dirty="0"/>
          </a:p>
        </p:txBody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FAF3D6FE-F88A-DF44-A2DE-2ADD9AD76971}"/>
              </a:ext>
            </a:extLst>
          </p:cNvPr>
          <p:cNvSpPr/>
          <p:nvPr/>
        </p:nvSpPr>
        <p:spPr>
          <a:xfrm>
            <a:off x="5520148" y="2362200"/>
            <a:ext cx="1082040" cy="60960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97" name="Text 28">
            <a:extLst>
              <a:ext uri="{FF2B5EF4-FFF2-40B4-BE49-F238E27FC236}">
                <a16:creationId xmlns:a16="http://schemas.microsoft.com/office/drawing/2014/main" id="{3E374D96-4866-5079-1490-9FA909025F7D}"/>
              </a:ext>
            </a:extLst>
          </p:cNvPr>
          <p:cNvSpPr/>
          <p:nvPr/>
        </p:nvSpPr>
        <p:spPr>
          <a:xfrm>
            <a:off x="5520148" y="24353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0.25</a:t>
            </a:r>
            <a:endParaRPr lang="en-US" sz="2400" dirty="0"/>
          </a:p>
        </p:txBody>
      </p:sp>
      <p:sp>
        <p:nvSpPr>
          <p:cNvPr id="99" name="Shape 29">
            <a:extLst>
              <a:ext uri="{FF2B5EF4-FFF2-40B4-BE49-F238E27FC236}">
                <a16:creationId xmlns:a16="http://schemas.microsoft.com/office/drawing/2014/main" id="{5F783866-2D61-0610-A626-A0507C79C881}"/>
              </a:ext>
            </a:extLst>
          </p:cNvPr>
          <p:cNvSpPr/>
          <p:nvPr/>
        </p:nvSpPr>
        <p:spPr>
          <a:xfrm>
            <a:off x="6602188" y="2362200"/>
            <a:ext cx="1082040" cy="60960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2A5E4B43-FDDF-CFFF-7E07-8C44A6DDB0A1}"/>
              </a:ext>
            </a:extLst>
          </p:cNvPr>
          <p:cNvSpPr/>
          <p:nvPr/>
        </p:nvSpPr>
        <p:spPr>
          <a:xfrm>
            <a:off x="6602188" y="24353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0.75</a:t>
            </a:r>
            <a:endParaRPr lang="en-US" sz="2400" dirty="0"/>
          </a:p>
        </p:txBody>
      </p:sp>
      <p:sp>
        <p:nvSpPr>
          <p:cNvPr id="103" name="Shape 31">
            <a:extLst>
              <a:ext uri="{FF2B5EF4-FFF2-40B4-BE49-F238E27FC236}">
                <a16:creationId xmlns:a16="http://schemas.microsoft.com/office/drawing/2014/main" id="{3F504BCC-3344-935E-16C4-AB28966415CD}"/>
              </a:ext>
            </a:extLst>
          </p:cNvPr>
          <p:cNvSpPr/>
          <p:nvPr/>
        </p:nvSpPr>
        <p:spPr>
          <a:xfrm>
            <a:off x="8177353" y="1143000"/>
            <a:ext cx="3246120" cy="182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DE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5" name="Shape 32">
            <a:extLst>
              <a:ext uri="{FF2B5EF4-FFF2-40B4-BE49-F238E27FC236}">
                <a16:creationId xmlns:a16="http://schemas.microsoft.com/office/drawing/2014/main" id="{D3421E13-8551-BD9B-4698-5096908B8A46}"/>
              </a:ext>
            </a:extLst>
          </p:cNvPr>
          <p:cNvSpPr/>
          <p:nvPr/>
        </p:nvSpPr>
        <p:spPr>
          <a:xfrm>
            <a:off x="8177353" y="1143000"/>
            <a:ext cx="1082040" cy="609600"/>
          </a:xfrm>
          <a:prstGeom prst="rect">
            <a:avLst/>
          </a:prstGeom>
          <a:solidFill>
            <a:srgbClr val="4F81B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7" name="Shape 33">
            <a:extLst>
              <a:ext uri="{FF2B5EF4-FFF2-40B4-BE49-F238E27FC236}">
                <a16:creationId xmlns:a16="http://schemas.microsoft.com/office/drawing/2014/main" id="{F696BC9D-873C-6DE4-837F-8A8E1984002C}"/>
              </a:ext>
            </a:extLst>
          </p:cNvPr>
          <p:cNvSpPr/>
          <p:nvPr/>
        </p:nvSpPr>
        <p:spPr>
          <a:xfrm>
            <a:off x="9259393" y="1143000"/>
            <a:ext cx="1082040" cy="609600"/>
          </a:xfrm>
          <a:prstGeom prst="rect">
            <a:avLst/>
          </a:prstGeom>
          <a:solidFill>
            <a:srgbClr val="4F81B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09" name="Text 34">
            <a:extLst>
              <a:ext uri="{FF2B5EF4-FFF2-40B4-BE49-F238E27FC236}">
                <a16:creationId xmlns:a16="http://schemas.microsoft.com/office/drawing/2014/main" id="{83C10883-F5FD-8D63-B409-9E0D91E4C767}"/>
              </a:ext>
            </a:extLst>
          </p:cNvPr>
          <p:cNvSpPr/>
          <p:nvPr/>
        </p:nvSpPr>
        <p:spPr>
          <a:xfrm>
            <a:off x="9259393" y="1346780"/>
            <a:ext cx="108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Warning</a:t>
            </a:r>
            <a:endParaRPr lang="en-US" sz="1600" dirty="0"/>
          </a:p>
        </p:txBody>
      </p:sp>
      <p:sp>
        <p:nvSpPr>
          <p:cNvPr id="111" name="Shape 35">
            <a:extLst>
              <a:ext uri="{FF2B5EF4-FFF2-40B4-BE49-F238E27FC236}">
                <a16:creationId xmlns:a16="http://schemas.microsoft.com/office/drawing/2014/main" id="{93714311-D386-3881-E1F4-3619E12B29E9}"/>
              </a:ext>
            </a:extLst>
          </p:cNvPr>
          <p:cNvSpPr/>
          <p:nvPr/>
        </p:nvSpPr>
        <p:spPr>
          <a:xfrm>
            <a:off x="10341433" y="1143000"/>
            <a:ext cx="1082040" cy="609600"/>
          </a:xfrm>
          <a:prstGeom prst="rect">
            <a:avLst/>
          </a:prstGeom>
          <a:solidFill>
            <a:srgbClr val="4F81B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BF6836F-EAFE-1B16-BEC9-4D995671FE9A}"/>
              </a:ext>
            </a:extLst>
          </p:cNvPr>
          <p:cNvSpPr/>
          <p:nvPr/>
        </p:nvSpPr>
        <p:spPr>
          <a:xfrm>
            <a:off x="10341433" y="1346780"/>
            <a:ext cx="108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Normal</a:t>
            </a:r>
            <a:endParaRPr lang="en-US" sz="1600" dirty="0"/>
          </a:p>
        </p:txBody>
      </p:sp>
      <p:sp>
        <p:nvSpPr>
          <p:cNvPr id="115" name="Shape 37">
            <a:extLst>
              <a:ext uri="{FF2B5EF4-FFF2-40B4-BE49-F238E27FC236}">
                <a16:creationId xmlns:a16="http://schemas.microsoft.com/office/drawing/2014/main" id="{ECCEB308-804A-DE3D-DDBE-8FB77844FE44}"/>
              </a:ext>
            </a:extLst>
          </p:cNvPr>
          <p:cNvSpPr/>
          <p:nvPr/>
        </p:nvSpPr>
        <p:spPr>
          <a:xfrm>
            <a:off x="8177353" y="1752600"/>
            <a:ext cx="1082040" cy="609600"/>
          </a:xfrm>
          <a:prstGeom prst="rect">
            <a:avLst/>
          </a:prstGeom>
          <a:solidFill>
            <a:srgbClr val="4F81B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17" name="Text 38">
            <a:extLst>
              <a:ext uri="{FF2B5EF4-FFF2-40B4-BE49-F238E27FC236}">
                <a16:creationId xmlns:a16="http://schemas.microsoft.com/office/drawing/2014/main" id="{5F4A1BB9-76F0-7BA7-DE79-FB75BF351CC6}"/>
              </a:ext>
            </a:extLst>
          </p:cNvPr>
          <p:cNvSpPr/>
          <p:nvPr/>
        </p:nvSpPr>
        <p:spPr>
          <a:xfrm>
            <a:off x="8195641" y="1956380"/>
            <a:ext cx="104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Stable</a:t>
            </a:r>
            <a:endParaRPr lang="en-US" sz="1600" dirty="0"/>
          </a:p>
        </p:txBody>
      </p:sp>
      <p:sp>
        <p:nvSpPr>
          <p:cNvPr id="119" name="Shape 39">
            <a:extLst>
              <a:ext uri="{FF2B5EF4-FFF2-40B4-BE49-F238E27FC236}">
                <a16:creationId xmlns:a16="http://schemas.microsoft.com/office/drawing/2014/main" id="{196762EA-22B2-2BD2-1FA6-D33037C285A9}"/>
              </a:ext>
            </a:extLst>
          </p:cNvPr>
          <p:cNvSpPr/>
          <p:nvPr/>
        </p:nvSpPr>
        <p:spPr>
          <a:xfrm>
            <a:off x="9259393" y="1752600"/>
            <a:ext cx="1082040" cy="60960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21" name="Text 40">
            <a:extLst>
              <a:ext uri="{FF2B5EF4-FFF2-40B4-BE49-F238E27FC236}">
                <a16:creationId xmlns:a16="http://schemas.microsoft.com/office/drawing/2014/main" id="{2AD95B70-677B-5C0D-04C9-165A5E561C25}"/>
              </a:ext>
            </a:extLst>
          </p:cNvPr>
          <p:cNvSpPr/>
          <p:nvPr/>
        </p:nvSpPr>
        <p:spPr>
          <a:xfrm>
            <a:off x="9259393" y="18257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0.20</a:t>
            </a:r>
            <a:endParaRPr lang="en-US" sz="2400" dirty="0"/>
          </a:p>
        </p:txBody>
      </p:sp>
      <p:sp>
        <p:nvSpPr>
          <p:cNvPr id="123" name="Shape 41">
            <a:extLst>
              <a:ext uri="{FF2B5EF4-FFF2-40B4-BE49-F238E27FC236}">
                <a16:creationId xmlns:a16="http://schemas.microsoft.com/office/drawing/2014/main" id="{F91BE3F1-CA9D-EF30-90C6-8976458400FB}"/>
              </a:ext>
            </a:extLst>
          </p:cNvPr>
          <p:cNvSpPr/>
          <p:nvPr/>
        </p:nvSpPr>
        <p:spPr>
          <a:xfrm>
            <a:off x="10341433" y="1752600"/>
            <a:ext cx="1082040" cy="60960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25" name="Text 42">
            <a:extLst>
              <a:ext uri="{FF2B5EF4-FFF2-40B4-BE49-F238E27FC236}">
                <a16:creationId xmlns:a16="http://schemas.microsoft.com/office/drawing/2014/main" id="{EE218C87-80D0-04BF-A66F-F6BA0ECCBEBF}"/>
              </a:ext>
            </a:extLst>
          </p:cNvPr>
          <p:cNvSpPr/>
          <p:nvPr/>
        </p:nvSpPr>
        <p:spPr>
          <a:xfrm>
            <a:off x="10341433" y="18257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0.80</a:t>
            </a:r>
            <a:endParaRPr lang="en-US" sz="2400" dirty="0"/>
          </a:p>
        </p:txBody>
      </p:sp>
      <p:sp>
        <p:nvSpPr>
          <p:cNvPr id="127" name="Shape 43">
            <a:extLst>
              <a:ext uri="{FF2B5EF4-FFF2-40B4-BE49-F238E27FC236}">
                <a16:creationId xmlns:a16="http://schemas.microsoft.com/office/drawing/2014/main" id="{6EF281B1-116A-AD20-65B1-87AFAF55CA1A}"/>
              </a:ext>
            </a:extLst>
          </p:cNvPr>
          <p:cNvSpPr/>
          <p:nvPr/>
        </p:nvSpPr>
        <p:spPr>
          <a:xfrm>
            <a:off x="8177353" y="2362200"/>
            <a:ext cx="1082040" cy="609600"/>
          </a:xfrm>
          <a:prstGeom prst="rect">
            <a:avLst/>
          </a:prstGeom>
          <a:solidFill>
            <a:srgbClr val="4F81BD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29" name="Text 44">
            <a:extLst>
              <a:ext uri="{FF2B5EF4-FFF2-40B4-BE49-F238E27FC236}">
                <a16:creationId xmlns:a16="http://schemas.microsoft.com/office/drawing/2014/main" id="{24FD1AFC-AD97-4D4B-647F-786673A22F1F}"/>
              </a:ext>
            </a:extLst>
          </p:cNvPr>
          <p:cNvSpPr/>
          <p:nvPr/>
        </p:nvSpPr>
        <p:spPr>
          <a:xfrm>
            <a:off x="8195641" y="2565980"/>
            <a:ext cx="104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Faulty</a:t>
            </a:r>
            <a:endParaRPr lang="en-US" sz="1600" dirty="0"/>
          </a:p>
        </p:txBody>
      </p:sp>
      <p:sp>
        <p:nvSpPr>
          <p:cNvPr id="131" name="Shape 45">
            <a:extLst>
              <a:ext uri="{FF2B5EF4-FFF2-40B4-BE49-F238E27FC236}">
                <a16:creationId xmlns:a16="http://schemas.microsoft.com/office/drawing/2014/main" id="{517CF281-730F-08EF-B09A-C4D42434B9BA}"/>
              </a:ext>
            </a:extLst>
          </p:cNvPr>
          <p:cNvSpPr/>
          <p:nvPr/>
        </p:nvSpPr>
        <p:spPr>
          <a:xfrm>
            <a:off x="9259393" y="2362200"/>
            <a:ext cx="1082040" cy="609600"/>
          </a:xfrm>
          <a:prstGeom prst="rect">
            <a:avLst/>
          </a:prstGeom>
          <a:solidFill>
            <a:srgbClr val="EEF4F8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33" name="Text 46">
            <a:extLst>
              <a:ext uri="{FF2B5EF4-FFF2-40B4-BE49-F238E27FC236}">
                <a16:creationId xmlns:a16="http://schemas.microsoft.com/office/drawing/2014/main" id="{D5C818AE-BCA0-14BC-44B9-CAFA09C4C8F2}"/>
              </a:ext>
            </a:extLst>
          </p:cNvPr>
          <p:cNvSpPr/>
          <p:nvPr/>
        </p:nvSpPr>
        <p:spPr>
          <a:xfrm>
            <a:off x="9259393" y="24353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0.80</a:t>
            </a:r>
            <a:endParaRPr lang="en-US" sz="2400" dirty="0"/>
          </a:p>
        </p:txBody>
      </p:sp>
      <p:sp>
        <p:nvSpPr>
          <p:cNvPr id="135" name="Shape 47">
            <a:extLst>
              <a:ext uri="{FF2B5EF4-FFF2-40B4-BE49-F238E27FC236}">
                <a16:creationId xmlns:a16="http://schemas.microsoft.com/office/drawing/2014/main" id="{C7B74280-F8DD-A8C0-A9F2-FFA7B0190074}"/>
              </a:ext>
            </a:extLst>
          </p:cNvPr>
          <p:cNvSpPr/>
          <p:nvPr/>
        </p:nvSpPr>
        <p:spPr>
          <a:xfrm>
            <a:off x="10341433" y="2362200"/>
            <a:ext cx="1082040" cy="609600"/>
          </a:xfrm>
          <a:prstGeom prst="rect">
            <a:avLst/>
          </a:prstGeom>
          <a:solidFill>
            <a:srgbClr val="F6F9FC"/>
          </a:solidFill>
          <a:ln w="6350">
            <a:solidFill>
              <a:srgbClr val="D4DDE5"/>
            </a:solidFill>
            <a:prstDash val="solid"/>
          </a:ln>
        </p:spPr>
        <p:txBody>
          <a:bodyPr/>
          <a:lstStyle/>
          <a:p>
            <a:endParaRPr lang="en-US" sz="4400"/>
          </a:p>
        </p:txBody>
      </p:sp>
      <p:sp>
        <p:nvSpPr>
          <p:cNvPr id="137" name="Text 48">
            <a:extLst>
              <a:ext uri="{FF2B5EF4-FFF2-40B4-BE49-F238E27FC236}">
                <a16:creationId xmlns:a16="http://schemas.microsoft.com/office/drawing/2014/main" id="{6B11CBF9-9485-1DDB-ACDA-0A1D8DE4A805}"/>
              </a:ext>
            </a:extLst>
          </p:cNvPr>
          <p:cNvSpPr/>
          <p:nvPr/>
        </p:nvSpPr>
        <p:spPr>
          <a:xfrm>
            <a:off x="10341433" y="2435352"/>
            <a:ext cx="1082040" cy="52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313F"/>
                </a:solidFill>
              </a:rPr>
              <a:t>0.20</a:t>
            </a:r>
            <a:endParaRPr lang="en-US" sz="2400" dirty="0"/>
          </a:p>
        </p:txBody>
      </p:sp>
      <p:sp>
        <p:nvSpPr>
          <p:cNvPr id="139" name="Shape 49">
            <a:extLst>
              <a:ext uri="{FF2B5EF4-FFF2-40B4-BE49-F238E27FC236}">
                <a16:creationId xmlns:a16="http://schemas.microsoft.com/office/drawing/2014/main" id="{27F01039-1C91-24C6-E665-DED1B18FCDD3}"/>
              </a:ext>
            </a:extLst>
          </p:cNvPr>
          <p:cNvSpPr/>
          <p:nvPr/>
        </p:nvSpPr>
        <p:spPr>
          <a:xfrm>
            <a:off x="4438108" y="33375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1" name="Text 50">
            <a:extLst>
              <a:ext uri="{FF2B5EF4-FFF2-40B4-BE49-F238E27FC236}">
                <a16:creationId xmlns:a16="http://schemas.microsoft.com/office/drawing/2014/main" id="{11C433A2-6137-02C1-46D9-47FFB57AF756}"/>
              </a:ext>
            </a:extLst>
          </p:cNvPr>
          <p:cNvSpPr/>
          <p:nvPr/>
        </p:nvSpPr>
        <p:spPr>
          <a:xfrm>
            <a:off x="4602700" y="34564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(a) Prediction</a:t>
            </a:r>
            <a:endParaRPr lang="en-US" sz="1600" dirty="0"/>
          </a:p>
        </p:txBody>
      </p:sp>
      <p:sp>
        <p:nvSpPr>
          <p:cNvPr id="143" name="Text 51">
            <a:extLst>
              <a:ext uri="{FF2B5EF4-FFF2-40B4-BE49-F238E27FC236}">
                <a16:creationId xmlns:a16="http://schemas.microsoft.com/office/drawing/2014/main" id="{532DD74F-CEB3-9AAB-6D8D-957B87AAA355}"/>
              </a:ext>
            </a:extLst>
          </p:cNvPr>
          <p:cNvSpPr/>
          <p:nvPr/>
        </p:nvSpPr>
        <p:spPr>
          <a:xfrm>
            <a:off x="4602700" y="3776472"/>
            <a:ext cx="29169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next sensor reading, calculate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P(Fₜ₊₁).</a:t>
            </a:r>
            <a:endParaRPr lang="en-US" sz="1600" dirty="0"/>
          </a:p>
        </p:txBody>
      </p:sp>
      <p:sp>
        <p:nvSpPr>
          <p:cNvPr id="145" name="Shape 52">
            <a:extLst>
              <a:ext uri="{FF2B5EF4-FFF2-40B4-BE49-F238E27FC236}">
                <a16:creationId xmlns:a16="http://schemas.microsoft.com/office/drawing/2014/main" id="{22C66ED0-F4D3-59C1-E18E-3A577882A783}"/>
              </a:ext>
            </a:extLst>
          </p:cNvPr>
          <p:cNvSpPr/>
          <p:nvPr/>
        </p:nvSpPr>
        <p:spPr>
          <a:xfrm>
            <a:off x="8177353" y="333756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400"/>
          </a:p>
        </p:txBody>
      </p:sp>
      <p:sp>
        <p:nvSpPr>
          <p:cNvPr id="147" name="Text 53">
            <a:extLst>
              <a:ext uri="{FF2B5EF4-FFF2-40B4-BE49-F238E27FC236}">
                <a16:creationId xmlns:a16="http://schemas.microsoft.com/office/drawing/2014/main" id="{02741894-6655-2BE6-FA80-49E3D4F74436}"/>
              </a:ext>
            </a:extLst>
          </p:cNvPr>
          <p:cNvSpPr/>
          <p:nvPr/>
        </p:nvSpPr>
        <p:spPr>
          <a:xfrm>
            <a:off x="8341945" y="345643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(b) Filtering update</a:t>
            </a:r>
            <a:endParaRPr lang="en-US" sz="1600" dirty="0"/>
          </a:p>
        </p:txBody>
      </p:sp>
      <p:sp>
        <p:nvSpPr>
          <p:cNvPr id="149" name="Text 54">
            <a:extLst>
              <a:ext uri="{FF2B5EF4-FFF2-40B4-BE49-F238E27FC236}">
                <a16:creationId xmlns:a16="http://schemas.microsoft.com/office/drawing/2014/main" id="{CCD3125E-B7F8-00C4-470D-195A86092D18}"/>
              </a:ext>
            </a:extLst>
          </p:cNvPr>
          <p:cNvSpPr/>
          <p:nvPr/>
        </p:nvSpPr>
        <p:spPr>
          <a:xfrm>
            <a:off x="8341945" y="3776472"/>
            <a:ext cx="291693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the sensor reports Warning. Calculate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P(Fₜ₊₁ | Warning).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0702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AC1E-D885-870E-73FC-C2644635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75FF90-D488-02BC-F07D-DF7E4B3CD51C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08BCF-752D-662A-B075-787565403CAF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51493-5FBE-CD66-3CA2-EF81BEB6E28E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338B5-6BEC-7771-2DAB-A8AB679910D2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Culminating problem — (a) solution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BF6111-9564-4571-7A80-660CA3AB38A6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First predict the Faulty probability before any new observation.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F2210E91-19EC-CB31-3721-5BA598906D74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(a) is a Markov prediction: transition model only.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C1AA2C9-3612-03E0-FB62-84C17AF3EA4B}"/>
              </a:ext>
            </a:extLst>
          </p:cNvPr>
          <p:cNvSpPr/>
          <p:nvPr/>
        </p:nvSpPr>
        <p:spPr>
          <a:xfrm>
            <a:off x="1097280" y="1325880"/>
            <a:ext cx="9966960" cy="1143000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C76ED826-6598-78ED-2165-02913D62E534}"/>
                  </a:ext>
                </a:extLst>
              </p:cNvPr>
              <p:cNvSpPr/>
              <p:nvPr/>
            </p:nvSpPr>
            <p:spPr>
              <a:xfrm>
                <a:off x="1325880" y="1645920"/>
                <a:ext cx="95097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ₜ₊₁) = 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ₜ)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ₜ₊₁|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32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ₜ) + 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ₜ)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ₜ₊₁|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32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C76ED826-6598-78ED-2165-02913D62E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1645920"/>
                <a:ext cx="9509760" cy="274320"/>
              </a:xfrm>
              <a:prstGeom prst="rect">
                <a:avLst/>
              </a:prstGeom>
              <a:blipFill>
                <a:blip r:embed="rId3"/>
                <a:stretch>
                  <a:fillRect b="-4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4">
            <a:extLst>
              <a:ext uri="{FF2B5EF4-FFF2-40B4-BE49-F238E27FC236}">
                <a16:creationId xmlns:a16="http://schemas.microsoft.com/office/drawing/2014/main" id="{A14B543F-5C1B-524F-5984-B550923C0146}"/>
              </a:ext>
            </a:extLst>
          </p:cNvPr>
          <p:cNvSpPr/>
          <p:nvPr/>
        </p:nvSpPr>
        <p:spPr>
          <a:xfrm>
            <a:off x="196596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313F"/>
                </a:solidFill>
              </a:rPr>
              <a:t>= (0.70)(0.10) + (0.30)(0.75)</a:t>
            </a:r>
            <a:endParaRPr lang="en-US" sz="28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D0BF67C7-3550-CA99-B4F9-FBABAFFC35E7}"/>
              </a:ext>
            </a:extLst>
          </p:cNvPr>
          <p:cNvSpPr/>
          <p:nvPr/>
        </p:nvSpPr>
        <p:spPr>
          <a:xfrm>
            <a:off x="196596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5B55"/>
                </a:solidFill>
              </a:rPr>
              <a:t>= 0.07 + 0.225 = 0.295</a:t>
            </a:r>
            <a:endParaRPr lang="en-US" sz="28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95A2228D-79D0-3015-51D2-99C2E8CF7D0F}"/>
              </a:ext>
            </a:extLst>
          </p:cNvPr>
          <p:cNvSpPr/>
          <p:nvPr/>
        </p:nvSpPr>
        <p:spPr>
          <a:xfrm>
            <a:off x="3154680" y="4069080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8F29568-70CD-B109-9C33-8E369B2C5EFC}"/>
              </a:ext>
            </a:extLst>
          </p:cNvPr>
          <p:cNvSpPr/>
          <p:nvPr/>
        </p:nvSpPr>
        <p:spPr>
          <a:xfrm>
            <a:off x="3319272" y="4187952"/>
            <a:ext cx="5568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distribution</a:t>
            </a:r>
            <a:endParaRPr lang="en-US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24A4FE1-C1AB-4BA4-18A3-7CDDB12A2FD4}"/>
              </a:ext>
            </a:extLst>
          </p:cNvPr>
          <p:cNvSpPr/>
          <p:nvPr/>
        </p:nvSpPr>
        <p:spPr>
          <a:xfrm>
            <a:off x="3319272" y="4507992"/>
            <a:ext cx="55686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= 0.705      Faulty = 0.295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9221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296B-43BB-EDF5-EBFC-1C691526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E62CCB-7C1A-8BD0-7E97-7B86F8A6182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95109F-DC65-ECEE-FAD5-5A72A623FA5F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1471D-5D81-CE20-A434-EC5549BF5D22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BE210-D837-CF43-C0C5-9A28DE0F7F5A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Culminating problem — (b) solution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074E9D-8CBE-89A8-385F-3810D0E8D65D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Then incorporate the Warning observation.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954A111B-F51A-25C0-23CE-98962A790393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asks what the state may become; filtering asks what to believe after new evidence.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44909A4-E5DD-020F-FF38-5E2F8AD6BB5F}"/>
              </a:ext>
            </a:extLst>
          </p:cNvPr>
          <p:cNvSpPr/>
          <p:nvPr/>
        </p:nvSpPr>
        <p:spPr>
          <a:xfrm>
            <a:off x="1158240" y="1307592"/>
            <a:ext cx="246888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A45E713-0FA0-FD86-8D9A-1DC752154750}"/>
              </a:ext>
            </a:extLst>
          </p:cNvPr>
          <p:cNvSpPr/>
          <p:nvPr/>
        </p:nvSpPr>
        <p:spPr>
          <a:xfrm>
            <a:off x="1194816" y="14996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State</a:t>
            </a:r>
            <a:endParaRPr lang="en-US" sz="16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552810F-FF05-189C-ED4A-F487904ACD87}"/>
              </a:ext>
            </a:extLst>
          </p:cNvPr>
          <p:cNvSpPr/>
          <p:nvPr/>
        </p:nvSpPr>
        <p:spPr>
          <a:xfrm>
            <a:off x="3627120" y="1307592"/>
            <a:ext cx="246888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A2A59D7-95D9-9A99-F9BA-5BF9DE330103}"/>
              </a:ext>
            </a:extLst>
          </p:cNvPr>
          <p:cNvSpPr/>
          <p:nvPr/>
        </p:nvSpPr>
        <p:spPr>
          <a:xfrm>
            <a:off x="3663696" y="14996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Predicted belief</a:t>
            </a:r>
            <a:endParaRPr lang="en-US" sz="16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12199D1A-0977-7D11-6E4C-46C0E67033DB}"/>
              </a:ext>
            </a:extLst>
          </p:cNvPr>
          <p:cNvSpPr/>
          <p:nvPr/>
        </p:nvSpPr>
        <p:spPr>
          <a:xfrm>
            <a:off x="6096000" y="1307592"/>
            <a:ext cx="246888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231F16A-F0D1-7981-8FC9-6393A3224523}"/>
              </a:ext>
            </a:extLst>
          </p:cNvPr>
          <p:cNvSpPr/>
          <p:nvPr/>
        </p:nvSpPr>
        <p:spPr>
          <a:xfrm>
            <a:off x="6132576" y="14996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P(Warning | state)</a:t>
            </a:r>
            <a:endParaRPr lang="en-US" sz="16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F9A67836-CBB5-858C-F2F9-DCD673904121}"/>
              </a:ext>
            </a:extLst>
          </p:cNvPr>
          <p:cNvSpPr/>
          <p:nvPr/>
        </p:nvSpPr>
        <p:spPr>
          <a:xfrm>
            <a:off x="8564880" y="1307592"/>
            <a:ext cx="2468880" cy="640080"/>
          </a:xfrm>
          <a:prstGeom prst="rect">
            <a:avLst/>
          </a:prstGeom>
          <a:solidFill>
            <a:srgbClr val="0A2A43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15F6AC4-E2F1-C121-6D9A-058138759B7E}"/>
              </a:ext>
            </a:extLst>
          </p:cNvPr>
          <p:cNvSpPr/>
          <p:nvPr/>
        </p:nvSpPr>
        <p:spPr>
          <a:xfrm>
            <a:off x="8601456" y="14996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Weight</a:t>
            </a:r>
            <a:endParaRPr lang="en-US" sz="16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BA25C498-3F53-1703-AC07-9FB8BBA0A215}"/>
              </a:ext>
            </a:extLst>
          </p:cNvPr>
          <p:cNvSpPr/>
          <p:nvPr/>
        </p:nvSpPr>
        <p:spPr>
          <a:xfrm>
            <a:off x="1158240" y="1947672"/>
            <a:ext cx="2468880" cy="768096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43AE991-2DC6-1B14-FF6C-3A6781F77619}"/>
              </a:ext>
            </a:extLst>
          </p:cNvPr>
          <p:cNvSpPr/>
          <p:nvPr/>
        </p:nvSpPr>
        <p:spPr>
          <a:xfrm>
            <a:off x="1194816" y="21854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Stable</a:t>
            </a:r>
            <a:endParaRPr lang="en-US" sz="20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E7F299A1-1BEA-F8C9-D20D-E1363F3C53C4}"/>
              </a:ext>
            </a:extLst>
          </p:cNvPr>
          <p:cNvSpPr/>
          <p:nvPr/>
        </p:nvSpPr>
        <p:spPr>
          <a:xfrm>
            <a:off x="3627120" y="1947672"/>
            <a:ext cx="2468880" cy="768096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CDE8BCFF-BD85-72D6-3383-FF6096C4DD7B}"/>
              </a:ext>
            </a:extLst>
          </p:cNvPr>
          <p:cNvSpPr/>
          <p:nvPr/>
        </p:nvSpPr>
        <p:spPr>
          <a:xfrm>
            <a:off x="3663696" y="21854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0.705</a:t>
            </a:r>
            <a:endParaRPr lang="en-US" sz="20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19F78E61-A3DC-8927-9AEE-7CA0D342F122}"/>
              </a:ext>
            </a:extLst>
          </p:cNvPr>
          <p:cNvSpPr/>
          <p:nvPr/>
        </p:nvSpPr>
        <p:spPr>
          <a:xfrm>
            <a:off x="6096000" y="1947672"/>
            <a:ext cx="2468880" cy="768096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0F945B8-B064-27D0-613F-FF6D1B0F754A}"/>
              </a:ext>
            </a:extLst>
          </p:cNvPr>
          <p:cNvSpPr/>
          <p:nvPr/>
        </p:nvSpPr>
        <p:spPr>
          <a:xfrm>
            <a:off x="6132576" y="21854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FA36B"/>
                </a:solidFill>
              </a:rPr>
              <a:t>0.20</a:t>
            </a:r>
            <a:endParaRPr lang="en-US" sz="20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F5A42C9A-AF02-FF68-B8FC-805A68E17B62}"/>
              </a:ext>
            </a:extLst>
          </p:cNvPr>
          <p:cNvSpPr/>
          <p:nvPr/>
        </p:nvSpPr>
        <p:spPr>
          <a:xfrm>
            <a:off x="8564880" y="1947672"/>
            <a:ext cx="2468880" cy="768096"/>
          </a:xfrm>
          <a:prstGeom prst="rect">
            <a:avLst/>
          </a:prstGeom>
          <a:solidFill>
            <a:srgbClr val="F4FAF7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E8B0A68A-153A-0BFD-B1CC-F097600FE797}"/>
              </a:ext>
            </a:extLst>
          </p:cNvPr>
          <p:cNvSpPr/>
          <p:nvPr/>
        </p:nvSpPr>
        <p:spPr>
          <a:xfrm>
            <a:off x="8601456" y="218541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A36B"/>
                </a:solidFill>
              </a:rPr>
              <a:t>0.141</a:t>
            </a:r>
            <a:endParaRPr lang="en-US" sz="200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C48BE118-7971-4644-8C9A-B4DC9F48D923}"/>
              </a:ext>
            </a:extLst>
          </p:cNvPr>
          <p:cNvSpPr/>
          <p:nvPr/>
        </p:nvSpPr>
        <p:spPr>
          <a:xfrm>
            <a:off x="1158240" y="2715768"/>
            <a:ext cx="2468880" cy="768096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3BFE88B1-2924-59C8-37AC-35225CC4C5F8}"/>
              </a:ext>
            </a:extLst>
          </p:cNvPr>
          <p:cNvSpPr/>
          <p:nvPr/>
        </p:nvSpPr>
        <p:spPr>
          <a:xfrm>
            <a:off x="1194816" y="29535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Faulty</a:t>
            </a:r>
            <a:endParaRPr lang="en-US" sz="200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E126D13F-3693-3DE6-EE2B-8A2086A18FC8}"/>
              </a:ext>
            </a:extLst>
          </p:cNvPr>
          <p:cNvSpPr/>
          <p:nvPr/>
        </p:nvSpPr>
        <p:spPr>
          <a:xfrm>
            <a:off x="3627120" y="2715768"/>
            <a:ext cx="2468880" cy="768096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7612203D-3567-CDA7-BC7C-0BF4974FA465}"/>
              </a:ext>
            </a:extLst>
          </p:cNvPr>
          <p:cNvSpPr/>
          <p:nvPr/>
        </p:nvSpPr>
        <p:spPr>
          <a:xfrm>
            <a:off x="3663696" y="29535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0.295</a:t>
            </a:r>
            <a:endParaRPr lang="en-US" sz="2000" dirty="0"/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63881245-E879-E3D6-0CED-E53DAD3CD4E9}"/>
              </a:ext>
            </a:extLst>
          </p:cNvPr>
          <p:cNvSpPr/>
          <p:nvPr/>
        </p:nvSpPr>
        <p:spPr>
          <a:xfrm>
            <a:off x="6096000" y="2715768"/>
            <a:ext cx="2468880" cy="768096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45198336-449C-1B42-CCDD-E813D75D42AC}"/>
              </a:ext>
            </a:extLst>
          </p:cNvPr>
          <p:cNvSpPr/>
          <p:nvPr/>
        </p:nvSpPr>
        <p:spPr>
          <a:xfrm>
            <a:off x="6132576" y="29535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65B55"/>
                </a:solidFill>
              </a:rPr>
              <a:t>0.80</a:t>
            </a:r>
            <a:endParaRPr lang="en-US" sz="2000" dirty="0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2D5F2941-D136-4E9A-9DBC-645D77A43430}"/>
              </a:ext>
            </a:extLst>
          </p:cNvPr>
          <p:cNvSpPr/>
          <p:nvPr/>
        </p:nvSpPr>
        <p:spPr>
          <a:xfrm>
            <a:off x="8564880" y="2715768"/>
            <a:ext cx="2468880" cy="768096"/>
          </a:xfrm>
          <a:prstGeom prst="rect">
            <a:avLst/>
          </a:prstGeom>
          <a:solidFill>
            <a:srgbClr val="FDF3F2"/>
          </a:solidFill>
          <a:ln w="635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8349C479-32AC-546F-7AE9-05210648F96D}"/>
              </a:ext>
            </a:extLst>
          </p:cNvPr>
          <p:cNvSpPr/>
          <p:nvPr/>
        </p:nvSpPr>
        <p:spPr>
          <a:xfrm>
            <a:off x="8601456" y="29535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5B55"/>
                </a:solidFill>
              </a:rPr>
              <a:t>0.236</a:t>
            </a:r>
            <a:endParaRPr lang="en-US" sz="2000" dirty="0"/>
          </a:p>
        </p:txBody>
      </p:sp>
      <p:sp>
        <p:nvSpPr>
          <p:cNvPr id="64" name="Text 26">
            <a:extLst>
              <a:ext uri="{FF2B5EF4-FFF2-40B4-BE49-F238E27FC236}">
                <a16:creationId xmlns:a16="http://schemas.microsoft.com/office/drawing/2014/main" id="{819D4BF2-85D7-D490-74BC-AF2E6DBC7AA4}"/>
              </a:ext>
            </a:extLst>
          </p:cNvPr>
          <p:cNvSpPr/>
          <p:nvPr/>
        </p:nvSpPr>
        <p:spPr>
          <a:xfrm>
            <a:off x="147828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A43"/>
                </a:solidFill>
              </a:rPr>
              <a:t>Normalize:</a:t>
            </a:r>
            <a:endParaRPr lang="en-US" dirty="0"/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73BA433-92DB-A7C1-AB02-419AAD2BFF6E}"/>
              </a:ext>
            </a:extLst>
          </p:cNvPr>
          <p:cNvSpPr/>
          <p:nvPr/>
        </p:nvSpPr>
        <p:spPr>
          <a:xfrm>
            <a:off x="2063496" y="3749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5B55"/>
                </a:solidFill>
              </a:rPr>
              <a:t>P(Fₜ₊₁ | Warning) = 0.236 / (0.141 + 0.236) ≈ 0.626</a:t>
            </a:r>
            <a:endParaRPr lang="en-US" sz="2400" dirty="0"/>
          </a:p>
        </p:txBody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A8C5451B-EBF0-8913-5B46-C183F4233466}"/>
              </a:ext>
            </a:extLst>
          </p:cNvPr>
          <p:cNvSpPr/>
          <p:nvPr/>
        </p:nvSpPr>
        <p:spPr>
          <a:xfrm>
            <a:off x="2743200" y="4434840"/>
            <a:ext cx="6675120" cy="868680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E5D39B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0" name="Text 29">
            <a:extLst>
              <a:ext uri="{FF2B5EF4-FFF2-40B4-BE49-F238E27FC236}">
                <a16:creationId xmlns:a16="http://schemas.microsoft.com/office/drawing/2014/main" id="{64FFA12C-6981-61C7-A2E4-AE20D4210828}"/>
              </a:ext>
            </a:extLst>
          </p:cNvPr>
          <p:cNvSpPr/>
          <p:nvPr/>
        </p:nvSpPr>
        <p:spPr>
          <a:xfrm>
            <a:off x="297180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A43"/>
                </a:solidFill>
              </a:rPr>
              <a:t>0.295  →  Warning  →  0.626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33723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C2525-7A3C-EE0C-DD94-026FC681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293BB-2CC5-090B-50E5-D35418D5FF5B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23514-D8CE-78EB-0F5F-70BCC7C0F3F0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13B4D-06E8-D407-48F0-987F61B7EEA5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F562F-97F5-DD50-D0DF-E167A59D6173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probability block comes together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3DC73-CD59-89FA-E62D-F72BA3536B60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L23 is the culmination of the module’s reasoning tools.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C912BD74-C058-9EB0-F33A-F1C68BE20E84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progresses from representing uncertainty to reasoning about hidden state through time.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BACD6B9-744C-CBB1-F705-99FD1833CB09}"/>
              </a:ext>
            </a:extLst>
          </p:cNvPr>
          <p:cNvSpPr/>
          <p:nvPr/>
        </p:nvSpPr>
        <p:spPr>
          <a:xfrm>
            <a:off x="1845128" y="1242063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7B5F6C9-4E14-A337-7DE7-AA7E738E9330}"/>
              </a:ext>
            </a:extLst>
          </p:cNvPr>
          <p:cNvSpPr/>
          <p:nvPr/>
        </p:nvSpPr>
        <p:spPr>
          <a:xfrm>
            <a:off x="1845128" y="137922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L18</a:t>
            </a:r>
            <a:endParaRPr lang="en-US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07AE33DC-F7A0-A8FD-EF8D-030AF5D9DDBC}"/>
              </a:ext>
            </a:extLst>
          </p:cNvPr>
          <p:cNvSpPr/>
          <p:nvPr/>
        </p:nvSpPr>
        <p:spPr>
          <a:xfrm>
            <a:off x="3216728" y="1242063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C3951F7-E297-D42A-7835-81B235457FCD}"/>
              </a:ext>
            </a:extLst>
          </p:cNvPr>
          <p:cNvSpPr/>
          <p:nvPr/>
        </p:nvSpPr>
        <p:spPr>
          <a:xfrm>
            <a:off x="3399608" y="1379223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Represent uncertainty</a:t>
            </a:r>
            <a:endParaRPr lang="en-US" sz="20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A654B75A-6185-9CF5-C1B8-FDE81E47D47F}"/>
              </a:ext>
            </a:extLst>
          </p:cNvPr>
          <p:cNvSpPr/>
          <p:nvPr/>
        </p:nvSpPr>
        <p:spPr>
          <a:xfrm>
            <a:off x="2393768" y="1754127"/>
            <a:ext cx="0" cy="201168"/>
          </a:xfrm>
          <a:prstGeom prst="line">
            <a:avLst/>
          </a:prstGeom>
          <a:noFill/>
          <a:ln w="1397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4A8930A-52A7-4916-6C13-CE1CAD5C602C}"/>
              </a:ext>
            </a:extLst>
          </p:cNvPr>
          <p:cNvSpPr/>
          <p:nvPr/>
        </p:nvSpPr>
        <p:spPr>
          <a:xfrm>
            <a:off x="1845128" y="1991871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E85AD898-CABA-4B5A-2DCB-25942F0F7FA2}"/>
              </a:ext>
            </a:extLst>
          </p:cNvPr>
          <p:cNvSpPr/>
          <p:nvPr/>
        </p:nvSpPr>
        <p:spPr>
          <a:xfrm>
            <a:off x="1845128" y="2129031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L19</a:t>
            </a:r>
            <a:endParaRPr lang="en-US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BFE16B3-9C13-4143-9214-ECEBE6371D05}"/>
              </a:ext>
            </a:extLst>
          </p:cNvPr>
          <p:cNvSpPr/>
          <p:nvPr/>
        </p:nvSpPr>
        <p:spPr>
          <a:xfrm>
            <a:off x="3216728" y="1991871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930F0BC4-FB98-EE65-D5A0-05F55639C445}"/>
              </a:ext>
            </a:extLst>
          </p:cNvPr>
          <p:cNvSpPr/>
          <p:nvPr/>
        </p:nvSpPr>
        <p:spPr>
          <a:xfrm>
            <a:off x="3399608" y="2129031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Update with evidence</a:t>
            </a:r>
            <a:endParaRPr lang="en-US" sz="20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81C612B-5033-DC84-78E7-4CA7EE725CDA}"/>
              </a:ext>
            </a:extLst>
          </p:cNvPr>
          <p:cNvSpPr/>
          <p:nvPr/>
        </p:nvSpPr>
        <p:spPr>
          <a:xfrm>
            <a:off x="2393768" y="2503935"/>
            <a:ext cx="0" cy="201168"/>
          </a:xfrm>
          <a:prstGeom prst="line">
            <a:avLst/>
          </a:prstGeom>
          <a:noFill/>
          <a:ln w="1397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43" name="Shape 12">
            <a:extLst>
              <a:ext uri="{FF2B5EF4-FFF2-40B4-BE49-F238E27FC236}">
                <a16:creationId xmlns:a16="http://schemas.microsoft.com/office/drawing/2014/main" id="{AED6D16E-737E-E2FE-2EB6-EFA911011ED0}"/>
              </a:ext>
            </a:extLst>
          </p:cNvPr>
          <p:cNvSpPr/>
          <p:nvPr/>
        </p:nvSpPr>
        <p:spPr>
          <a:xfrm>
            <a:off x="1845128" y="2741679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BDED86D-C971-2534-AF22-5775DE164904}"/>
              </a:ext>
            </a:extLst>
          </p:cNvPr>
          <p:cNvSpPr/>
          <p:nvPr/>
        </p:nvSpPr>
        <p:spPr>
          <a:xfrm>
            <a:off x="1845128" y="2878839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L20</a:t>
            </a:r>
            <a:endParaRPr lang="en-US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06ECAEA7-C03E-917C-C341-38A7C4F0B3AB}"/>
              </a:ext>
            </a:extLst>
          </p:cNvPr>
          <p:cNvSpPr/>
          <p:nvPr/>
        </p:nvSpPr>
        <p:spPr>
          <a:xfrm>
            <a:off x="3216728" y="2741679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0BA4DD3F-E70F-6949-110D-356D873C821B}"/>
              </a:ext>
            </a:extLst>
          </p:cNvPr>
          <p:cNvSpPr/>
          <p:nvPr/>
        </p:nvSpPr>
        <p:spPr>
          <a:xfrm>
            <a:off x="3399608" y="2878839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Structure related uncertainty</a:t>
            </a:r>
            <a:endParaRPr lang="en-US" sz="2000" dirty="0"/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8BFB3C17-54C7-42D6-65E4-E04D270C17F8}"/>
              </a:ext>
            </a:extLst>
          </p:cNvPr>
          <p:cNvSpPr/>
          <p:nvPr/>
        </p:nvSpPr>
        <p:spPr>
          <a:xfrm>
            <a:off x="2393768" y="3253743"/>
            <a:ext cx="0" cy="201168"/>
          </a:xfrm>
          <a:prstGeom prst="line">
            <a:avLst/>
          </a:prstGeom>
          <a:noFill/>
          <a:ln w="1397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19841422-9AED-64D0-3AE3-0C9C72341315}"/>
              </a:ext>
            </a:extLst>
          </p:cNvPr>
          <p:cNvSpPr/>
          <p:nvPr/>
        </p:nvSpPr>
        <p:spPr>
          <a:xfrm>
            <a:off x="1845128" y="3491487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574054EE-8CC2-CB27-1413-005CD17410F5}"/>
              </a:ext>
            </a:extLst>
          </p:cNvPr>
          <p:cNvSpPr/>
          <p:nvPr/>
        </p:nvSpPr>
        <p:spPr>
          <a:xfrm>
            <a:off x="1845128" y="3628647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L21</a:t>
            </a:r>
            <a:endParaRPr lang="en-US" dirty="0"/>
          </a:p>
        </p:txBody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69D7FEDB-6553-12E4-A114-F02DDE8127BA}"/>
              </a:ext>
            </a:extLst>
          </p:cNvPr>
          <p:cNvSpPr/>
          <p:nvPr/>
        </p:nvSpPr>
        <p:spPr>
          <a:xfrm>
            <a:off x="3216728" y="3491487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4D8B1776-0340-2EE7-410C-445AA129A1E7}"/>
              </a:ext>
            </a:extLst>
          </p:cNvPr>
          <p:cNvSpPr/>
          <p:nvPr/>
        </p:nvSpPr>
        <p:spPr>
          <a:xfrm>
            <a:off x="3399608" y="3628647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Infer through structure</a:t>
            </a:r>
            <a:endParaRPr lang="en-US" sz="2000" dirty="0"/>
          </a:p>
        </p:txBody>
      </p:sp>
      <p:sp>
        <p:nvSpPr>
          <p:cNvPr id="75" name="Shape 21">
            <a:extLst>
              <a:ext uri="{FF2B5EF4-FFF2-40B4-BE49-F238E27FC236}">
                <a16:creationId xmlns:a16="http://schemas.microsoft.com/office/drawing/2014/main" id="{5FC15724-5CC4-C77F-C519-862C00FA7823}"/>
              </a:ext>
            </a:extLst>
          </p:cNvPr>
          <p:cNvSpPr/>
          <p:nvPr/>
        </p:nvSpPr>
        <p:spPr>
          <a:xfrm>
            <a:off x="2393768" y="4003551"/>
            <a:ext cx="0" cy="201168"/>
          </a:xfrm>
          <a:prstGeom prst="line">
            <a:avLst/>
          </a:prstGeom>
          <a:noFill/>
          <a:ln w="1397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77" name="Shape 22">
            <a:extLst>
              <a:ext uri="{FF2B5EF4-FFF2-40B4-BE49-F238E27FC236}">
                <a16:creationId xmlns:a16="http://schemas.microsoft.com/office/drawing/2014/main" id="{38DE8966-8DFB-2E64-4B33-47405E9BAE41}"/>
              </a:ext>
            </a:extLst>
          </p:cNvPr>
          <p:cNvSpPr/>
          <p:nvPr/>
        </p:nvSpPr>
        <p:spPr>
          <a:xfrm>
            <a:off x="1845128" y="4241295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93CA25E9-74E3-D029-1F76-DFBD019DCCAB}"/>
              </a:ext>
            </a:extLst>
          </p:cNvPr>
          <p:cNvSpPr/>
          <p:nvPr/>
        </p:nvSpPr>
        <p:spPr>
          <a:xfrm>
            <a:off x="1845128" y="4378455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L22</a:t>
            </a:r>
            <a:endParaRPr lang="en-US" dirty="0"/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22649EAF-99E1-1878-FBDA-74D8B926018C}"/>
              </a:ext>
            </a:extLst>
          </p:cNvPr>
          <p:cNvSpPr/>
          <p:nvPr/>
        </p:nvSpPr>
        <p:spPr>
          <a:xfrm>
            <a:off x="3216728" y="4241295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CB4325E7-056C-F0B4-E329-5F127A2D785A}"/>
              </a:ext>
            </a:extLst>
          </p:cNvPr>
          <p:cNvSpPr/>
          <p:nvPr/>
        </p:nvSpPr>
        <p:spPr>
          <a:xfrm>
            <a:off x="3399608" y="4378455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13F"/>
                </a:solidFill>
              </a:rPr>
              <a:t>Propagate uncertainty through time</a:t>
            </a:r>
            <a:endParaRPr lang="en-US" sz="20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AFDCC7B8-BFB2-9BA9-3672-E573E849BD5A}"/>
              </a:ext>
            </a:extLst>
          </p:cNvPr>
          <p:cNvSpPr/>
          <p:nvPr/>
        </p:nvSpPr>
        <p:spPr>
          <a:xfrm>
            <a:off x="2393768" y="4753359"/>
            <a:ext cx="0" cy="201168"/>
          </a:xfrm>
          <a:prstGeom prst="line">
            <a:avLst/>
          </a:prstGeom>
          <a:noFill/>
          <a:ln w="13970">
            <a:solidFill>
              <a:srgbClr val="D9A51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/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446E8102-FFEA-B696-6EC2-4D0D3EB9EBD4}"/>
              </a:ext>
            </a:extLst>
          </p:cNvPr>
          <p:cNvSpPr/>
          <p:nvPr/>
        </p:nvSpPr>
        <p:spPr>
          <a:xfrm>
            <a:off x="1845128" y="4991103"/>
            <a:ext cx="1097280" cy="475488"/>
          </a:xfrm>
          <a:prstGeom prst="roundRect">
            <a:avLst>
              <a:gd name="adj" fmla="val 7692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8836A51F-4EAA-9499-DE48-6B4D01E83763}"/>
              </a:ext>
            </a:extLst>
          </p:cNvPr>
          <p:cNvSpPr/>
          <p:nvPr/>
        </p:nvSpPr>
        <p:spPr>
          <a:xfrm>
            <a:off x="1845128" y="512826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L23</a:t>
            </a:r>
            <a:endParaRPr lang="en-US" dirty="0"/>
          </a:p>
        </p:txBody>
      </p:sp>
      <p:sp>
        <p:nvSpPr>
          <p:cNvPr id="91" name="Shape 29">
            <a:extLst>
              <a:ext uri="{FF2B5EF4-FFF2-40B4-BE49-F238E27FC236}">
                <a16:creationId xmlns:a16="http://schemas.microsoft.com/office/drawing/2014/main" id="{BA5B04C6-1D38-B12B-6443-11170188584C}"/>
              </a:ext>
            </a:extLst>
          </p:cNvPr>
          <p:cNvSpPr/>
          <p:nvPr/>
        </p:nvSpPr>
        <p:spPr>
          <a:xfrm>
            <a:off x="3216728" y="4991103"/>
            <a:ext cx="7132320" cy="475488"/>
          </a:xfrm>
          <a:prstGeom prst="roundRect">
            <a:avLst>
              <a:gd name="adj" fmla="val 7692"/>
            </a:avLst>
          </a:prstGeom>
          <a:solidFill>
            <a:srgbClr val="E8F5EE"/>
          </a:solidFill>
          <a:ln w="12700">
            <a:solidFill>
              <a:srgbClr val="BFDCCB"/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93" name="Text 30">
            <a:extLst>
              <a:ext uri="{FF2B5EF4-FFF2-40B4-BE49-F238E27FC236}">
                <a16:creationId xmlns:a16="http://schemas.microsoft.com/office/drawing/2014/main" id="{570F230F-50D8-0F0E-AA83-EC6E7F42ACF0}"/>
              </a:ext>
            </a:extLst>
          </p:cNvPr>
          <p:cNvSpPr/>
          <p:nvPr/>
        </p:nvSpPr>
        <p:spPr>
          <a:xfrm>
            <a:off x="3399608" y="5128263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A36B"/>
                </a:solidFill>
              </a:rPr>
              <a:t>Infer hidden state through time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7732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46C86-E366-E13E-BDDA-0C02CF50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AEAC07-E53C-3972-14A2-2FD49F491540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A24F0-C872-1E67-42F2-F373B36505D8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CF7F6-2F23-7987-D6A3-9F4641171D21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59A08-0D31-CBC1-204E-D528E072AA38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operations underlying everything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63724B-7C40-73B1-2184-95B60741E1BE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HMM filtering reuses the same probability moves from the entire block.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B2C36E3B-4E2A-D997-8825-067E78E01668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equation packages the cycle you already understand—it is not the entry point.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33A2AB5-ED2C-5681-9909-033C4714B682}"/>
              </a:ext>
            </a:extLst>
          </p:cNvPr>
          <p:cNvSpPr/>
          <p:nvPr/>
        </p:nvSpPr>
        <p:spPr>
          <a:xfrm>
            <a:off x="868680" y="141732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EAF2FB"/>
          </a:solidFill>
          <a:ln w="10160">
            <a:solidFill>
              <a:srgbClr val="B9D0E8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5AE731E-17C3-D8B2-0F3E-A50D20873969}"/>
              </a:ext>
            </a:extLst>
          </p:cNvPr>
          <p:cNvSpPr/>
          <p:nvPr/>
        </p:nvSpPr>
        <p:spPr>
          <a:xfrm>
            <a:off x="1033272" y="15361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F81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0DE5F14F-62BD-C8A9-8933-7D27F22CCCE0}"/>
                  </a:ext>
                </a:extLst>
              </p:cNvPr>
              <p:cNvSpPr/>
              <p:nvPr/>
            </p:nvSpPr>
            <p:spPr>
              <a:xfrm>
                <a:off x="1033272" y="1856232"/>
                <a:ext cx="2916936" cy="246888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During prediction: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sum over possible previous hidden states.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Σ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ₓ 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′|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𝑏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ₜ(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i="1" dirty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4">
                <a:extLst>
                  <a:ext uri="{FF2B5EF4-FFF2-40B4-BE49-F238E27FC236}">
                    <a16:creationId xmlns:a16="http://schemas.microsoft.com/office/drawing/2014/main" id="{0DE5F14F-62BD-C8A9-8933-7D27F22CCC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72" y="1856232"/>
                <a:ext cx="2916936" cy="2468880"/>
              </a:xfrm>
              <a:prstGeom prst="rect">
                <a:avLst/>
              </a:prstGeom>
              <a:blipFill>
                <a:blip r:embed="rId3"/>
                <a:stretch>
                  <a:fillRect l="-1046" r="-209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5">
            <a:extLst>
              <a:ext uri="{FF2B5EF4-FFF2-40B4-BE49-F238E27FC236}">
                <a16:creationId xmlns:a16="http://schemas.microsoft.com/office/drawing/2014/main" id="{AD9525C0-B27A-DE91-8721-2D38EFA0B903}"/>
              </a:ext>
            </a:extLst>
          </p:cNvPr>
          <p:cNvSpPr/>
          <p:nvPr/>
        </p:nvSpPr>
        <p:spPr>
          <a:xfrm>
            <a:off x="4480560" y="141732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FFF6D8"/>
          </a:solidFill>
          <a:ln w="10160">
            <a:solidFill>
              <a:srgbClr val="E5D39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E0D9AD4-211B-A513-5C22-2A3B7BE424CB}"/>
              </a:ext>
            </a:extLst>
          </p:cNvPr>
          <p:cNvSpPr/>
          <p:nvPr/>
        </p:nvSpPr>
        <p:spPr>
          <a:xfrm>
            <a:off x="4645152" y="15361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9A5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3D45FE4D-157E-4666-718D-AA29F3DBE00C}"/>
                  </a:ext>
                </a:extLst>
              </p:cNvPr>
              <p:cNvSpPr/>
              <p:nvPr/>
            </p:nvSpPr>
            <p:spPr>
              <a:xfrm>
                <a:off x="4645152" y="1856232"/>
                <a:ext cx="2916936" cy="246888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During observation: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22313F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multiply by the likelihood of the evidence.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𝑃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𝑒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|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′) × 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22313F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predicted belief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 7">
                <a:extLst>
                  <a:ext uri="{FF2B5EF4-FFF2-40B4-BE49-F238E27FC236}">
                    <a16:creationId xmlns:a16="http://schemas.microsoft.com/office/drawing/2014/main" id="{3D45FE4D-157E-4666-718D-AA29F3DBE0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152" y="1856232"/>
                <a:ext cx="2916936" cy="2468880"/>
              </a:xfrm>
              <a:prstGeom prst="rect">
                <a:avLst/>
              </a:prstGeom>
              <a:blipFill>
                <a:blip r:embed="rId4"/>
                <a:stretch>
                  <a:fillRect l="-1461" r="-187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8">
            <a:extLst>
              <a:ext uri="{FF2B5EF4-FFF2-40B4-BE49-F238E27FC236}">
                <a16:creationId xmlns:a16="http://schemas.microsoft.com/office/drawing/2014/main" id="{E95A6009-A849-77F6-1D58-F7E8ADA4BD52}"/>
              </a:ext>
            </a:extLst>
          </p:cNvPr>
          <p:cNvSpPr/>
          <p:nvPr/>
        </p:nvSpPr>
        <p:spPr>
          <a:xfrm>
            <a:off x="8092440" y="141732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E8F5EE"/>
          </a:solidFill>
          <a:ln w="10160">
            <a:solidFill>
              <a:srgbClr val="BFDCCB"/>
            </a:solidFill>
            <a:prstDash val="solid"/>
          </a:ln>
        </p:spPr>
        <p:txBody>
          <a:bodyPr/>
          <a:lstStyle/>
          <a:p>
            <a:pPr algn="ctr"/>
            <a:endParaRPr lang="en-US" sz="28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871C1CE-E88B-C7B1-36DF-A81F8CDF1226}"/>
              </a:ext>
            </a:extLst>
          </p:cNvPr>
          <p:cNvSpPr/>
          <p:nvPr/>
        </p:nvSpPr>
        <p:spPr>
          <a:xfrm>
            <a:off x="8257032" y="1536192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FA3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</a:t>
            </a:r>
            <a:endParaRPr lang="en-US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CC7D3909-0128-4B5D-8FCA-42646E73787C}"/>
              </a:ext>
            </a:extLst>
          </p:cNvPr>
          <p:cNvSpPr/>
          <p:nvPr/>
        </p:nvSpPr>
        <p:spPr>
          <a:xfrm>
            <a:off x="8257032" y="1856232"/>
            <a:ext cx="2916936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reweighting: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by the total so the posterior sums to 1.</a:t>
            </a:r>
          </a:p>
          <a:p>
            <a:pPr marL="0" indent="0" algn="ctr">
              <a:buNone/>
            </a:pPr>
            <a:endParaRPr lang="en-US" dirty="0">
              <a:solidFill>
                <a:srgbClr val="22313F"/>
              </a:solidFill>
              <a:latin typeface="Aptos" pitchFamily="34" charset="0"/>
            </a:endParaRP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FA420303-CADB-F0B3-FC0D-C082C5CB518A}"/>
              </a:ext>
            </a:extLst>
          </p:cNvPr>
          <p:cNvSpPr/>
          <p:nvPr/>
        </p:nvSpPr>
        <p:spPr>
          <a:xfrm>
            <a:off x="1828800" y="463187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43"/>
                </a:solidFill>
              </a:rPr>
              <a:t>Compact forward update (literacy, not memorization):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12">
                <a:extLst>
                  <a:ext uri="{FF2B5EF4-FFF2-40B4-BE49-F238E27FC236}">
                    <a16:creationId xmlns:a16="http://schemas.microsoft.com/office/drawing/2014/main" id="{BC917002-EFDF-5845-2C32-E22CD5F2F7BE}"/>
                  </a:ext>
                </a:extLst>
              </p:cNvPr>
              <p:cNvSpPr/>
              <p:nvPr/>
            </p:nvSpPr>
            <p:spPr>
              <a:xfrm>
                <a:off x="1828800" y="4970198"/>
                <a:ext cx="85039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ₜ₊₁(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′) ∝ 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ₜ₊₁ | 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 smtClean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′)  </m:t>
                      </m:r>
                      <m:r>
                        <a:rPr lang="en-US" sz="2400" b="1" i="0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ₓ 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′ | 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ₜ(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dirty="0">
                          <a:solidFill>
                            <a:srgbClr val="0A2A4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 12">
                <a:extLst>
                  <a:ext uri="{FF2B5EF4-FFF2-40B4-BE49-F238E27FC236}">
                    <a16:creationId xmlns:a16="http://schemas.microsoft.com/office/drawing/2014/main" id="{BC917002-EFDF-5845-2C32-E22CD5F2F7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970198"/>
                <a:ext cx="8503920" cy="384048"/>
              </a:xfrm>
              <a:prstGeom prst="rect">
                <a:avLst/>
              </a:prstGeom>
              <a:blipFill>
                <a:blip r:embed="rId5"/>
                <a:stretch>
                  <a:fillRect t="-22222" b="-460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462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4629-BCC5-AEC7-A71C-4818D18F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2C46A-8B71-A8A0-BD4D-F8C64395253A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2B55"/>
          </a:solidFill>
          <a:ln w="12700">
            <a:solidFill>
              <a:srgbClr val="08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872797-F9FB-0A01-0605-ED5EC984AD6E}"/>
              </a:ext>
            </a:extLst>
          </p:cNvPr>
          <p:cNvSpPr/>
          <p:nvPr/>
        </p:nvSpPr>
        <p:spPr>
          <a:xfrm>
            <a:off x="0" y="146304"/>
            <a:ext cx="12191695" cy="32004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A333E-B2FF-341E-B162-ABD071EADDBB}"/>
              </a:ext>
            </a:extLst>
          </p:cNvPr>
          <p:cNvSpPr txBox="1"/>
          <p:nvPr/>
        </p:nvSpPr>
        <p:spPr>
          <a:xfrm>
            <a:off x="347472" y="6428232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 dirty="0">
                <a:solidFill>
                  <a:srgbClr val="6D7C8F"/>
                </a:solidFill>
                <a:latin typeface="Aptos"/>
              </a:rPr>
              <a:t>CS 471 | L2</a:t>
            </a:r>
            <a:r>
              <a:rPr lang="en-US" sz="1000" b="0" i="0" dirty="0">
                <a:solidFill>
                  <a:srgbClr val="6D7C8F"/>
                </a:solidFill>
                <a:latin typeface="Aptos"/>
              </a:rPr>
              <a:t>3: Hidden </a:t>
            </a:r>
            <a:r>
              <a:rPr sz="1000" b="0" i="0" dirty="0">
                <a:solidFill>
                  <a:srgbClr val="6D7C8F"/>
                </a:solidFill>
                <a:latin typeface="Aptos"/>
              </a:rPr>
              <a:t>Markov Models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93DDD-0307-87AB-AF08-5A200D3180CC}"/>
              </a:ext>
            </a:extLst>
          </p:cNvPr>
          <p:cNvSpPr txBox="1"/>
          <p:nvPr/>
        </p:nvSpPr>
        <p:spPr>
          <a:xfrm>
            <a:off x="566928" y="429768"/>
            <a:ext cx="1060704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28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062CB-6E00-A07F-7AB9-5CF8F697EAFF}"/>
              </a:ext>
            </a:extLst>
          </p:cNvPr>
          <p:cNvSpPr txBox="1"/>
          <p:nvPr/>
        </p:nvSpPr>
        <p:spPr>
          <a:xfrm>
            <a:off x="566928" y="850392"/>
            <a:ext cx="10607040" cy="30008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350" b="0" i="0" dirty="0">
                <a:solidFill>
                  <a:srgbClr val="132033"/>
                </a:solidFill>
                <a:latin typeface="Aptos"/>
              </a:rPr>
              <a:t>Can you narrate the HMM update without relying on memorized symbols?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79BC109E-518E-9456-B19C-8DBFB52FF17D}"/>
              </a:ext>
            </a:extLst>
          </p:cNvPr>
          <p:cNvSpPr/>
          <p:nvPr/>
        </p:nvSpPr>
        <p:spPr>
          <a:xfrm>
            <a:off x="975360" y="5623560"/>
            <a:ext cx="10241280" cy="502920"/>
          </a:xfrm>
          <a:prstGeom prst="roundRect">
            <a:avLst>
              <a:gd name="adj" fmla="val 8000"/>
            </a:avLst>
          </a:prstGeom>
          <a:solidFill>
            <a:srgbClr val="FFF4CC"/>
          </a:solidFill>
          <a:ln w="1270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n-US" sz="16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review Module 3 concepts, combining probability, Bayes, Bayes nets, Markov models, and HMMs. </a:t>
            </a:r>
            <a:endParaRPr lang="en-US" sz="1600" dirty="0"/>
          </a:p>
        </p:txBody>
      </p:sp>
      <p:sp>
        <p:nvSpPr>
          <p:cNvPr id="95" name="Shape 2">
            <a:extLst>
              <a:ext uri="{FF2B5EF4-FFF2-40B4-BE49-F238E27FC236}">
                <a16:creationId xmlns:a16="http://schemas.microsoft.com/office/drawing/2014/main" id="{2662338F-6C06-C301-110E-F444DC4CB722}"/>
              </a:ext>
            </a:extLst>
          </p:cNvPr>
          <p:cNvSpPr/>
          <p:nvPr/>
        </p:nvSpPr>
        <p:spPr>
          <a:xfrm>
            <a:off x="947056" y="176784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3">
            <a:extLst>
              <a:ext uri="{FF2B5EF4-FFF2-40B4-BE49-F238E27FC236}">
                <a16:creationId xmlns:a16="http://schemas.microsoft.com/office/drawing/2014/main" id="{EE8D67C5-7F59-C410-1259-F6987E589E1A}"/>
              </a:ext>
            </a:extLst>
          </p:cNvPr>
          <p:cNvSpPr/>
          <p:nvPr/>
        </p:nvSpPr>
        <p:spPr>
          <a:xfrm>
            <a:off x="947056" y="1859279"/>
            <a:ext cx="822960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</a:t>
            </a:r>
            <a:endParaRPr lang="en-US" sz="2000" dirty="0"/>
          </a:p>
        </p:txBody>
      </p:sp>
      <p:sp>
        <p:nvSpPr>
          <p:cNvPr id="99" name="Shape 4">
            <a:extLst>
              <a:ext uri="{FF2B5EF4-FFF2-40B4-BE49-F238E27FC236}">
                <a16:creationId xmlns:a16="http://schemas.microsoft.com/office/drawing/2014/main" id="{00D872D3-3E91-A951-A180-0772DCB3FE56}"/>
              </a:ext>
            </a:extLst>
          </p:cNvPr>
          <p:cNvSpPr/>
          <p:nvPr/>
        </p:nvSpPr>
        <p:spPr>
          <a:xfrm>
            <a:off x="3735976" y="176784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0A2A43"/>
          </a:solidFill>
          <a:ln w="12700">
            <a:solidFill>
              <a:srgbClr val="0A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E2EAFB4F-24A2-5F2B-7BA6-7D4C55896936}"/>
              </a:ext>
            </a:extLst>
          </p:cNvPr>
          <p:cNvSpPr/>
          <p:nvPr/>
        </p:nvSpPr>
        <p:spPr>
          <a:xfrm>
            <a:off x="3735976" y="1859279"/>
            <a:ext cx="914400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sz="2000" dirty="0"/>
          </a:p>
        </p:txBody>
      </p:sp>
      <p:sp>
        <p:nvSpPr>
          <p:cNvPr id="103" name="Shape 6">
            <a:extLst>
              <a:ext uri="{FF2B5EF4-FFF2-40B4-BE49-F238E27FC236}">
                <a16:creationId xmlns:a16="http://schemas.microsoft.com/office/drawing/2014/main" id="{BB76AA24-4369-1F1F-8592-59582C874387}"/>
              </a:ext>
            </a:extLst>
          </p:cNvPr>
          <p:cNvSpPr/>
          <p:nvPr/>
        </p:nvSpPr>
        <p:spPr>
          <a:xfrm>
            <a:off x="1797448" y="1996440"/>
            <a:ext cx="1892808" cy="0"/>
          </a:xfrm>
          <a:prstGeom prst="line">
            <a:avLst/>
          </a:prstGeom>
          <a:noFill/>
          <a:ln w="20320">
            <a:solidFill>
              <a:srgbClr val="0A2A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CFF4E9AB-D5CF-FCC2-99FA-8FDC1974D5EE}"/>
              </a:ext>
            </a:extLst>
          </p:cNvPr>
          <p:cNvSpPr/>
          <p:nvPr/>
        </p:nvSpPr>
        <p:spPr>
          <a:xfrm>
            <a:off x="3809128" y="3936276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">
            <a:extLst>
              <a:ext uri="{FF2B5EF4-FFF2-40B4-BE49-F238E27FC236}">
                <a16:creationId xmlns:a16="http://schemas.microsoft.com/office/drawing/2014/main" id="{33D39532-7DD0-F9D8-AB6D-9E4ACB91A296}"/>
              </a:ext>
            </a:extLst>
          </p:cNvPr>
          <p:cNvSpPr/>
          <p:nvPr/>
        </p:nvSpPr>
        <p:spPr>
          <a:xfrm>
            <a:off x="3809128" y="4027715"/>
            <a:ext cx="822960" cy="29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ₜ₊₁</a:t>
            </a:r>
            <a:endParaRPr lang="en-US" sz="2000" dirty="0"/>
          </a:p>
        </p:txBody>
      </p:sp>
      <p:sp>
        <p:nvSpPr>
          <p:cNvPr id="109" name="Shape 9">
            <a:extLst>
              <a:ext uri="{FF2B5EF4-FFF2-40B4-BE49-F238E27FC236}">
                <a16:creationId xmlns:a16="http://schemas.microsoft.com/office/drawing/2014/main" id="{D69F56AB-EB09-196C-A45A-B6C15A4650FA}"/>
              </a:ext>
            </a:extLst>
          </p:cNvPr>
          <p:cNvSpPr/>
          <p:nvPr/>
        </p:nvSpPr>
        <p:spPr>
          <a:xfrm>
            <a:off x="4220608" y="2261615"/>
            <a:ext cx="0" cy="1672043"/>
          </a:xfrm>
          <a:prstGeom prst="line">
            <a:avLst/>
          </a:prstGeom>
          <a:noFill/>
          <a:ln w="17780">
            <a:solidFill>
              <a:srgbClr val="4F81B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800"/>
          </a:p>
        </p:txBody>
      </p:sp>
      <p:sp>
        <p:nvSpPr>
          <p:cNvPr id="111" name="Text 10">
            <a:extLst>
              <a:ext uri="{FF2B5EF4-FFF2-40B4-BE49-F238E27FC236}">
                <a16:creationId xmlns:a16="http://schemas.microsoft.com/office/drawing/2014/main" id="{72063366-B4B2-7520-BDE3-309E293A7736}"/>
              </a:ext>
            </a:extLst>
          </p:cNvPr>
          <p:cNvSpPr/>
          <p:nvPr/>
        </p:nvSpPr>
        <p:spPr>
          <a:xfrm>
            <a:off x="5487488" y="1384715"/>
            <a:ext cx="5969726" cy="58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X is the __________ variable.</a:t>
            </a:r>
            <a:endParaRPr lang="en-US" dirty="0"/>
          </a:p>
        </p:txBody>
      </p:sp>
      <p:sp>
        <p:nvSpPr>
          <p:cNvPr id="113" name="Text 11">
            <a:extLst>
              <a:ext uri="{FF2B5EF4-FFF2-40B4-BE49-F238E27FC236}">
                <a16:creationId xmlns:a16="http://schemas.microsoft.com/office/drawing/2014/main" id="{37261A61-FF96-AC0E-F2BD-DBD512E64353}"/>
              </a:ext>
            </a:extLst>
          </p:cNvPr>
          <p:cNvSpPr/>
          <p:nvPr/>
        </p:nvSpPr>
        <p:spPr>
          <a:xfrm>
            <a:off x="5487488" y="2134523"/>
            <a:ext cx="5969726" cy="58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E is the __________ variable.</a:t>
            </a:r>
            <a:endParaRPr lang="en-US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241C0F4E-019F-E175-0BA4-B3D907D9CBB6}"/>
              </a:ext>
            </a:extLst>
          </p:cNvPr>
          <p:cNvSpPr/>
          <p:nvPr/>
        </p:nvSpPr>
        <p:spPr>
          <a:xfrm>
            <a:off x="5487488" y="2884331"/>
            <a:ext cx="5969726" cy="58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Prediction uses the __________ model.</a:t>
            </a:r>
            <a:endParaRPr lang="en-US" dirty="0"/>
          </a:p>
        </p:txBody>
      </p:sp>
      <p:sp>
        <p:nvSpPr>
          <p:cNvPr id="117" name="Text 13">
            <a:extLst>
              <a:ext uri="{FF2B5EF4-FFF2-40B4-BE49-F238E27FC236}">
                <a16:creationId xmlns:a16="http://schemas.microsoft.com/office/drawing/2014/main" id="{B63BC598-08CC-057A-8D9E-6B7F8F69E96C}"/>
              </a:ext>
            </a:extLst>
          </p:cNvPr>
          <p:cNvSpPr/>
          <p:nvPr/>
        </p:nvSpPr>
        <p:spPr>
          <a:xfrm>
            <a:off x="5487488" y="3634139"/>
            <a:ext cx="5969726" cy="58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Observation update uses the __________ model.</a:t>
            </a:r>
            <a:endParaRPr lang="en-US" dirty="0"/>
          </a:p>
        </p:txBody>
      </p:sp>
      <p:sp>
        <p:nvSpPr>
          <p:cNvPr id="119" name="Text 14">
            <a:extLst>
              <a:ext uri="{FF2B5EF4-FFF2-40B4-BE49-F238E27FC236}">
                <a16:creationId xmlns:a16="http://schemas.microsoft.com/office/drawing/2014/main" id="{F957AD06-ABAF-9D98-9D7F-542BCA0F86EB}"/>
              </a:ext>
            </a:extLst>
          </p:cNvPr>
          <p:cNvSpPr/>
          <p:nvPr/>
        </p:nvSpPr>
        <p:spPr>
          <a:xfrm>
            <a:off x="5487488" y="4383947"/>
            <a:ext cx="5969726" cy="58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313F"/>
                </a:solidFill>
              </a:rPr>
              <a:t>After reweighting, we __________ so probabilities sum to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521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7D154A9B6B4745A92074A700A40869" ma:contentTypeVersion="24" ma:contentTypeDescription="Create a new document." ma:contentTypeScope="" ma:versionID="49c36a49e684e25092aa685b0fe35842">
  <xsd:schema xmlns:xsd="http://www.w3.org/2001/XMLSchema" xmlns:xs="http://www.w3.org/2001/XMLSchema" xmlns:p="http://schemas.microsoft.com/office/2006/metadata/properties" xmlns:ns1="http://schemas.microsoft.com/sharepoint/v3" xmlns:ns2="fcae3b96-bd14-4ee2-8386-a94084e60018" xmlns:ns3="56f87f42-bac6-49e2-b9d5-04744cb514ee" targetNamespace="http://schemas.microsoft.com/office/2006/metadata/properties" ma:root="true" ma:fieldsID="9c960b9d532a5d3a9032170b89435a2d" ns1:_="" ns2:_="" ns3:_="">
    <xsd:import namespace="http://schemas.microsoft.com/sharepoint/v3"/>
    <xsd:import namespace="fcae3b96-bd14-4ee2-8386-a94084e60018"/>
    <xsd:import namespace="56f87f42-bac6-49e2-b9d5-04744cb514e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e3b96-bd14-4ee2-8386-a94084e60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7f42-bac6-49e2-b9d5-04744cb514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8e345d7-e916-42f7-ade4-36d8c15b0911}" ma:internalName="TaxCatchAll" ma:showField="CatchAllData" ma:web="56f87f42-bac6-49e2-b9d5-04744cb514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f87f42-bac6-49e2-b9d5-04744cb514ee" xsi:nil="true"/>
    <lcf76f155ced4ddcb4097134ff3c332f xmlns="fcae3b96-bd14-4ee2-8386-a94084e6001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31E0CB2-7EE9-4BF3-B875-6AAD58FE44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cae3b96-bd14-4ee2-8386-a94084e60018"/>
    <ds:schemaRef ds:uri="56f87f42-bac6-49e2-b9d5-04744cb514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C9AD6FF-6A27-4D86-94C3-12F96D94B8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DB9C35-DC4D-4573-80F8-644E7E89515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6f87f42-bac6-49e2-b9d5-04744cb514ee"/>
    <ds:schemaRef ds:uri="fcae3b96-bd14-4ee2-8386-a94084e600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11571</TotalTime>
  <Words>4248</Words>
  <Application>Microsoft Office PowerPoint</Application>
  <PresentationFormat>Widescreen</PresentationFormat>
  <Paragraphs>671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CS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471 L23 Hidden Markov Models</dc:title>
  <dc:subject>CS 471 Lesson 23 Hidden Markov Models</dc:subject>
  <dc:creator>OpenAI</dc:creator>
  <cp:lastModifiedBy>Payne, Joseph M MSgt USAF USAFA AW/ESCS</cp:lastModifiedBy>
  <cp:revision>25</cp:revision>
  <dcterms:created xsi:type="dcterms:W3CDTF">2026-09-23T23:23:46Z</dcterms:created>
  <dcterms:modified xsi:type="dcterms:W3CDTF">2026-10-14T02:21:18Z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0x0101006A7D154A9B6B4745A92074A700A40869</vt:lpwstr>
  </property>
</Properties>
</file>